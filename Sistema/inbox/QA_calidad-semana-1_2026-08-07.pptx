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49"/>
  </p:notesMasterIdLst>
  <p:sldIdLst>
    <p:sldId id="256" r:id="rId5"/>
    <p:sldId id="257" r:id="rId6"/>
    <p:sldId id="464" r:id="rId7"/>
    <p:sldId id="462" r:id="rId8"/>
    <p:sldId id="430" r:id="rId9"/>
    <p:sldId id="395" r:id="rId10"/>
    <p:sldId id="431" r:id="rId11"/>
    <p:sldId id="396" r:id="rId12"/>
    <p:sldId id="397" r:id="rId13"/>
    <p:sldId id="399" r:id="rId14"/>
    <p:sldId id="432" r:id="rId15"/>
    <p:sldId id="400" r:id="rId16"/>
    <p:sldId id="401" r:id="rId17"/>
    <p:sldId id="463" r:id="rId18"/>
    <p:sldId id="433" r:id="rId19"/>
    <p:sldId id="434" r:id="rId20"/>
    <p:sldId id="435" r:id="rId21"/>
    <p:sldId id="441" r:id="rId22"/>
    <p:sldId id="442" r:id="rId23"/>
    <p:sldId id="443" r:id="rId24"/>
    <p:sldId id="450" r:id="rId25"/>
    <p:sldId id="444" r:id="rId26"/>
    <p:sldId id="451" r:id="rId27"/>
    <p:sldId id="445" r:id="rId28"/>
    <p:sldId id="452" r:id="rId29"/>
    <p:sldId id="446" r:id="rId30"/>
    <p:sldId id="453" r:id="rId31"/>
    <p:sldId id="447" r:id="rId32"/>
    <p:sldId id="454" r:id="rId33"/>
    <p:sldId id="448" r:id="rId34"/>
    <p:sldId id="455" r:id="rId35"/>
    <p:sldId id="449" r:id="rId36"/>
    <p:sldId id="438" r:id="rId37"/>
    <p:sldId id="287" r:id="rId38"/>
    <p:sldId id="436" r:id="rId39"/>
    <p:sldId id="437" r:id="rId40"/>
    <p:sldId id="456" r:id="rId41"/>
    <p:sldId id="457" r:id="rId42"/>
    <p:sldId id="458" r:id="rId43"/>
    <p:sldId id="459" r:id="rId44"/>
    <p:sldId id="461" r:id="rId45"/>
    <p:sldId id="460" r:id="rId46"/>
    <p:sldId id="439" r:id="rId47"/>
    <p:sldId id="265" r:id="rId48"/>
  </p:sldIdLst>
  <p:sldSz cx="12192000" cy="6858000"/>
  <p:notesSz cx="7315200" cy="9601200"/>
  <p:defaultTextStyle>
    <a:defPPr>
      <a:defRPr lang="es-C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86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0B4A6"/>
    <a:srgbClr val="D9D9D9"/>
    <a:srgbClr val="000000"/>
    <a:srgbClr val="A5A5A5"/>
    <a:srgbClr val="E7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Estilo clar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9781" autoAdjust="0"/>
    <p:restoredTop sz="70487" autoAdjust="0"/>
  </p:normalViewPr>
  <p:slideViewPr>
    <p:cSldViewPr snapToGrid="0" showGuides="1">
      <p:cViewPr varScale="1">
        <p:scale>
          <a:sx n="83" d="100"/>
          <a:sy n="83" d="100"/>
        </p:scale>
        <p:origin x="816" y="200"/>
      </p:cViewPr>
      <p:guideLst>
        <p:guide orient="horz" pos="2137"/>
        <p:guide pos="386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presProps" Target="pres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8" Type="http://schemas.openxmlformats.org/officeDocument/2006/relationships/slide" Target="slides/slide4.xml"/><Relationship Id="rId51" Type="http://schemas.openxmlformats.org/officeDocument/2006/relationships/viewProps" Target="viewProp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cos Antonio Rodriguez Ovares" userId="51e044ed-6c63-4c60-a8c9-452af1f5fe1b" providerId="ADAL" clId="{E3F7FC95-9FC9-5368-82BD-FCE9E1AB00E4}"/>
    <pc:docChg chg="delSld modSld sldOrd">
      <pc:chgData name="Marcos Antonio Rodriguez Ovares" userId="51e044ed-6c63-4c60-a8c9-452af1f5fe1b" providerId="ADAL" clId="{E3F7FC95-9FC9-5368-82BD-FCE9E1AB00E4}" dt="2026-08-04T23:55:41.886" v="26" actId="2696"/>
      <pc:docMkLst>
        <pc:docMk/>
      </pc:docMkLst>
      <pc:sldChg chg="modSp mod">
        <pc:chgData name="Marcos Antonio Rodriguez Ovares" userId="51e044ed-6c63-4c60-a8c9-452af1f5fe1b" providerId="ADAL" clId="{E3F7FC95-9FC9-5368-82BD-FCE9E1AB00E4}" dt="2026-08-04T23:49:25.378" v="4" actId="20577"/>
        <pc:sldMkLst>
          <pc:docMk/>
          <pc:sldMk cId="1575278007" sldId="256"/>
        </pc:sldMkLst>
        <pc:spChg chg="mod">
          <ac:chgData name="Marcos Antonio Rodriguez Ovares" userId="51e044ed-6c63-4c60-a8c9-452af1f5fe1b" providerId="ADAL" clId="{E3F7FC95-9FC9-5368-82BD-FCE9E1AB00E4}" dt="2026-08-04T23:49:25.378" v="4" actId="20577"/>
          <ac:spMkLst>
            <pc:docMk/>
            <pc:sldMk cId="1575278007" sldId="256"/>
            <ac:spMk id="3" creationId="{C8198703-FC40-4EAA-BFFB-D4E41267C874}"/>
          </ac:spMkLst>
        </pc:spChg>
      </pc:sldChg>
      <pc:sldChg chg="del">
        <pc:chgData name="Marcos Antonio Rodriguez Ovares" userId="51e044ed-6c63-4c60-a8c9-452af1f5fe1b" providerId="ADAL" clId="{E3F7FC95-9FC9-5368-82BD-FCE9E1AB00E4}" dt="2026-08-04T23:49:46.899" v="5" actId="2696"/>
        <pc:sldMkLst>
          <pc:docMk/>
          <pc:sldMk cId="1568366419" sldId="398"/>
        </pc:sldMkLst>
      </pc:sldChg>
      <pc:sldChg chg="modSp mod">
        <pc:chgData name="Marcos Antonio Rodriguez Ovares" userId="51e044ed-6c63-4c60-a8c9-452af1f5fe1b" providerId="ADAL" clId="{E3F7FC95-9FC9-5368-82BD-FCE9E1AB00E4}" dt="2026-08-04T23:54:55.143" v="25" actId="20577"/>
        <pc:sldMkLst>
          <pc:docMk/>
          <pc:sldMk cId="1477745825" sldId="401"/>
        </pc:sldMkLst>
        <pc:spChg chg="mod">
          <ac:chgData name="Marcos Antonio Rodriguez Ovares" userId="51e044ed-6c63-4c60-a8c9-452af1f5fe1b" providerId="ADAL" clId="{E3F7FC95-9FC9-5368-82BD-FCE9E1AB00E4}" dt="2026-08-04T23:54:55.143" v="25" actId="20577"/>
          <ac:spMkLst>
            <pc:docMk/>
            <pc:sldMk cId="1477745825" sldId="401"/>
            <ac:spMk id="19" creationId="{3724C467-EDD0-3256-867F-3407A049F752}"/>
          </ac:spMkLst>
        </pc:spChg>
      </pc:sldChg>
      <pc:sldChg chg="modSp mod">
        <pc:chgData name="Marcos Antonio Rodriguez Ovares" userId="51e044ed-6c63-4c60-a8c9-452af1f5fe1b" providerId="ADAL" clId="{E3F7FC95-9FC9-5368-82BD-FCE9E1AB00E4}" dt="2026-08-04T23:50:01.280" v="8" actId="20577"/>
        <pc:sldMkLst>
          <pc:docMk/>
          <pc:sldMk cId="3207752446" sldId="430"/>
        </pc:sldMkLst>
        <pc:spChg chg="mod">
          <ac:chgData name="Marcos Antonio Rodriguez Ovares" userId="51e044ed-6c63-4c60-a8c9-452af1f5fe1b" providerId="ADAL" clId="{E3F7FC95-9FC9-5368-82BD-FCE9E1AB00E4}" dt="2026-08-04T23:50:01.280" v="8" actId="20577"/>
          <ac:spMkLst>
            <pc:docMk/>
            <pc:sldMk cId="3207752446" sldId="430"/>
            <ac:spMk id="4" creationId="{2141A25E-7862-2FD6-2E63-E0D1B92EED66}"/>
          </ac:spMkLst>
        </pc:spChg>
      </pc:sldChg>
      <pc:sldChg chg="del">
        <pc:chgData name="Marcos Antonio Rodriguez Ovares" userId="51e044ed-6c63-4c60-a8c9-452af1f5fe1b" providerId="ADAL" clId="{E3F7FC95-9FC9-5368-82BD-FCE9E1AB00E4}" dt="2026-08-04T23:55:41.886" v="26" actId="2696"/>
        <pc:sldMkLst>
          <pc:docMk/>
          <pc:sldMk cId="114029391" sldId="440"/>
        </pc:sldMkLst>
      </pc:sldChg>
      <pc:sldChg chg="ord">
        <pc:chgData name="Marcos Antonio Rodriguez Ovares" userId="51e044ed-6c63-4c60-a8c9-452af1f5fe1b" providerId="ADAL" clId="{E3F7FC95-9FC9-5368-82BD-FCE9E1AB00E4}" dt="2026-08-04T23:50:25.697" v="13" actId="20578"/>
        <pc:sldMkLst>
          <pc:docMk/>
          <pc:sldMk cId="4155872293" sldId="462"/>
        </pc:sldMkLst>
      </pc:sldChg>
    </pc:docChg>
  </pc:docChgLst>
</pc:chgInfo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svg"/><Relationship Id="rId1" Type="http://schemas.openxmlformats.org/officeDocument/2006/relationships/image" Target="../media/image19.svg"/><Relationship Id="rId6" Type="http://schemas.openxmlformats.org/officeDocument/2006/relationships/image" Target="../media/image24.svg"/><Relationship Id="rId5" Type="http://schemas.openxmlformats.org/officeDocument/2006/relationships/image" Target="../media/image23.svg"/><Relationship Id="rId4" Type="http://schemas.openxmlformats.org/officeDocument/2006/relationships/image" Target="../media/image22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svg"/><Relationship Id="rId1" Type="http://schemas.openxmlformats.org/officeDocument/2006/relationships/image" Target="../media/image19.svg"/><Relationship Id="rId6" Type="http://schemas.openxmlformats.org/officeDocument/2006/relationships/image" Target="../media/image24.svg"/><Relationship Id="rId5" Type="http://schemas.openxmlformats.org/officeDocument/2006/relationships/image" Target="../media/image23.svg"/><Relationship Id="rId4" Type="http://schemas.openxmlformats.org/officeDocument/2006/relationships/image" Target="../media/image22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svg"/><Relationship Id="rId1" Type="http://schemas.openxmlformats.org/officeDocument/2006/relationships/image" Target="../media/image19.svg"/><Relationship Id="rId6" Type="http://schemas.openxmlformats.org/officeDocument/2006/relationships/image" Target="../media/image24.svg"/><Relationship Id="rId5" Type="http://schemas.openxmlformats.org/officeDocument/2006/relationships/image" Target="../media/image23.svg"/><Relationship Id="rId4" Type="http://schemas.openxmlformats.org/officeDocument/2006/relationships/image" Target="../media/image22.sv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svg"/><Relationship Id="rId1" Type="http://schemas.openxmlformats.org/officeDocument/2006/relationships/image" Target="../media/image19.svg"/><Relationship Id="rId6" Type="http://schemas.openxmlformats.org/officeDocument/2006/relationships/image" Target="../media/image24.svg"/><Relationship Id="rId5" Type="http://schemas.openxmlformats.org/officeDocument/2006/relationships/image" Target="../media/image23.svg"/><Relationship Id="rId4" Type="http://schemas.openxmlformats.org/officeDocument/2006/relationships/image" Target="../media/image22.svg"/></Relationships>
</file>

<file path=ppt/diagrams/_rels/data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svg"/><Relationship Id="rId1" Type="http://schemas.openxmlformats.org/officeDocument/2006/relationships/image" Target="../media/image19.svg"/><Relationship Id="rId6" Type="http://schemas.openxmlformats.org/officeDocument/2006/relationships/image" Target="../media/image24.svg"/><Relationship Id="rId5" Type="http://schemas.openxmlformats.org/officeDocument/2006/relationships/image" Target="../media/image23.svg"/><Relationship Id="rId4" Type="http://schemas.openxmlformats.org/officeDocument/2006/relationships/image" Target="../media/image22.svg"/></Relationships>
</file>

<file path=ppt/diagrams/_rels/data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svg"/><Relationship Id="rId1" Type="http://schemas.openxmlformats.org/officeDocument/2006/relationships/image" Target="../media/image19.svg"/><Relationship Id="rId6" Type="http://schemas.openxmlformats.org/officeDocument/2006/relationships/image" Target="../media/image24.svg"/><Relationship Id="rId5" Type="http://schemas.openxmlformats.org/officeDocument/2006/relationships/image" Target="../media/image23.svg"/><Relationship Id="rId4" Type="http://schemas.openxmlformats.org/officeDocument/2006/relationships/image" Target="../media/image22.svg"/></Relationships>
</file>

<file path=ppt/diagrams/_rels/data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svg"/><Relationship Id="rId1" Type="http://schemas.openxmlformats.org/officeDocument/2006/relationships/image" Target="../media/image19.svg"/><Relationship Id="rId6" Type="http://schemas.openxmlformats.org/officeDocument/2006/relationships/image" Target="../media/image24.svg"/><Relationship Id="rId5" Type="http://schemas.openxmlformats.org/officeDocument/2006/relationships/image" Target="../media/image23.svg"/><Relationship Id="rId4" Type="http://schemas.openxmlformats.org/officeDocument/2006/relationships/image" Target="../media/image22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svg"/><Relationship Id="rId1" Type="http://schemas.openxmlformats.org/officeDocument/2006/relationships/image" Target="../media/image19.svg"/><Relationship Id="rId6" Type="http://schemas.openxmlformats.org/officeDocument/2006/relationships/image" Target="../media/image24.svg"/><Relationship Id="rId5" Type="http://schemas.openxmlformats.org/officeDocument/2006/relationships/image" Target="../media/image23.svg"/><Relationship Id="rId4" Type="http://schemas.openxmlformats.org/officeDocument/2006/relationships/image" Target="../media/image22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svg"/><Relationship Id="rId1" Type="http://schemas.openxmlformats.org/officeDocument/2006/relationships/image" Target="../media/image19.svg"/><Relationship Id="rId6" Type="http://schemas.openxmlformats.org/officeDocument/2006/relationships/image" Target="../media/image24.svg"/><Relationship Id="rId5" Type="http://schemas.openxmlformats.org/officeDocument/2006/relationships/image" Target="../media/image23.svg"/><Relationship Id="rId4" Type="http://schemas.openxmlformats.org/officeDocument/2006/relationships/image" Target="../media/image22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svg"/><Relationship Id="rId1" Type="http://schemas.openxmlformats.org/officeDocument/2006/relationships/image" Target="../media/image19.svg"/><Relationship Id="rId6" Type="http://schemas.openxmlformats.org/officeDocument/2006/relationships/image" Target="../media/image24.svg"/><Relationship Id="rId5" Type="http://schemas.openxmlformats.org/officeDocument/2006/relationships/image" Target="../media/image23.svg"/><Relationship Id="rId4" Type="http://schemas.openxmlformats.org/officeDocument/2006/relationships/image" Target="../media/image22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svg"/><Relationship Id="rId1" Type="http://schemas.openxmlformats.org/officeDocument/2006/relationships/image" Target="../media/image19.svg"/><Relationship Id="rId6" Type="http://schemas.openxmlformats.org/officeDocument/2006/relationships/image" Target="../media/image24.svg"/><Relationship Id="rId5" Type="http://schemas.openxmlformats.org/officeDocument/2006/relationships/image" Target="../media/image23.svg"/><Relationship Id="rId4" Type="http://schemas.openxmlformats.org/officeDocument/2006/relationships/image" Target="../media/image22.svg"/></Relationships>
</file>

<file path=ppt/diagrams/_rels/drawing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svg"/><Relationship Id="rId1" Type="http://schemas.openxmlformats.org/officeDocument/2006/relationships/image" Target="../media/image19.svg"/><Relationship Id="rId6" Type="http://schemas.openxmlformats.org/officeDocument/2006/relationships/image" Target="../media/image24.svg"/><Relationship Id="rId5" Type="http://schemas.openxmlformats.org/officeDocument/2006/relationships/image" Target="../media/image23.svg"/><Relationship Id="rId4" Type="http://schemas.openxmlformats.org/officeDocument/2006/relationships/image" Target="../media/image22.svg"/></Relationships>
</file>

<file path=ppt/diagrams/_rels/drawing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svg"/><Relationship Id="rId1" Type="http://schemas.openxmlformats.org/officeDocument/2006/relationships/image" Target="../media/image19.svg"/><Relationship Id="rId6" Type="http://schemas.openxmlformats.org/officeDocument/2006/relationships/image" Target="../media/image24.svg"/><Relationship Id="rId5" Type="http://schemas.openxmlformats.org/officeDocument/2006/relationships/image" Target="../media/image23.svg"/><Relationship Id="rId4" Type="http://schemas.openxmlformats.org/officeDocument/2006/relationships/image" Target="../media/image22.svg"/></Relationships>
</file>

<file path=ppt/diagrams/_rels/drawing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svg"/><Relationship Id="rId1" Type="http://schemas.openxmlformats.org/officeDocument/2006/relationships/image" Target="../media/image19.svg"/><Relationship Id="rId6" Type="http://schemas.openxmlformats.org/officeDocument/2006/relationships/image" Target="../media/image24.svg"/><Relationship Id="rId5" Type="http://schemas.openxmlformats.org/officeDocument/2006/relationships/image" Target="../media/image23.svg"/><Relationship Id="rId4" Type="http://schemas.openxmlformats.org/officeDocument/2006/relationships/image" Target="../media/image2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26D75F8-8F0A-4F7E-BA8D-932FB5720D3B}" type="doc">
      <dgm:prSet loTypeId="urn:microsoft.com/office/officeart/2005/8/layout/vProcess5" loCatId="process" qsTypeId="urn:microsoft.com/office/officeart/2005/8/quickstyle/simple4" qsCatId="simple" csTypeId="urn:microsoft.com/office/officeart/2005/8/colors/accent1_2" csCatId="accent1" phldr="1"/>
      <dgm:spPr/>
    </dgm:pt>
    <dgm:pt modelId="{EA6E6754-F4B2-40ED-8C5D-7C3888E18847}">
      <dgm:prSet phldrT="[Texto]" custT="1"/>
      <dgm:spPr/>
      <dgm:t>
        <a:bodyPr/>
        <a:lstStyle/>
        <a:p>
          <a:r>
            <a:rPr lang="es-CR" sz="1400">
              <a:solidFill>
                <a:schemeClr val="bg1"/>
              </a:solidFill>
            </a:rPr>
            <a:t>Trabaje en grupos de 4 personas.</a:t>
          </a:r>
          <a:endParaRPr lang="es-CR" sz="1400" dirty="0">
            <a:solidFill>
              <a:schemeClr val="bg1"/>
            </a:solidFill>
          </a:endParaRPr>
        </a:p>
      </dgm:t>
    </dgm:pt>
    <dgm:pt modelId="{498C1493-C40C-4EB9-B31E-5BA59803D4D2}" type="parTrans" cxnId="{1C737786-5A64-436E-947C-03C7F64AB3AB}">
      <dgm:prSet/>
      <dgm:spPr/>
      <dgm:t>
        <a:bodyPr/>
        <a:lstStyle/>
        <a:p>
          <a:endParaRPr lang="es-CR" sz="2000">
            <a:solidFill>
              <a:schemeClr val="bg1"/>
            </a:solidFill>
          </a:endParaRPr>
        </a:p>
      </dgm:t>
    </dgm:pt>
    <dgm:pt modelId="{5D4E25BB-5172-413D-A978-EE90A7256CD7}" type="sibTrans" cxnId="{1C737786-5A64-436E-947C-03C7F64AB3AB}">
      <dgm:prSet custT="1"/>
      <dgm:spPr/>
      <dgm:t>
        <a:bodyPr/>
        <a:lstStyle/>
        <a:p>
          <a:endParaRPr lang="es-CR" sz="2800">
            <a:solidFill>
              <a:schemeClr val="bg1"/>
            </a:solidFill>
          </a:endParaRPr>
        </a:p>
      </dgm:t>
    </dgm:pt>
    <dgm:pt modelId="{F10C023F-BF8F-46D3-A941-C351D9B31AEE}">
      <dgm:prSet phldrT="[Texto]" custT="1"/>
      <dgm:spPr/>
      <dgm:t>
        <a:bodyPr/>
        <a:lstStyle/>
        <a:p>
          <a:r>
            <a:rPr lang="es-CR" sz="1400" dirty="0">
              <a:solidFill>
                <a:schemeClr val="bg1"/>
              </a:solidFill>
            </a:rPr>
            <a:t>Primeramente, trabaje de manera individual, pero considerando la pertenencia a su grupo. Cada integrante durante 5’ escribe (en un </a:t>
          </a:r>
          <a:r>
            <a:rPr lang="es-CR" sz="1400" dirty="0" err="1">
              <a:solidFill>
                <a:schemeClr val="bg1"/>
              </a:solidFill>
            </a:rPr>
            <a:t>post-it</a:t>
          </a:r>
          <a:r>
            <a:rPr lang="es-CR" sz="1400" dirty="0">
              <a:solidFill>
                <a:schemeClr val="bg1"/>
              </a:solidFill>
            </a:rPr>
            <a:t> en </a:t>
          </a:r>
          <a:r>
            <a:rPr lang="es-CR" sz="1400" dirty="0" err="1">
              <a:solidFill>
                <a:schemeClr val="bg1"/>
              </a:solidFill>
            </a:rPr>
            <a:t>Figma</a:t>
          </a:r>
          <a:r>
            <a:rPr lang="es-CR" sz="1400" dirty="0">
              <a:solidFill>
                <a:schemeClr val="bg1"/>
              </a:solidFill>
            </a:rPr>
            <a:t>, en la página de su grupo) un primer borrador de la definición del constructo (concepto) de calidad.</a:t>
          </a:r>
        </a:p>
      </dgm:t>
    </dgm:pt>
    <dgm:pt modelId="{D91154D9-20A3-416C-ABF3-A8E2F7B0AF8D}" type="parTrans" cxnId="{8B1C6C37-890D-4CC8-BA16-8298CBB06153}">
      <dgm:prSet/>
      <dgm:spPr/>
      <dgm:t>
        <a:bodyPr/>
        <a:lstStyle/>
        <a:p>
          <a:endParaRPr lang="es-CR" sz="2000">
            <a:solidFill>
              <a:schemeClr val="bg1"/>
            </a:solidFill>
          </a:endParaRPr>
        </a:p>
      </dgm:t>
    </dgm:pt>
    <dgm:pt modelId="{3C90A4FC-3ABB-4DC2-9A75-FEB69CCA4917}" type="sibTrans" cxnId="{8B1C6C37-890D-4CC8-BA16-8298CBB06153}">
      <dgm:prSet custT="1"/>
      <dgm:spPr/>
      <dgm:t>
        <a:bodyPr/>
        <a:lstStyle/>
        <a:p>
          <a:endParaRPr lang="es-CR" sz="2800">
            <a:solidFill>
              <a:schemeClr val="bg1"/>
            </a:solidFill>
          </a:endParaRPr>
        </a:p>
      </dgm:t>
    </dgm:pt>
    <dgm:pt modelId="{EE666F1B-A02C-498F-A56A-FA3DBB16C877}">
      <dgm:prSet phldrT="[Texto]" custT="1"/>
      <dgm:spPr/>
      <dgm:t>
        <a:bodyPr/>
        <a:lstStyle/>
        <a:p>
          <a:r>
            <a:rPr lang="es-CR" sz="1400">
              <a:solidFill>
                <a:schemeClr val="bg1"/>
              </a:solidFill>
            </a:rPr>
            <a:t>Luego, en grupos durante 15’, elaboran un segundo borrador consensuado de una definición del constructo (concepto) que será presentada en una plenaria.</a:t>
          </a:r>
          <a:endParaRPr lang="es-CR" sz="1400" dirty="0">
            <a:solidFill>
              <a:schemeClr val="bg1"/>
            </a:solidFill>
          </a:endParaRPr>
        </a:p>
      </dgm:t>
    </dgm:pt>
    <dgm:pt modelId="{5BF99B37-273B-4023-87C6-B5D0D23ADE7A}" type="parTrans" cxnId="{D52B4E50-E255-43AD-988B-571D672DBA65}">
      <dgm:prSet/>
      <dgm:spPr/>
      <dgm:t>
        <a:bodyPr/>
        <a:lstStyle/>
        <a:p>
          <a:endParaRPr lang="es-CR" sz="2000">
            <a:solidFill>
              <a:schemeClr val="bg1"/>
            </a:solidFill>
          </a:endParaRPr>
        </a:p>
      </dgm:t>
    </dgm:pt>
    <dgm:pt modelId="{92BF0852-61E4-4C62-A817-E826FD315660}" type="sibTrans" cxnId="{D52B4E50-E255-43AD-988B-571D672DBA65}">
      <dgm:prSet custT="1"/>
      <dgm:spPr/>
      <dgm:t>
        <a:bodyPr/>
        <a:lstStyle/>
        <a:p>
          <a:endParaRPr lang="es-CR" sz="2800">
            <a:solidFill>
              <a:schemeClr val="bg1"/>
            </a:solidFill>
          </a:endParaRPr>
        </a:p>
      </dgm:t>
    </dgm:pt>
    <dgm:pt modelId="{C768ABD9-0F15-471D-97F0-2CA57C367D0E}">
      <dgm:prSet phldrT="[Texto]" custT="1"/>
      <dgm:spPr/>
      <dgm:t>
        <a:bodyPr/>
        <a:lstStyle/>
        <a:p>
          <a:r>
            <a:rPr lang="es-CR" sz="1400">
              <a:solidFill>
                <a:schemeClr val="bg1"/>
              </a:solidFill>
            </a:rPr>
            <a:t>Los grupos deben tomar nota de las observaciones de los demás compañeros y el profesor.</a:t>
          </a:r>
          <a:endParaRPr lang="es-CR" sz="1400" dirty="0">
            <a:solidFill>
              <a:schemeClr val="bg1"/>
            </a:solidFill>
          </a:endParaRPr>
        </a:p>
      </dgm:t>
    </dgm:pt>
    <dgm:pt modelId="{04604C6B-DA31-48B9-AAF2-36F5EAE5C982}" type="parTrans" cxnId="{F2125235-A3E6-47F1-BC0F-C81E03CCF1BB}">
      <dgm:prSet/>
      <dgm:spPr/>
      <dgm:t>
        <a:bodyPr/>
        <a:lstStyle/>
        <a:p>
          <a:endParaRPr lang="es-CR" sz="2000">
            <a:solidFill>
              <a:schemeClr val="bg1"/>
            </a:solidFill>
          </a:endParaRPr>
        </a:p>
      </dgm:t>
    </dgm:pt>
    <dgm:pt modelId="{CED816F9-0144-4A49-B93F-5FFB0BA137E8}" type="sibTrans" cxnId="{F2125235-A3E6-47F1-BC0F-C81E03CCF1BB}">
      <dgm:prSet/>
      <dgm:spPr/>
      <dgm:t>
        <a:bodyPr/>
        <a:lstStyle/>
        <a:p>
          <a:endParaRPr lang="es-CR" sz="2000">
            <a:solidFill>
              <a:schemeClr val="bg1"/>
            </a:solidFill>
          </a:endParaRPr>
        </a:p>
      </dgm:t>
    </dgm:pt>
    <dgm:pt modelId="{AC9EF53F-D5A5-4790-85B3-86985B6F484E}" type="pres">
      <dgm:prSet presAssocID="{226D75F8-8F0A-4F7E-BA8D-932FB5720D3B}" presName="outerComposite" presStyleCnt="0">
        <dgm:presLayoutVars>
          <dgm:chMax val="5"/>
          <dgm:dir/>
          <dgm:resizeHandles val="exact"/>
        </dgm:presLayoutVars>
      </dgm:prSet>
      <dgm:spPr/>
    </dgm:pt>
    <dgm:pt modelId="{CF0E5FE1-BBCF-435B-8520-E0D41CCF3815}" type="pres">
      <dgm:prSet presAssocID="{226D75F8-8F0A-4F7E-BA8D-932FB5720D3B}" presName="dummyMaxCanvas" presStyleCnt="0">
        <dgm:presLayoutVars/>
      </dgm:prSet>
      <dgm:spPr/>
    </dgm:pt>
    <dgm:pt modelId="{61C64B83-3E47-43D7-BA46-3548F3CF4485}" type="pres">
      <dgm:prSet presAssocID="{226D75F8-8F0A-4F7E-BA8D-932FB5720D3B}" presName="FourNodes_1" presStyleLbl="node1" presStyleIdx="0" presStyleCnt="4">
        <dgm:presLayoutVars>
          <dgm:bulletEnabled val="1"/>
        </dgm:presLayoutVars>
      </dgm:prSet>
      <dgm:spPr/>
    </dgm:pt>
    <dgm:pt modelId="{E5A65C7B-1202-4C97-82B9-1A112B5DFE6E}" type="pres">
      <dgm:prSet presAssocID="{226D75F8-8F0A-4F7E-BA8D-932FB5720D3B}" presName="FourNodes_2" presStyleLbl="node1" presStyleIdx="1" presStyleCnt="4">
        <dgm:presLayoutVars>
          <dgm:bulletEnabled val="1"/>
        </dgm:presLayoutVars>
      </dgm:prSet>
      <dgm:spPr/>
    </dgm:pt>
    <dgm:pt modelId="{0D66A334-4D4F-4B0E-86F7-33497AFF4BAA}" type="pres">
      <dgm:prSet presAssocID="{226D75F8-8F0A-4F7E-BA8D-932FB5720D3B}" presName="FourNodes_3" presStyleLbl="node1" presStyleIdx="2" presStyleCnt="4">
        <dgm:presLayoutVars>
          <dgm:bulletEnabled val="1"/>
        </dgm:presLayoutVars>
      </dgm:prSet>
      <dgm:spPr/>
    </dgm:pt>
    <dgm:pt modelId="{70B85A5F-7C12-4A24-AAD2-1C3559ACCC71}" type="pres">
      <dgm:prSet presAssocID="{226D75F8-8F0A-4F7E-BA8D-932FB5720D3B}" presName="FourNodes_4" presStyleLbl="node1" presStyleIdx="3" presStyleCnt="4">
        <dgm:presLayoutVars>
          <dgm:bulletEnabled val="1"/>
        </dgm:presLayoutVars>
      </dgm:prSet>
      <dgm:spPr/>
    </dgm:pt>
    <dgm:pt modelId="{7EFE311A-ED7F-4D23-893A-6ABBAF5E1BB0}" type="pres">
      <dgm:prSet presAssocID="{226D75F8-8F0A-4F7E-BA8D-932FB5720D3B}" presName="FourConn_1-2" presStyleLbl="fgAccFollowNode1" presStyleIdx="0" presStyleCnt="3">
        <dgm:presLayoutVars>
          <dgm:bulletEnabled val="1"/>
        </dgm:presLayoutVars>
      </dgm:prSet>
      <dgm:spPr/>
    </dgm:pt>
    <dgm:pt modelId="{65437A71-FCCE-4745-B480-0D827D3B060B}" type="pres">
      <dgm:prSet presAssocID="{226D75F8-8F0A-4F7E-BA8D-932FB5720D3B}" presName="FourConn_2-3" presStyleLbl="fgAccFollowNode1" presStyleIdx="1" presStyleCnt="3">
        <dgm:presLayoutVars>
          <dgm:bulletEnabled val="1"/>
        </dgm:presLayoutVars>
      </dgm:prSet>
      <dgm:spPr/>
    </dgm:pt>
    <dgm:pt modelId="{CA104A61-202A-4C4E-9182-3631C6D63942}" type="pres">
      <dgm:prSet presAssocID="{226D75F8-8F0A-4F7E-BA8D-932FB5720D3B}" presName="FourConn_3-4" presStyleLbl="fgAccFollowNode1" presStyleIdx="2" presStyleCnt="3">
        <dgm:presLayoutVars>
          <dgm:bulletEnabled val="1"/>
        </dgm:presLayoutVars>
      </dgm:prSet>
      <dgm:spPr/>
    </dgm:pt>
    <dgm:pt modelId="{60711AE4-4F45-4A79-928B-B346221C3491}" type="pres">
      <dgm:prSet presAssocID="{226D75F8-8F0A-4F7E-BA8D-932FB5720D3B}" presName="FourNodes_1_text" presStyleLbl="node1" presStyleIdx="3" presStyleCnt="4">
        <dgm:presLayoutVars>
          <dgm:bulletEnabled val="1"/>
        </dgm:presLayoutVars>
      </dgm:prSet>
      <dgm:spPr/>
    </dgm:pt>
    <dgm:pt modelId="{CFF3BE2B-91B5-44A1-B166-0190B96BDE38}" type="pres">
      <dgm:prSet presAssocID="{226D75F8-8F0A-4F7E-BA8D-932FB5720D3B}" presName="FourNodes_2_text" presStyleLbl="node1" presStyleIdx="3" presStyleCnt="4">
        <dgm:presLayoutVars>
          <dgm:bulletEnabled val="1"/>
        </dgm:presLayoutVars>
      </dgm:prSet>
      <dgm:spPr/>
    </dgm:pt>
    <dgm:pt modelId="{70D6099E-3F58-42B6-A7E2-D1C521F830E5}" type="pres">
      <dgm:prSet presAssocID="{226D75F8-8F0A-4F7E-BA8D-932FB5720D3B}" presName="FourNodes_3_text" presStyleLbl="node1" presStyleIdx="3" presStyleCnt="4">
        <dgm:presLayoutVars>
          <dgm:bulletEnabled val="1"/>
        </dgm:presLayoutVars>
      </dgm:prSet>
      <dgm:spPr/>
    </dgm:pt>
    <dgm:pt modelId="{1DE33A93-2418-4F41-8FC3-F3D185FE72D2}" type="pres">
      <dgm:prSet presAssocID="{226D75F8-8F0A-4F7E-BA8D-932FB5720D3B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B85D0516-32E9-4AAD-82AB-06AF73B29DF4}" type="presOf" srcId="{EA6E6754-F4B2-40ED-8C5D-7C3888E18847}" destId="{61C64B83-3E47-43D7-BA46-3548F3CF4485}" srcOrd="0" destOrd="0" presId="urn:microsoft.com/office/officeart/2005/8/layout/vProcess5"/>
    <dgm:cxn modelId="{5CC2241C-CA23-4B41-908C-093743266807}" type="presOf" srcId="{EE666F1B-A02C-498F-A56A-FA3DBB16C877}" destId="{0D66A334-4D4F-4B0E-86F7-33497AFF4BAA}" srcOrd="0" destOrd="0" presId="urn:microsoft.com/office/officeart/2005/8/layout/vProcess5"/>
    <dgm:cxn modelId="{441E6129-AAEA-4DC9-A64E-ACAB2A667451}" type="presOf" srcId="{3C90A4FC-3ABB-4DC2-9A75-FEB69CCA4917}" destId="{65437A71-FCCE-4745-B480-0D827D3B060B}" srcOrd="0" destOrd="0" presId="urn:microsoft.com/office/officeart/2005/8/layout/vProcess5"/>
    <dgm:cxn modelId="{F2125235-A3E6-47F1-BC0F-C81E03CCF1BB}" srcId="{226D75F8-8F0A-4F7E-BA8D-932FB5720D3B}" destId="{C768ABD9-0F15-471D-97F0-2CA57C367D0E}" srcOrd="3" destOrd="0" parTransId="{04604C6B-DA31-48B9-AAF2-36F5EAE5C982}" sibTransId="{CED816F9-0144-4A49-B93F-5FFB0BA137E8}"/>
    <dgm:cxn modelId="{8B1C6C37-890D-4CC8-BA16-8298CBB06153}" srcId="{226D75F8-8F0A-4F7E-BA8D-932FB5720D3B}" destId="{F10C023F-BF8F-46D3-A941-C351D9B31AEE}" srcOrd="1" destOrd="0" parTransId="{D91154D9-20A3-416C-ABF3-A8E2F7B0AF8D}" sibTransId="{3C90A4FC-3ABB-4DC2-9A75-FEB69CCA4917}"/>
    <dgm:cxn modelId="{D52B4E50-E255-43AD-988B-571D672DBA65}" srcId="{226D75F8-8F0A-4F7E-BA8D-932FB5720D3B}" destId="{EE666F1B-A02C-498F-A56A-FA3DBB16C877}" srcOrd="2" destOrd="0" parTransId="{5BF99B37-273B-4023-87C6-B5D0D23ADE7A}" sibTransId="{92BF0852-61E4-4C62-A817-E826FD315660}"/>
    <dgm:cxn modelId="{0F1C5251-5634-4EF9-A60A-F5392FDA8A15}" type="presOf" srcId="{F10C023F-BF8F-46D3-A941-C351D9B31AEE}" destId="{E5A65C7B-1202-4C97-82B9-1A112B5DFE6E}" srcOrd="0" destOrd="0" presId="urn:microsoft.com/office/officeart/2005/8/layout/vProcess5"/>
    <dgm:cxn modelId="{2E3D5155-6AB5-4468-B1DC-C84B4A3F4F39}" type="presOf" srcId="{C768ABD9-0F15-471D-97F0-2CA57C367D0E}" destId="{70B85A5F-7C12-4A24-AAD2-1C3559ACCC71}" srcOrd="0" destOrd="0" presId="urn:microsoft.com/office/officeart/2005/8/layout/vProcess5"/>
    <dgm:cxn modelId="{12E8E767-69B8-452E-8411-C820EFE2CC6D}" type="presOf" srcId="{F10C023F-BF8F-46D3-A941-C351D9B31AEE}" destId="{CFF3BE2B-91B5-44A1-B166-0190B96BDE38}" srcOrd="1" destOrd="0" presId="urn:microsoft.com/office/officeart/2005/8/layout/vProcess5"/>
    <dgm:cxn modelId="{CD41E574-32BA-4D52-B7F8-772F5905C528}" type="presOf" srcId="{EE666F1B-A02C-498F-A56A-FA3DBB16C877}" destId="{70D6099E-3F58-42B6-A7E2-D1C521F830E5}" srcOrd="1" destOrd="0" presId="urn:microsoft.com/office/officeart/2005/8/layout/vProcess5"/>
    <dgm:cxn modelId="{105EBD77-54EE-4746-A7C3-026ECBFA7715}" type="presOf" srcId="{226D75F8-8F0A-4F7E-BA8D-932FB5720D3B}" destId="{AC9EF53F-D5A5-4790-85B3-86985B6F484E}" srcOrd="0" destOrd="0" presId="urn:microsoft.com/office/officeart/2005/8/layout/vProcess5"/>
    <dgm:cxn modelId="{9B45A785-5B89-4B26-AFA2-A6A02A16F50B}" type="presOf" srcId="{EA6E6754-F4B2-40ED-8C5D-7C3888E18847}" destId="{60711AE4-4F45-4A79-928B-B346221C3491}" srcOrd="1" destOrd="0" presId="urn:microsoft.com/office/officeart/2005/8/layout/vProcess5"/>
    <dgm:cxn modelId="{1C737786-5A64-436E-947C-03C7F64AB3AB}" srcId="{226D75F8-8F0A-4F7E-BA8D-932FB5720D3B}" destId="{EA6E6754-F4B2-40ED-8C5D-7C3888E18847}" srcOrd="0" destOrd="0" parTransId="{498C1493-C40C-4EB9-B31E-5BA59803D4D2}" sibTransId="{5D4E25BB-5172-413D-A978-EE90A7256CD7}"/>
    <dgm:cxn modelId="{90E1EB9A-F9B1-4E90-981D-547CD0918915}" type="presOf" srcId="{C768ABD9-0F15-471D-97F0-2CA57C367D0E}" destId="{1DE33A93-2418-4F41-8FC3-F3D185FE72D2}" srcOrd="1" destOrd="0" presId="urn:microsoft.com/office/officeart/2005/8/layout/vProcess5"/>
    <dgm:cxn modelId="{32ED52B9-6B56-4123-BD98-B68F2927C55A}" type="presOf" srcId="{92BF0852-61E4-4C62-A817-E826FD315660}" destId="{CA104A61-202A-4C4E-9182-3631C6D63942}" srcOrd="0" destOrd="0" presId="urn:microsoft.com/office/officeart/2005/8/layout/vProcess5"/>
    <dgm:cxn modelId="{9910A8F7-D07C-4A4C-AF3B-DB5F75B32E29}" type="presOf" srcId="{5D4E25BB-5172-413D-A978-EE90A7256CD7}" destId="{7EFE311A-ED7F-4D23-893A-6ABBAF5E1BB0}" srcOrd="0" destOrd="0" presId="urn:microsoft.com/office/officeart/2005/8/layout/vProcess5"/>
    <dgm:cxn modelId="{C6AA9051-B897-44C4-8036-A71DD10FCDA4}" type="presParOf" srcId="{AC9EF53F-D5A5-4790-85B3-86985B6F484E}" destId="{CF0E5FE1-BBCF-435B-8520-E0D41CCF3815}" srcOrd="0" destOrd="0" presId="urn:microsoft.com/office/officeart/2005/8/layout/vProcess5"/>
    <dgm:cxn modelId="{6952D248-B555-45C0-BBBF-87D55B0D63B6}" type="presParOf" srcId="{AC9EF53F-D5A5-4790-85B3-86985B6F484E}" destId="{61C64B83-3E47-43D7-BA46-3548F3CF4485}" srcOrd="1" destOrd="0" presId="urn:microsoft.com/office/officeart/2005/8/layout/vProcess5"/>
    <dgm:cxn modelId="{65745AC8-F347-416F-9ACF-0FF6D86E1934}" type="presParOf" srcId="{AC9EF53F-D5A5-4790-85B3-86985B6F484E}" destId="{E5A65C7B-1202-4C97-82B9-1A112B5DFE6E}" srcOrd="2" destOrd="0" presId="urn:microsoft.com/office/officeart/2005/8/layout/vProcess5"/>
    <dgm:cxn modelId="{7DC44310-6624-42ED-A0F1-898B01BC6A36}" type="presParOf" srcId="{AC9EF53F-D5A5-4790-85B3-86985B6F484E}" destId="{0D66A334-4D4F-4B0E-86F7-33497AFF4BAA}" srcOrd="3" destOrd="0" presId="urn:microsoft.com/office/officeart/2005/8/layout/vProcess5"/>
    <dgm:cxn modelId="{6AF86D6C-E024-4580-9589-5FE2FC1CFBD4}" type="presParOf" srcId="{AC9EF53F-D5A5-4790-85B3-86985B6F484E}" destId="{70B85A5F-7C12-4A24-AAD2-1C3559ACCC71}" srcOrd="4" destOrd="0" presId="urn:microsoft.com/office/officeart/2005/8/layout/vProcess5"/>
    <dgm:cxn modelId="{51644788-0EB4-45F2-BA38-7057A5156C80}" type="presParOf" srcId="{AC9EF53F-D5A5-4790-85B3-86985B6F484E}" destId="{7EFE311A-ED7F-4D23-893A-6ABBAF5E1BB0}" srcOrd="5" destOrd="0" presId="urn:microsoft.com/office/officeart/2005/8/layout/vProcess5"/>
    <dgm:cxn modelId="{5D70A9A4-45EA-4C70-94A1-07EEFEBF74C3}" type="presParOf" srcId="{AC9EF53F-D5A5-4790-85B3-86985B6F484E}" destId="{65437A71-FCCE-4745-B480-0D827D3B060B}" srcOrd="6" destOrd="0" presId="urn:microsoft.com/office/officeart/2005/8/layout/vProcess5"/>
    <dgm:cxn modelId="{0F7CFD54-808E-497E-864A-DECDD5BC315C}" type="presParOf" srcId="{AC9EF53F-D5A5-4790-85B3-86985B6F484E}" destId="{CA104A61-202A-4C4E-9182-3631C6D63942}" srcOrd="7" destOrd="0" presId="urn:microsoft.com/office/officeart/2005/8/layout/vProcess5"/>
    <dgm:cxn modelId="{1DDC2FF9-1D09-4436-9416-52203063AE25}" type="presParOf" srcId="{AC9EF53F-D5A5-4790-85B3-86985B6F484E}" destId="{60711AE4-4F45-4A79-928B-B346221C3491}" srcOrd="8" destOrd="0" presId="urn:microsoft.com/office/officeart/2005/8/layout/vProcess5"/>
    <dgm:cxn modelId="{B94E7CA5-FB6A-4853-A115-AAC51BCDCC18}" type="presParOf" srcId="{AC9EF53F-D5A5-4790-85B3-86985B6F484E}" destId="{CFF3BE2B-91B5-44A1-B166-0190B96BDE38}" srcOrd="9" destOrd="0" presId="urn:microsoft.com/office/officeart/2005/8/layout/vProcess5"/>
    <dgm:cxn modelId="{828E489C-0AF5-4506-B717-04695F2F4554}" type="presParOf" srcId="{AC9EF53F-D5A5-4790-85B3-86985B6F484E}" destId="{70D6099E-3F58-42B6-A7E2-D1C521F830E5}" srcOrd="10" destOrd="0" presId="urn:microsoft.com/office/officeart/2005/8/layout/vProcess5"/>
    <dgm:cxn modelId="{38D8956E-5FCC-4C49-A747-B4951F755EB0}" type="presParOf" srcId="{AC9EF53F-D5A5-4790-85B3-86985B6F484E}" destId="{1DE33A93-2418-4F41-8FC3-F3D185FE72D2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16A0F8E-0B3C-4153-A856-62961B5B3514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FFEF07F2-B24D-44E8-83A2-478DEF4E1917}">
      <dgm:prSet custT="1"/>
      <dgm:spPr/>
      <dgm:t>
        <a:bodyPr/>
        <a:lstStyle/>
        <a:p>
          <a:r>
            <a:rPr lang="es-CR" sz="2400"/>
            <a:t>Artesanal</a:t>
          </a:r>
          <a:endParaRPr lang="en-US" sz="2400"/>
        </a:p>
      </dgm:t>
    </dgm:pt>
    <dgm:pt modelId="{FF25B3F3-6CF7-4AD9-8391-F9CA181DF642}" type="parTrans" cxnId="{F77A80FE-9B61-4F40-9722-16A0FDE4F7BB}">
      <dgm:prSet/>
      <dgm:spPr/>
      <dgm:t>
        <a:bodyPr/>
        <a:lstStyle/>
        <a:p>
          <a:endParaRPr lang="en-US" sz="2400"/>
        </a:p>
      </dgm:t>
    </dgm:pt>
    <dgm:pt modelId="{B19622DB-9E7D-4A88-B664-A37298F7F4CF}" type="sibTrans" cxnId="{F77A80FE-9B61-4F40-9722-16A0FDE4F7BB}">
      <dgm:prSet/>
      <dgm:spPr/>
      <dgm:t>
        <a:bodyPr/>
        <a:lstStyle/>
        <a:p>
          <a:endParaRPr lang="en-US" sz="2400"/>
        </a:p>
      </dgm:t>
    </dgm:pt>
    <dgm:pt modelId="{AEAFB2DB-9814-44CE-99CF-053F45278750}">
      <dgm:prSet custT="1"/>
      <dgm:spPr/>
      <dgm:t>
        <a:bodyPr/>
        <a:lstStyle/>
        <a:p>
          <a:r>
            <a:rPr lang="es-CR" sz="2400"/>
            <a:t>Industrialización</a:t>
          </a:r>
          <a:endParaRPr lang="en-US" sz="2400"/>
        </a:p>
      </dgm:t>
    </dgm:pt>
    <dgm:pt modelId="{73CB2C50-1538-401D-905D-19DD1405ED55}" type="parTrans" cxnId="{BA62BCDB-11EB-4238-80ED-F6E3D7FB4BDE}">
      <dgm:prSet/>
      <dgm:spPr/>
      <dgm:t>
        <a:bodyPr/>
        <a:lstStyle/>
        <a:p>
          <a:endParaRPr lang="en-US" sz="2400"/>
        </a:p>
      </dgm:t>
    </dgm:pt>
    <dgm:pt modelId="{4CDA561D-D338-4DEC-BA47-05EE000B7FFB}" type="sibTrans" cxnId="{BA62BCDB-11EB-4238-80ED-F6E3D7FB4BDE}">
      <dgm:prSet/>
      <dgm:spPr/>
      <dgm:t>
        <a:bodyPr/>
        <a:lstStyle/>
        <a:p>
          <a:endParaRPr lang="en-US" sz="2400"/>
        </a:p>
      </dgm:t>
    </dgm:pt>
    <dgm:pt modelId="{0CE2BCC7-63CF-4C2D-9355-54A110064FAD}">
      <dgm:prSet custT="1"/>
      <dgm:spPr/>
      <dgm:t>
        <a:bodyPr/>
        <a:lstStyle/>
        <a:p>
          <a:r>
            <a:rPr lang="es-CR" sz="2400"/>
            <a:t>Control final</a:t>
          </a:r>
          <a:endParaRPr lang="en-US" sz="2400"/>
        </a:p>
      </dgm:t>
    </dgm:pt>
    <dgm:pt modelId="{F577E497-27A0-4606-A22B-92503615AF66}" type="parTrans" cxnId="{A86DE72B-9266-445C-9DC1-3BEA9CBB4DF5}">
      <dgm:prSet/>
      <dgm:spPr/>
      <dgm:t>
        <a:bodyPr/>
        <a:lstStyle/>
        <a:p>
          <a:endParaRPr lang="en-US" sz="2400"/>
        </a:p>
      </dgm:t>
    </dgm:pt>
    <dgm:pt modelId="{B447BB4F-764D-4C3D-AA51-448D0058F15E}" type="sibTrans" cxnId="{A86DE72B-9266-445C-9DC1-3BEA9CBB4DF5}">
      <dgm:prSet/>
      <dgm:spPr/>
      <dgm:t>
        <a:bodyPr/>
        <a:lstStyle/>
        <a:p>
          <a:endParaRPr lang="en-US" sz="2400"/>
        </a:p>
      </dgm:t>
    </dgm:pt>
    <dgm:pt modelId="{2F06F4B7-4880-44CF-9CCD-C72701D02362}">
      <dgm:prSet custT="1"/>
      <dgm:spPr/>
      <dgm:t>
        <a:bodyPr/>
        <a:lstStyle/>
        <a:p>
          <a:r>
            <a:rPr lang="es-CR" sz="2400"/>
            <a:t>Control en el proceso</a:t>
          </a:r>
          <a:endParaRPr lang="en-US" sz="2400"/>
        </a:p>
      </dgm:t>
    </dgm:pt>
    <dgm:pt modelId="{BD7645A4-D3CD-4589-957E-5C5295C1E16D}" type="parTrans" cxnId="{DDE9E2ED-345D-4449-9952-4E968DBFC47F}">
      <dgm:prSet/>
      <dgm:spPr/>
      <dgm:t>
        <a:bodyPr/>
        <a:lstStyle/>
        <a:p>
          <a:endParaRPr lang="en-US" sz="2400"/>
        </a:p>
      </dgm:t>
    </dgm:pt>
    <dgm:pt modelId="{78F1F875-D5C0-429D-B02F-A90DC530B71F}" type="sibTrans" cxnId="{DDE9E2ED-345D-4449-9952-4E968DBFC47F}">
      <dgm:prSet/>
      <dgm:spPr/>
      <dgm:t>
        <a:bodyPr/>
        <a:lstStyle/>
        <a:p>
          <a:endParaRPr lang="en-US" sz="2400"/>
        </a:p>
      </dgm:t>
    </dgm:pt>
    <dgm:pt modelId="{61B8725B-6A4B-4185-996E-635DDFDDE242}">
      <dgm:prSet custT="1"/>
      <dgm:spPr/>
      <dgm:t>
        <a:bodyPr/>
        <a:lstStyle/>
        <a:p>
          <a:r>
            <a:rPr lang="es-CR" sz="2400"/>
            <a:t>Control en diseño</a:t>
          </a:r>
          <a:endParaRPr lang="en-US" sz="2400"/>
        </a:p>
      </dgm:t>
    </dgm:pt>
    <dgm:pt modelId="{BF6414A4-3286-4F1A-9DB6-73C5BDB126D2}" type="parTrans" cxnId="{669237B5-F961-477E-AAF9-937FD97754A4}">
      <dgm:prSet/>
      <dgm:spPr/>
      <dgm:t>
        <a:bodyPr/>
        <a:lstStyle/>
        <a:p>
          <a:endParaRPr lang="en-US" sz="2400"/>
        </a:p>
      </dgm:t>
    </dgm:pt>
    <dgm:pt modelId="{CCB51BF8-3954-4D35-BB52-643FF3FB5BD1}" type="sibTrans" cxnId="{669237B5-F961-477E-AAF9-937FD97754A4}">
      <dgm:prSet/>
      <dgm:spPr/>
      <dgm:t>
        <a:bodyPr/>
        <a:lstStyle/>
        <a:p>
          <a:endParaRPr lang="en-US" sz="2400"/>
        </a:p>
      </dgm:t>
    </dgm:pt>
    <dgm:pt modelId="{A82BE647-2BCF-4803-92A1-3F1B13C59763}">
      <dgm:prSet custT="1"/>
      <dgm:spPr/>
      <dgm:t>
        <a:bodyPr/>
        <a:lstStyle/>
        <a:p>
          <a:r>
            <a:rPr lang="es-CR" sz="2400"/>
            <a:t>Mejora continua</a:t>
          </a:r>
          <a:endParaRPr lang="en-US" sz="2400"/>
        </a:p>
      </dgm:t>
    </dgm:pt>
    <dgm:pt modelId="{7B53DC8B-21C3-430A-8BBB-BB96EBAF04F3}" type="parTrans" cxnId="{B70A402A-1F9F-449E-9B03-FA39092A78DE}">
      <dgm:prSet/>
      <dgm:spPr/>
      <dgm:t>
        <a:bodyPr/>
        <a:lstStyle/>
        <a:p>
          <a:endParaRPr lang="en-US" sz="2400"/>
        </a:p>
      </dgm:t>
    </dgm:pt>
    <dgm:pt modelId="{566E2042-5EB8-405C-99C9-9D905A465A36}" type="sibTrans" cxnId="{B70A402A-1F9F-449E-9B03-FA39092A78DE}">
      <dgm:prSet/>
      <dgm:spPr/>
      <dgm:t>
        <a:bodyPr/>
        <a:lstStyle/>
        <a:p>
          <a:endParaRPr lang="en-US" sz="2400"/>
        </a:p>
      </dgm:t>
    </dgm:pt>
    <dgm:pt modelId="{AD9491EE-BC48-42B8-8623-80C021A7F83B}" type="pres">
      <dgm:prSet presAssocID="{316A0F8E-0B3C-4153-A856-62961B5B3514}" presName="root" presStyleCnt="0">
        <dgm:presLayoutVars>
          <dgm:dir/>
          <dgm:resizeHandles val="exact"/>
        </dgm:presLayoutVars>
      </dgm:prSet>
      <dgm:spPr/>
    </dgm:pt>
    <dgm:pt modelId="{FA324806-3948-4126-8549-1EFA633D5755}" type="pres">
      <dgm:prSet presAssocID="{FFEF07F2-B24D-44E8-83A2-478DEF4E1917}" presName="compNode" presStyleCnt="0"/>
      <dgm:spPr/>
    </dgm:pt>
    <dgm:pt modelId="{9E1AE32E-AB0A-4464-86B2-672DDB83C842}" type="pres">
      <dgm:prSet presAssocID="{FFEF07F2-B24D-44E8-83A2-478DEF4E1917}" presName="bgRect" presStyleLbl="bgShp" presStyleIdx="0" presStyleCnt="6"/>
      <dgm:spPr/>
    </dgm:pt>
    <dgm:pt modelId="{05CC2E9A-454C-4EA4-94DD-D1289DEB372D}" type="pres">
      <dgm:prSet presAssocID="{FFEF07F2-B24D-44E8-83A2-478DEF4E1917}" presName="iconRect" presStyleLbl="node1" presStyleIdx="0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ábrica"/>
        </a:ext>
      </dgm:extLst>
    </dgm:pt>
    <dgm:pt modelId="{49DFBACF-55FF-4754-B0EE-1008C894DC4A}" type="pres">
      <dgm:prSet presAssocID="{FFEF07F2-B24D-44E8-83A2-478DEF4E1917}" presName="spaceRect" presStyleCnt="0"/>
      <dgm:spPr/>
    </dgm:pt>
    <dgm:pt modelId="{9EF80625-09A6-4F0A-9956-18AF5D745DED}" type="pres">
      <dgm:prSet presAssocID="{FFEF07F2-B24D-44E8-83A2-478DEF4E1917}" presName="parTx" presStyleLbl="revTx" presStyleIdx="0" presStyleCnt="6">
        <dgm:presLayoutVars>
          <dgm:chMax val="0"/>
          <dgm:chPref val="0"/>
        </dgm:presLayoutVars>
      </dgm:prSet>
      <dgm:spPr/>
    </dgm:pt>
    <dgm:pt modelId="{6FA482F4-81B2-4AFB-89BC-051B73771104}" type="pres">
      <dgm:prSet presAssocID="{B19622DB-9E7D-4A88-B664-A37298F7F4CF}" presName="sibTrans" presStyleCnt="0"/>
      <dgm:spPr/>
    </dgm:pt>
    <dgm:pt modelId="{CC3CA5E1-1152-4AC9-A671-5B9BDE06AC61}" type="pres">
      <dgm:prSet presAssocID="{AEAFB2DB-9814-44CE-99CF-053F45278750}" presName="compNode" presStyleCnt="0"/>
      <dgm:spPr/>
    </dgm:pt>
    <dgm:pt modelId="{19759390-10B0-40E5-AECA-ACA56E5C22FF}" type="pres">
      <dgm:prSet presAssocID="{AEAFB2DB-9814-44CE-99CF-053F45278750}" presName="bgRect" presStyleLbl="bgShp" presStyleIdx="1" presStyleCnt="6"/>
      <dgm:spPr/>
    </dgm:pt>
    <dgm:pt modelId="{46C03F0D-EE0A-4DDA-9A1F-04C7AC575B0B}" type="pres">
      <dgm:prSet presAssocID="{AEAFB2DB-9814-44CE-99CF-053F45278750}" presName="iconRect" presStyleLbl="node1" presStyleIdx="1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ngranajes"/>
        </a:ext>
      </dgm:extLst>
    </dgm:pt>
    <dgm:pt modelId="{5E135923-86FC-40D7-B970-5C65636A27B6}" type="pres">
      <dgm:prSet presAssocID="{AEAFB2DB-9814-44CE-99CF-053F45278750}" presName="spaceRect" presStyleCnt="0"/>
      <dgm:spPr/>
    </dgm:pt>
    <dgm:pt modelId="{0DAC7D41-2F1D-4CEA-A4EC-4D4C0EB66484}" type="pres">
      <dgm:prSet presAssocID="{AEAFB2DB-9814-44CE-99CF-053F45278750}" presName="parTx" presStyleLbl="revTx" presStyleIdx="1" presStyleCnt="6">
        <dgm:presLayoutVars>
          <dgm:chMax val="0"/>
          <dgm:chPref val="0"/>
        </dgm:presLayoutVars>
      </dgm:prSet>
      <dgm:spPr/>
    </dgm:pt>
    <dgm:pt modelId="{A1C7CE76-88ED-4BD4-85B4-93AA17A0D145}" type="pres">
      <dgm:prSet presAssocID="{4CDA561D-D338-4DEC-BA47-05EE000B7FFB}" presName="sibTrans" presStyleCnt="0"/>
      <dgm:spPr/>
    </dgm:pt>
    <dgm:pt modelId="{0F273F75-514D-4DCC-A601-809D56C3C58A}" type="pres">
      <dgm:prSet presAssocID="{0CE2BCC7-63CF-4C2D-9355-54A110064FAD}" presName="compNode" presStyleCnt="0"/>
      <dgm:spPr/>
    </dgm:pt>
    <dgm:pt modelId="{7A138571-410E-42E3-8CF8-289544D2E461}" type="pres">
      <dgm:prSet presAssocID="{0CE2BCC7-63CF-4C2D-9355-54A110064FAD}" presName="bgRect" presStyleLbl="bgShp" presStyleIdx="2" presStyleCnt="6"/>
      <dgm:spPr/>
    </dgm:pt>
    <dgm:pt modelId="{526E4507-2784-4E2E-ABDB-EF7270A0907B}" type="pres">
      <dgm:prSet presAssocID="{0CE2BCC7-63CF-4C2D-9355-54A110064FAD}" presName="iconRect" presStyleLbl="node1" presStyleIdx="2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rofeo"/>
        </a:ext>
      </dgm:extLst>
    </dgm:pt>
    <dgm:pt modelId="{E49413C6-95D6-470C-93FC-EDE02D39BAEC}" type="pres">
      <dgm:prSet presAssocID="{0CE2BCC7-63CF-4C2D-9355-54A110064FAD}" presName="spaceRect" presStyleCnt="0"/>
      <dgm:spPr/>
    </dgm:pt>
    <dgm:pt modelId="{32517815-0B3D-4400-8EE8-F8771D085BD2}" type="pres">
      <dgm:prSet presAssocID="{0CE2BCC7-63CF-4C2D-9355-54A110064FAD}" presName="parTx" presStyleLbl="revTx" presStyleIdx="2" presStyleCnt="6">
        <dgm:presLayoutVars>
          <dgm:chMax val="0"/>
          <dgm:chPref val="0"/>
        </dgm:presLayoutVars>
      </dgm:prSet>
      <dgm:spPr/>
    </dgm:pt>
    <dgm:pt modelId="{DDB6874A-E5E3-4474-88DA-2387B52A509B}" type="pres">
      <dgm:prSet presAssocID="{B447BB4F-764D-4C3D-AA51-448D0058F15E}" presName="sibTrans" presStyleCnt="0"/>
      <dgm:spPr/>
    </dgm:pt>
    <dgm:pt modelId="{FA355264-A849-47E5-8A88-7BE92244D655}" type="pres">
      <dgm:prSet presAssocID="{2F06F4B7-4880-44CF-9CCD-C72701D02362}" presName="compNode" presStyleCnt="0"/>
      <dgm:spPr/>
    </dgm:pt>
    <dgm:pt modelId="{9A75C388-5329-4CA2-890D-DD1D50E15CFE}" type="pres">
      <dgm:prSet presAssocID="{2F06F4B7-4880-44CF-9CCD-C72701D02362}" presName="bgRect" presStyleLbl="bgShp" presStyleIdx="3" presStyleCnt="6"/>
      <dgm:spPr/>
    </dgm:pt>
    <dgm:pt modelId="{E21739C8-3B2E-4392-9633-56DC0584B167}" type="pres">
      <dgm:prSet presAssocID="{2F06F4B7-4880-44CF-9CCD-C72701D02362}" presName="iconRect" presStyleLbl="node1" presStyleIdx="3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sta de comprobación"/>
        </a:ext>
      </dgm:extLst>
    </dgm:pt>
    <dgm:pt modelId="{3A7341FC-159E-4B76-BF7C-6D367B78F4D6}" type="pres">
      <dgm:prSet presAssocID="{2F06F4B7-4880-44CF-9CCD-C72701D02362}" presName="spaceRect" presStyleCnt="0"/>
      <dgm:spPr/>
    </dgm:pt>
    <dgm:pt modelId="{F59C2858-FD31-45ED-BA57-E7EAB7F19F89}" type="pres">
      <dgm:prSet presAssocID="{2F06F4B7-4880-44CF-9CCD-C72701D02362}" presName="parTx" presStyleLbl="revTx" presStyleIdx="3" presStyleCnt="6">
        <dgm:presLayoutVars>
          <dgm:chMax val="0"/>
          <dgm:chPref val="0"/>
        </dgm:presLayoutVars>
      </dgm:prSet>
      <dgm:spPr/>
    </dgm:pt>
    <dgm:pt modelId="{092072AB-12AF-4029-A25C-C2872C84FABF}" type="pres">
      <dgm:prSet presAssocID="{78F1F875-D5C0-429D-B02F-A90DC530B71F}" presName="sibTrans" presStyleCnt="0"/>
      <dgm:spPr/>
    </dgm:pt>
    <dgm:pt modelId="{74694C8C-CA39-4FE4-AAA9-5CB8031BB016}" type="pres">
      <dgm:prSet presAssocID="{61B8725B-6A4B-4185-996E-635DDFDDE242}" presName="compNode" presStyleCnt="0"/>
      <dgm:spPr/>
    </dgm:pt>
    <dgm:pt modelId="{98A5D22F-8F58-4C83-B6B1-72E4963AC87B}" type="pres">
      <dgm:prSet presAssocID="{61B8725B-6A4B-4185-996E-635DDFDDE242}" presName="bgRect" presStyleLbl="bgShp" presStyleIdx="4" presStyleCnt="6"/>
      <dgm:spPr/>
    </dgm:pt>
    <dgm:pt modelId="{C45FCD49-8E96-44E0-BC44-43AC9F7107F5}" type="pres">
      <dgm:prSet presAssocID="{61B8725B-6A4B-4185-996E-635DDFDDE242}" presName="iconRect" presStyleLbl="node1" presStyleIdx="4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rdenador"/>
        </a:ext>
      </dgm:extLst>
    </dgm:pt>
    <dgm:pt modelId="{64F383D8-A68A-437B-A965-D38A8CE7BDD9}" type="pres">
      <dgm:prSet presAssocID="{61B8725B-6A4B-4185-996E-635DDFDDE242}" presName="spaceRect" presStyleCnt="0"/>
      <dgm:spPr/>
    </dgm:pt>
    <dgm:pt modelId="{9BA108D3-4B98-4FB4-BDCA-D9AA4108BFC6}" type="pres">
      <dgm:prSet presAssocID="{61B8725B-6A4B-4185-996E-635DDFDDE242}" presName="parTx" presStyleLbl="revTx" presStyleIdx="4" presStyleCnt="6">
        <dgm:presLayoutVars>
          <dgm:chMax val="0"/>
          <dgm:chPref val="0"/>
        </dgm:presLayoutVars>
      </dgm:prSet>
      <dgm:spPr/>
    </dgm:pt>
    <dgm:pt modelId="{C248434B-3F44-46B9-A840-D1B11F9F6F88}" type="pres">
      <dgm:prSet presAssocID="{CCB51BF8-3954-4D35-BB52-643FF3FB5BD1}" presName="sibTrans" presStyleCnt="0"/>
      <dgm:spPr/>
    </dgm:pt>
    <dgm:pt modelId="{E8949FF6-BA02-4EAF-A1FC-90006088EC8D}" type="pres">
      <dgm:prSet presAssocID="{A82BE647-2BCF-4803-92A1-3F1B13C59763}" presName="compNode" presStyleCnt="0"/>
      <dgm:spPr/>
    </dgm:pt>
    <dgm:pt modelId="{1C873AB9-3A8D-49CF-B67E-E117B4F489EC}" type="pres">
      <dgm:prSet presAssocID="{A82BE647-2BCF-4803-92A1-3F1B13C59763}" presName="bgRect" presStyleLbl="bgShp" presStyleIdx="5" presStyleCnt="6"/>
      <dgm:spPr/>
    </dgm:pt>
    <dgm:pt modelId="{B887CE0B-7344-4E2D-8A89-801F58670D3E}" type="pres">
      <dgm:prSet presAssocID="{A82BE647-2BCF-4803-92A1-3F1B13C59763}" presName="iconRect" presStyleLbl="node1" presStyleIdx="5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1FB983B1-80F4-4F9E-8D57-EECA137B68FE}" type="pres">
      <dgm:prSet presAssocID="{A82BE647-2BCF-4803-92A1-3F1B13C59763}" presName="spaceRect" presStyleCnt="0"/>
      <dgm:spPr/>
    </dgm:pt>
    <dgm:pt modelId="{F63028E1-3774-4093-AB63-4F3614E5EB7B}" type="pres">
      <dgm:prSet presAssocID="{A82BE647-2BCF-4803-92A1-3F1B13C59763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C8C96D10-07D6-448B-ACE2-31189F96ECA5}" type="presOf" srcId="{A82BE647-2BCF-4803-92A1-3F1B13C59763}" destId="{F63028E1-3774-4093-AB63-4F3614E5EB7B}" srcOrd="0" destOrd="0" presId="urn:microsoft.com/office/officeart/2018/2/layout/IconVerticalSolidList"/>
    <dgm:cxn modelId="{9A549113-B8BE-437C-B95D-4291D36AEEEA}" type="presOf" srcId="{FFEF07F2-B24D-44E8-83A2-478DEF4E1917}" destId="{9EF80625-09A6-4F0A-9956-18AF5D745DED}" srcOrd="0" destOrd="0" presId="urn:microsoft.com/office/officeart/2018/2/layout/IconVerticalSolidList"/>
    <dgm:cxn modelId="{B70A402A-1F9F-449E-9B03-FA39092A78DE}" srcId="{316A0F8E-0B3C-4153-A856-62961B5B3514}" destId="{A82BE647-2BCF-4803-92A1-3F1B13C59763}" srcOrd="5" destOrd="0" parTransId="{7B53DC8B-21C3-430A-8BBB-BB96EBAF04F3}" sibTransId="{566E2042-5EB8-405C-99C9-9D905A465A36}"/>
    <dgm:cxn modelId="{A86DE72B-9266-445C-9DC1-3BEA9CBB4DF5}" srcId="{316A0F8E-0B3C-4153-A856-62961B5B3514}" destId="{0CE2BCC7-63CF-4C2D-9355-54A110064FAD}" srcOrd="2" destOrd="0" parTransId="{F577E497-27A0-4606-A22B-92503615AF66}" sibTransId="{B447BB4F-764D-4C3D-AA51-448D0058F15E}"/>
    <dgm:cxn modelId="{9CCB6467-4903-4698-98D4-6B584B477AAE}" type="presOf" srcId="{316A0F8E-0B3C-4153-A856-62961B5B3514}" destId="{AD9491EE-BC48-42B8-8623-80C021A7F83B}" srcOrd="0" destOrd="0" presId="urn:microsoft.com/office/officeart/2018/2/layout/IconVerticalSolidList"/>
    <dgm:cxn modelId="{A47AAD7C-9732-4944-BDCC-98E574347549}" type="presOf" srcId="{0CE2BCC7-63CF-4C2D-9355-54A110064FAD}" destId="{32517815-0B3D-4400-8EE8-F8771D085BD2}" srcOrd="0" destOrd="0" presId="urn:microsoft.com/office/officeart/2018/2/layout/IconVerticalSolidList"/>
    <dgm:cxn modelId="{669237B5-F961-477E-AAF9-937FD97754A4}" srcId="{316A0F8E-0B3C-4153-A856-62961B5B3514}" destId="{61B8725B-6A4B-4185-996E-635DDFDDE242}" srcOrd="4" destOrd="0" parTransId="{BF6414A4-3286-4F1A-9DB6-73C5BDB126D2}" sibTransId="{CCB51BF8-3954-4D35-BB52-643FF3FB5BD1}"/>
    <dgm:cxn modelId="{BA62BCDB-11EB-4238-80ED-F6E3D7FB4BDE}" srcId="{316A0F8E-0B3C-4153-A856-62961B5B3514}" destId="{AEAFB2DB-9814-44CE-99CF-053F45278750}" srcOrd="1" destOrd="0" parTransId="{73CB2C50-1538-401D-905D-19DD1405ED55}" sibTransId="{4CDA561D-D338-4DEC-BA47-05EE000B7FFB}"/>
    <dgm:cxn modelId="{A0CD75EC-0C9E-4FB4-84D4-F14BCE7D455E}" type="presOf" srcId="{AEAFB2DB-9814-44CE-99CF-053F45278750}" destId="{0DAC7D41-2F1D-4CEA-A4EC-4D4C0EB66484}" srcOrd="0" destOrd="0" presId="urn:microsoft.com/office/officeart/2018/2/layout/IconVerticalSolidList"/>
    <dgm:cxn modelId="{DDE9E2ED-345D-4449-9952-4E968DBFC47F}" srcId="{316A0F8E-0B3C-4153-A856-62961B5B3514}" destId="{2F06F4B7-4880-44CF-9CCD-C72701D02362}" srcOrd="3" destOrd="0" parTransId="{BD7645A4-D3CD-4589-957E-5C5295C1E16D}" sibTransId="{78F1F875-D5C0-429D-B02F-A90DC530B71F}"/>
    <dgm:cxn modelId="{8D2F91F2-88F5-4762-8560-47535AB15571}" type="presOf" srcId="{61B8725B-6A4B-4185-996E-635DDFDDE242}" destId="{9BA108D3-4B98-4FB4-BDCA-D9AA4108BFC6}" srcOrd="0" destOrd="0" presId="urn:microsoft.com/office/officeart/2018/2/layout/IconVerticalSolidList"/>
    <dgm:cxn modelId="{F70F3DF4-1BD7-4A29-87F7-2B12FC61C2F8}" type="presOf" srcId="{2F06F4B7-4880-44CF-9CCD-C72701D02362}" destId="{F59C2858-FD31-45ED-BA57-E7EAB7F19F89}" srcOrd="0" destOrd="0" presId="urn:microsoft.com/office/officeart/2018/2/layout/IconVerticalSolidList"/>
    <dgm:cxn modelId="{F77A80FE-9B61-4F40-9722-16A0FDE4F7BB}" srcId="{316A0F8E-0B3C-4153-A856-62961B5B3514}" destId="{FFEF07F2-B24D-44E8-83A2-478DEF4E1917}" srcOrd="0" destOrd="0" parTransId="{FF25B3F3-6CF7-4AD9-8391-F9CA181DF642}" sibTransId="{B19622DB-9E7D-4A88-B664-A37298F7F4CF}"/>
    <dgm:cxn modelId="{022DF22C-DC80-4806-82CF-FA9FA69EF82D}" type="presParOf" srcId="{AD9491EE-BC48-42B8-8623-80C021A7F83B}" destId="{FA324806-3948-4126-8549-1EFA633D5755}" srcOrd="0" destOrd="0" presId="urn:microsoft.com/office/officeart/2018/2/layout/IconVerticalSolidList"/>
    <dgm:cxn modelId="{B2A65D7B-3015-45A7-A107-32B4E8B821A7}" type="presParOf" srcId="{FA324806-3948-4126-8549-1EFA633D5755}" destId="{9E1AE32E-AB0A-4464-86B2-672DDB83C842}" srcOrd="0" destOrd="0" presId="urn:microsoft.com/office/officeart/2018/2/layout/IconVerticalSolidList"/>
    <dgm:cxn modelId="{047294A1-B13D-42D4-B853-2FADB8EB80A5}" type="presParOf" srcId="{FA324806-3948-4126-8549-1EFA633D5755}" destId="{05CC2E9A-454C-4EA4-94DD-D1289DEB372D}" srcOrd="1" destOrd="0" presId="urn:microsoft.com/office/officeart/2018/2/layout/IconVerticalSolidList"/>
    <dgm:cxn modelId="{95814B09-AD07-4BEF-93EF-4E6507E94F6C}" type="presParOf" srcId="{FA324806-3948-4126-8549-1EFA633D5755}" destId="{49DFBACF-55FF-4754-B0EE-1008C894DC4A}" srcOrd="2" destOrd="0" presId="urn:microsoft.com/office/officeart/2018/2/layout/IconVerticalSolidList"/>
    <dgm:cxn modelId="{47B8BFFF-2A2E-447F-9726-69A9064BA4F4}" type="presParOf" srcId="{FA324806-3948-4126-8549-1EFA633D5755}" destId="{9EF80625-09A6-4F0A-9956-18AF5D745DED}" srcOrd="3" destOrd="0" presId="urn:microsoft.com/office/officeart/2018/2/layout/IconVerticalSolidList"/>
    <dgm:cxn modelId="{ACBF2692-7D56-4C6A-AE59-CB0B3056C0DA}" type="presParOf" srcId="{AD9491EE-BC48-42B8-8623-80C021A7F83B}" destId="{6FA482F4-81B2-4AFB-89BC-051B73771104}" srcOrd="1" destOrd="0" presId="urn:microsoft.com/office/officeart/2018/2/layout/IconVerticalSolidList"/>
    <dgm:cxn modelId="{E762412D-EFC9-437B-B728-62FD9191D768}" type="presParOf" srcId="{AD9491EE-BC48-42B8-8623-80C021A7F83B}" destId="{CC3CA5E1-1152-4AC9-A671-5B9BDE06AC61}" srcOrd="2" destOrd="0" presId="urn:microsoft.com/office/officeart/2018/2/layout/IconVerticalSolidList"/>
    <dgm:cxn modelId="{AA3DEC23-4101-44B8-9703-026C4005D091}" type="presParOf" srcId="{CC3CA5E1-1152-4AC9-A671-5B9BDE06AC61}" destId="{19759390-10B0-40E5-AECA-ACA56E5C22FF}" srcOrd="0" destOrd="0" presId="urn:microsoft.com/office/officeart/2018/2/layout/IconVerticalSolidList"/>
    <dgm:cxn modelId="{EF48362F-7236-4FC6-9731-53AB43107EB4}" type="presParOf" srcId="{CC3CA5E1-1152-4AC9-A671-5B9BDE06AC61}" destId="{46C03F0D-EE0A-4DDA-9A1F-04C7AC575B0B}" srcOrd="1" destOrd="0" presId="urn:microsoft.com/office/officeart/2018/2/layout/IconVerticalSolidList"/>
    <dgm:cxn modelId="{B9F825F9-AAF0-45CD-A88D-9C25FE5ADFCE}" type="presParOf" srcId="{CC3CA5E1-1152-4AC9-A671-5B9BDE06AC61}" destId="{5E135923-86FC-40D7-B970-5C65636A27B6}" srcOrd="2" destOrd="0" presId="urn:microsoft.com/office/officeart/2018/2/layout/IconVerticalSolidList"/>
    <dgm:cxn modelId="{83F69443-D927-4AB9-B725-D8A7E65CE69A}" type="presParOf" srcId="{CC3CA5E1-1152-4AC9-A671-5B9BDE06AC61}" destId="{0DAC7D41-2F1D-4CEA-A4EC-4D4C0EB66484}" srcOrd="3" destOrd="0" presId="urn:microsoft.com/office/officeart/2018/2/layout/IconVerticalSolidList"/>
    <dgm:cxn modelId="{53E2B4C7-675C-48F3-BFE4-E7FB5EF88BB1}" type="presParOf" srcId="{AD9491EE-BC48-42B8-8623-80C021A7F83B}" destId="{A1C7CE76-88ED-4BD4-85B4-93AA17A0D145}" srcOrd="3" destOrd="0" presId="urn:microsoft.com/office/officeart/2018/2/layout/IconVerticalSolidList"/>
    <dgm:cxn modelId="{A6A816EF-58BF-4DDB-B082-552F3CBF9E78}" type="presParOf" srcId="{AD9491EE-BC48-42B8-8623-80C021A7F83B}" destId="{0F273F75-514D-4DCC-A601-809D56C3C58A}" srcOrd="4" destOrd="0" presId="urn:microsoft.com/office/officeart/2018/2/layout/IconVerticalSolidList"/>
    <dgm:cxn modelId="{F113D8A9-061A-497C-B4FD-157BA3AEA2CE}" type="presParOf" srcId="{0F273F75-514D-4DCC-A601-809D56C3C58A}" destId="{7A138571-410E-42E3-8CF8-289544D2E461}" srcOrd="0" destOrd="0" presId="urn:microsoft.com/office/officeart/2018/2/layout/IconVerticalSolidList"/>
    <dgm:cxn modelId="{D38C6269-1C51-444B-999A-82F314CB7365}" type="presParOf" srcId="{0F273F75-514D-4DCC-A601-809D56C3C58A}" destId="{526E4507-2784-4E2E-ABDB-EF7270A0907B}" srcOrd="1" destOrd="0" presId="urn:microsoft.com/office/officeart/2018/2/layout/IconVerticalSolidList"/>
    <dgm:cxn modelId="{A9DD748D-782F-45D7-92F8-5AF470108CEF}" type="presParOf" srcId="{0F273F75-514D-4DCC-A601-809D56C3C58A}" destId="{E49413C6-95D6-470C-93FC-EDE02D39BAEC}" srcOrd="2" destOrd="0" presId="urn:microsoft.com/office/officeart/2018/2/layout/IconVerticalSolidList"/>
    <dgm:cxn modelId="{3B207046-AA28-4B93-9CC5-0C6A8642B8A7}" type="presParOf" srcId="{0F273F75-514D-4DCC-A601-809D56C3C58A}" destId="{32517815-0B3D-4400-8EE8-F8771D085BD2}" srcOrd="3" destOrd="0" presId="urn:microsoft.com/office/officeart/2018/2/layout/IconVerticalSolidList"/>
    <dgm:cxn modelId="{16ABBC94-4482-469C-8406-AD6DC0E585F9}" type="presParOf" srcId="{AD9491EE-BC48-42B8-8623-80C021A7F83B}" destId="{DDB6874A-E5E3-4474-88DA-2387B52A509B}" srcOrd="5" destOrd="0" presId="urn:microsoft.com/office/officeart/2018/2/layout/IconVerticalSolidList"/>
    <dgm:cxn modelId="{DA37B9F0-16A2-40A6-A164-DDDC827704F1}" type="presParOf" srcId="{AD9491EE-BC48-42B8-8623-80C021A7F83B}" destId="{FA355264-A849-47E5-8A88-7BE92244D655}" srcOrd="6" destOrd="0" presId="urn:microsoft.com/office/officeart/2018/2/layout/IconVerticalSolidList"/>
    <dgm:cxn modelId="{798912E2-BAD1-4336-99AD-BECADF751188}" type="presParOf" srcId="{FA355264-A849-47E5-8A88-7BE92244D655}" destId="{9A75C388-5329-4CA2-890D-DD1D50E15CFE}" srcOrd="0" destOrd="0" presId="urn:microsoft.com/office/officeart/2018/2/layout/IconVerticalSolidList"/>
    <dgm:cxn modelId="{7E172151-5BBF-4D63-A705-D3BC77C76155}" type="presParOf" srcId="{FA355264-A849-47E5-8A88-7BE92244D655}" destId="{E21739C8-3B2E-4392-9633-56DC0584B167}" srcOrd="1" destOrd="0" presId="urn:microsoft.com/office/officeart/2018/2/layout/IconVerticalSolidList"/>
    <dgm:cxn modelId="{54E1349D-4C55-4640-9323-8544CA7D35C8}" type="presParOf" srcId="{FA355264-A849-47E5-8A88-7BE92244D655}" destId="{3A7341FC-159E-4B76-BF7C-6D367B78F4D6}" srcOrd="2" destOrd="0" presId="urn:microsoft.com/office/officeart/2018/2/layout/IconVerticalSolidList"/>
    <dgm:cxn modelId="{A6E505EB-D282-4B38-86C3-0AC189161119}" type="presParOf" srcId="{FA355264-A849-47E5-8A88-7BE92244D655}" destId="{F59C2858-FD31-45ED-BA57-E7EAB7F19F89}" srcOrd="3" destOrd="0" presId="urn:microsoft.com/office/officeart/2018/2/layout/IconVerticalSolidList"/>
    <dgm:cxn modelId="{3439E8C1-C27A-4B86-8734-A9583BE2D77B}" type="presParOf" srcId="{AD9491EE-BC48-42B8-8623-80C021A7F83B}" destId="{092072AB-12AF-4029-A25C-C2872C84FABF}" srcOrd="7" destOrd="0" presId="urn:microsoft.com/office/officeart/2018/2/layout/IconVerticalSolidList"/>
    <dgm:cxn modelId="{23BF4C12-B441-4B89-9EB9-CAB98B486FF6}" type="presParOf" srcId="{AD9491EE-BC48-42B8-8623-80C021A7F83B}" destId="{74694C8C-CA39-4FE4-AAA9-5CB8031BB016}" srcOrd="8" destOrd="0" presId="urn:microsoft.com/office/officeart/2018/2/layout/IconVerticalSolidList"/>
    <dgm:cxn modelId="{F76C8242-58C6-42C6-B676-FF3210DBC13B}" type="presParOf" srcId="{74694C8C-CA39-4FE4-AAA9-5CB8031BB016}" destId="{98A5D22F-8F58-4C83-B6B1-72E4963AC87B}" srcOrd="0" destOrd="0" presId="urn:microsoft.com/office/officeart/2018/2/layout/IconVerticalSolidList"/>
    <dgm:cxn modelId="{A1363532-22D2-404C-8723-C7D871685376}" type="presParOf" srcId="{74694C8C-CA39-4FE4-AAA9-5CB8031BB016}" destId="{C45FCD49-8E96-44E0-BC44-43AC9F7107F5}" srcOrd="1" destOrd="0" presId="urn:microsoft.com/office/officeart/2018/2/layout/IconVerticalSolidList"/>
    <dgm:cxn modelId="{3576436B-F5E8-4310-95E2-298377C416DA}" type="presParOf" srcId="{74694C8C-CA39-4FE4-AAA9-5CB8031BB016}" destId="{64F383D8-A68A-437B-A965-D38A8CE7BDD9}" srcOrd="2" destOrd="0" presId="urn:microsoft.com/office/officeart/2018/2/layout/IconVerticalSolidList"/>
    <dgm:cxn modelId="{D0F9F840-5495-4DDD-A56F-D4F5FC0C5B86}" type="presParOf" srcId="{74694C8C-CA39-4FE4-AAA9-5CB8031BB016}" destId="{9BA108D3-4B98-4FB4-BDCA-D9AA4108BFC6}" srcOrd="3" destOrd="0" presId="urn:microsoft.com/office/officeart/2018/2/layout/IconVerticalSolidList"/>
    <dgm:cxn modelId="{EC14B241-A4ED-4275-9A27-C54E7CBC1261}" type="presParOf" srcId="{AD9491EE-BC48-42B8-8623-80C021A7F83B}" destId="{C248434B-3F44-46B9-A840-D1B11F9F6F88}" srcOrd="9" destOrd="0" presId="urn:microsoft.com/office/officeart/2018/2/layout/IconVerticalSolidList"/>
    <dgm:cxn modelId="{B1C39561-B0D8-454C-9FE3-E65E07932103}" type="presParOf" srcId="{AD9491EE-BC48-42B8-8623-80C021A7F83B}" destId="{E8949FF6-BA02-4EAF-A1FC-90006088EC8D}" srcOrd="10" destOrd="0" presId="urn:microsoft.com/office/officeart/2018/2/layout/IconVerticalSolidList"/>
    <dgm:cxn modelId="{B47C0196-2B5E-441A-A7A8-674F85571745}" type="presParOf" srcId="{E8949FF6-BA02-4EAF-A1FC-90006088EC8D}" destId="{1C873AB9-3A8D-49CF-B67E-E117B4F489EC}" srcOrd="0" destOrd="0" presId="urn:microsoft.com/office/officeart/2018/2/layout/IconVerticalSolidList"/>
    <dgm:cxn modelId="{EF344C75-1597-4ADA-B8A8-F3D367BEAFC9}" type="presParOf" srcId="{E8949FF6-BA02-4EAF-A1FC-90006088EC8D}" destId="{B887CE0B-7344-4E2D-8A89-801F58670D3E}" srcOrd="1" destOrd="0" presId="urn:microsoft.com/office/officeart/2018/2/layout/IconVerticalSolidList"/>
    <dgm:cxn modelId="{A53A298F-A1CB-4478-A9BF-8FFE8EFA9B20}" type="presParOf" srcId="{E8949FF6-BA02-4EAF-A1FC-90006088EC8D}" destId="{1FB983B1-80F4-4F9E-8D57-EECA137B68FE}" srcOrd="2" destOrd="0" presId="urn:microsoft.com/office/officeart/2018/2/layout/IconVerticalSolidList"/>
    <dgm:cxn modelId="{15692A6E-A119-4A1C-8225-DCCDEE62FE1A}" type="presParOf" srcId="{E8949FF6-BA02-4EAF-A1FC-90006088EC8D}" destId="{F63028E1-3774-4093-AB63-4F3614E5EB7B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16A0F8E-0B3C-4153-A856-62961B5B3514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FFEF07F2-B24D-44E8-83A2-478DEF4E1917}">
      <dgm:prSet custT="1"/>
      <dgm:spPr/>
      <dgm:t>
        <a:bodyPr/>
        <a:lstStyle/>
        <a:p>
          <a:r>
            <a:rPr lang="es-CR" sz="2400"/>
            <a:t>Artesanal</a:t>
          </a:r>
          <a:endParaRPr lang="en-US" sz="2400"/>
        </a:p>
      </dgm:t>
    </dgm:pt>
    <dgm:pt modelId="{FF25B3F3-6CF7-4AD9-8391-F9CA181DF642}" type="parTrans" cxnId="{F77A80FE-9B61-4F40-9722-16A0FDE4F7BB}">
      <dgm:prSet/>
      <dgm:spPr/>
      <dgm:t>
        <a:bodyPr/>
        <a:lstStyle/>
        <a:p>
          <a:endParaRPr lang="en-US" sz="2400"/>
        </a:p>
      </dgm:t>
    </dgm:pt>
    <dgm:pt modelId="{B19622DB-9E7D-4A88-B664-A37298F7F4CF}" type="sibTrans" cxnId="{F77A80FE-9B61-4F40-9722-16A0FDE4F7BB}">
      <dgm:prSet/>
      <dgm:spPr/>
      <dgm:t>
        <a:bodyPr/>
        <a:lstStyle/>
        <a:p>
          <a:endParaRPr lang="en-US" sz="2400"/>
        </a:p>
      </dgm:t>
    </dgm:pt>
    <dgm:pt modelId="{AEAFB2DB-9814-44CE-99CF-053F45278750}">
      <dgm:prSet custT="1"/>
      <dgm:spPr/>
      <dgm:t>
        <a:bodyPr/>
        <a:lstStyle/>
        <a:p>
          <a:r>
            <a:rPr lang="es-CR" sz="2400"/>
            <a:t>Industrialización</a:t>
          </a:r>
          <a:endParaRPr lang="en-US" sz="2400"/>
        </a:p>
      </dgm:t>
    </dgm:pt>
    <dgm:pt modelId="{73CB2C50-1538-401D-905D-19DD1405ED55}" type="parTrans" cxnId="{BA62BCDB-11EB-4238-80ED-F6E3D7FB4BDE}">
      <dgm:prSet/>
      <dgm:spPr/>
      <dgm:t>
        <a:bodyPr/>
        <a:lstStyle/>
        <a:p>
          <a:endParaRPr lang="en-US" sz="2400"/>
        </a:p>
      </dgm:t>
    </dgm:pt>
    <dgm:pt modelId="{4CDA561D-D338-4DEC-BA47-05EE000B7FFB}" type="sibTrans" cxnId="{BA62BCDB-11EB-4238-80ED-F6E3D7FB4BDE}">
      <dgm:prSet/>
      <dgm:spPr/>
      <dgm:t>
        <a:bodyPr/>
        <a:lstStyle/>
        <a:p>
          <a:endParaRPr lang="en-US" sz="2400"/>
        </a:p>
      </dgm:t>
    </dgm:pt>
    <dgm:pt modelId="{0CE2BCC7-63CF-4C2D-9355-54A110064FAD}">
      <dgm:prSet custT="1"/>
      <dgm:spPr/>
      <dgm:t>
        <a:bodyPr/>
        <a:lstStyle/>
        <a:p>
          <a:r>
            <a:rPr lang="es-CR" sz="2400"/>
            <a:t>Control final</a:t>
          </a:r>
          <a:endParaRPr lang="en-US" sz="2400"/>
        </a:p>
      </dgm:t>
    </dgm:pt>
    <dgm:pt modelId="{F577E497-27A0-4606-A22B-92503615AF66}" type="parTrans" cxnId="{A86DE72B-9266-445C-9DC1-3BEA9CBB4DF5}">
      <dgm:prSet/>
      <dgm:spPr/>
      <dgm:t>
        <a:bodyPr/>
        <a:lstStyle/>
        <a:p>
          <a:endParaRPr lang="en-US" sz="2400"/>
        </a:p>
      </dgm:t>
    </dgm:pt>
    <dgm:pt modelId="{B447BB4F-764D-4C3D-AA51-448D0058F15E}" type="sibTrans" cxnId="{A86DE72B-9266-445C-9DC1-3BEA9CBB4DF5}">
      <dgm:prSet/>
      <dgm:spPr/>
      <dgm:t>
        <a:bodyPr/>
        <a:lstStyle/>
        <a:p>
          <a:endParaRPr lang="en-US" sz="2400"/>
        </a:p>
      </dgm:t>
    </dgm:pt>
    <dgm:pt modelId="{2F06F4B7-4880-44CF-9CCD-C72701D02362}">
      <dgm:prSet custT="1"/>
      <dgm:spPr/>
      <dgm:t>
        <a:bodyPr/>
        <a:lstStyle/>
        <a:p>
          <a:r>
            <a:rPr lang="es-CR" sz="2400"/>
            <a:t>Control en el proceso</a:t>
          </a:r>
          <a:endParaRPr lang="en-US" sz="2400"/>
        </a:p>
      </dgm:t>
    </dgm:pt>
    <dgm:pt modelId="{BD7645A4-D3CD-4589-957E-5C5295C1E16D}" type="parTrans" cxnId="{DDE9E2ED-345D-4449-9952-4E968DBFC47F}">
      <dgm:prSet/>
      <dgm:spPr/>
      <dgm:t>
        <a:bodyPr/>
        <a:lstStyle/>
        <a:p>
          <a:endParaRPr lang="en-US" sz="2400"/>
        </a:p>
      </dgm:t>
    </dgm:pt>
    <dgm:pt modelId="{78F1F875-D5C0-429D-B02F-A90DC530B71F}" type="sibTrans" cxnId="{DDE9E2ED-345D-4449-9952-4E968DBFC47F}">
      <dgm:prSet/>
      <dgm:spPr/>
      <dgm:t>
        <a:bodyPr/>
        <a:lstStyle/>
        <a:p>
          <a:endParaRPr lang="en-US" sz="2400"/>
        </a:p>
      </dgm:t>
    </dgm:pt>
    <dgm:pt modelId="{61B8725B-6A4B-4185-996E-635DDFDDE242}">
      <dgm:prSet custT="1"/>
      <dgm:spPr/>
      <dgm:t>
        <a:bodyPr/>
        <a:lstStyle/>
        <a:p>
          <a:r>
            <a:rPr lang="es-CR" sz="2400"/>
            <a:t>Control en diseño</a:t>
          </a:r>
          <a:endParaRPr lang="en-US" sz="2400"/>
        </a:p>
      </dgm:t>
    </dgm:pt>
    <dgm:pt modelId="{BF6414A4-3286-4F1A-9DB6-73C5BDB126D2}" type="parTrans" cxnId="{669237B5-F961-477E-AAF9-937FD97754A4}">
      <dgm:prSet/>
      <dgm:spPr/>
      <dgm:t>
        <a:bodyPr/>
        <a:lstStyle/>
        <a:p>
          <a:endParaRPr lang="en-US" sz="2400"/>
        </a:p>
      </dgm:t>
    </dgm:pt>
    <dgm:pt modelId="{CCB51BF8-3954-4D35-BB52-643FF3FB5BD1}" type="sibTrans" cxnId="{669237B5-F961-477E-AAF9-937FD97754A4}">
      <dgm:prSet/>
      <dgm:spPr/>
      <dgm:t>
        <a:bodyPr/>
        <a:lstStyle/>
        <a:p>
          <a:endParaRPr lang="en-US" sz="2400"/>
        </a:p>
      </dgm:t>
    </dgm:pt>
    <dgm:pt modelId="{A82BE647-2BCF-4803-92A1-3F1B13C59763}">
      <dgm:prSet custT="1"/>
      <dgm:spPr/>
      <dgm:t>
        <a:bodyPr/>
        <a:lstStyle/>
        <a:p>
          <a:r>
            <a:rPr lang="es-CR" sz="2400"/>
            <a:t>Mejora continua</a:t>
          </a:r>
          <a:endParaRPr lang="en-US" sz="2400"/>
        </a:p>
      </dgm:t>
    </dgm:pt>
    <dgm:pt modelId="{7B53DC8B-21C3-430A-8BBB-BB96EBAF04F3}" type="parTrans" cxnId="{B70A402A-1F9F-449E-9B03-FA39092A78DE}">
      <dgm:prSet/>
      <dgm:spPr/>
      <dgm:t>
        <a:bodyPr/>
        <a:lstStyle/>
        <a:p>
          <a:endParaRPr lang="en-US" sz="2400"/>
        </a:p>
      </dgm:t>
    </dgm:pt>
    <dgm:pt modelId="{566E2042-5EB8-405C-99C9-9D905A465A36}" type="sibTrans" cxnId="{B70A402A-1F9F-449E-9B03-FA39092A78DE}">
      <dgm:prSet/>
      <dgm:spPr/>
      <dgm:t>
        <a:bodyPr/>
        <a:lstStyle/>
        <a:p>
          <a:endParaRPr lang="en-US" sz="2400"/>
        </a:p>
      </dgm:t>
    </dgm:pt>
    <dgm:pt modelId="{AD9491EE-BC48-42B8-8623-80C021A7F83B}" type="pres">
      <dgm:prSet presAssocID="{316A0F8E-0B3C-4153-A856-62961B5B3514}" presName="root" presStyleCnt="0">
        <dgm:presLayoutVars>
          <dgm:dir/>
          <dgm:resizeHandles val="exact"/>
        </dgm:presLayoutVars>
      </dgm:prSet>
      <dgm:spPr/>
    </dgm:pt>
    <dgm:pt modelId="{FA324806-3948-4126-8549-1EFA633D5755}" type="pres">
      <dgm:prSet presAssocID="{FFEF07F2-B24D-44E8-83A2-478DEF4E1917}" presName="compNode" presStyleCnt="0"/>
      <dgm:spPr/>
    </dgm:pt>
    <dgm:pt modelId="{9E1AE32E-AB0A-4464-86B2-672DDB83C842}" type="pres">
      <dgm:prSet presAssocID="{FFEF07F2-B24D-44E8-83A2-478DEF4E1917}" presName="bgRect" presStyleLbl="bgShp" presStyleIdx="0" presStyleCnt="6"/>
      <dgm:spPr>
        <a:solidFill>
          <a:schemeClr val="accent6"/>
        </a:solidFill>
      </dgm:spPr>
    </dgm:pt>
    <dgm:pt modelId="{05CC2E9A-454C-4EA4-94DD-D1289DEB372D}" type="pres">
      <dgm:prSet presAssocID="{FFEF07F2-B24D-44E8-83A2-478DEF4E1917}" presName="iconRect" presStyleLbl="node1" presStyleIdx="0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ábrica"/>
        </a:ext>
      </dgm:extLst>
    </dgm:pt>
    <dgm:pt modelId="{49DFBACF-55FF-4754-B0EE-1008C894DC4A}" type="pres">
      <dgm:prSet presAssocID="{FFEF07F2-B24D-44E8-83A2-478DEF4E1917}" presName="spaceRect" presStyleCnt="0"/>
      <dgm:spPr/>
    </dgm:pt>
    <dgm:pt modelId="{9EF80625-09A6-4F0A-9956-18AF5D745DED}" type="pres">
      <dgm:prSet presAssocID="{FFEF07F2-B24D-44E8-83A2-478DEF4E1917}" presName="parTx" presStyleLbl="revTx" presStyleIdx="0" presStyleCnt="6">
        <dgm:presLayoutVars>
          <dgm:chMax val="0"/>
          <dgm:chPref val="0"/>
        </dgm:presLayoutVars>
      </dgm:prSet>
      <dgm:spPr/>
    </dgm:pt>
    <dgm:pt modelId="{6FA482F4-81B2-4AFB-89BC-051B73771104}" type="pres">
      <dgm:prSet presAssocID="{B19622DB-9E7D-4A88-B664-A37298F7F4CF}" presName="sibTrans" presStyleCnt="0"/>
      <dgm:spPr/>
    </dgm:pt>
    <dgm:pt modelId="{CC3CA5E1-1152-4AC9-A671-5B9BDE06AC61}" type="pres">
      <dgm:prSet presAssocID="{AEAFB2DB-9814-44CE-99CF-053F45278750}" presName="compNode" presStyleCnt="0"/>
      <dgm:spPr/>
    </dgm:pt>
    <dgm:pt modelId="{19759390-10B0-40E5-AECA-ACA56E5C22FF}" type="pres">
      <dgm:prSet presAssocID="{AEAFB2DB-9814-44CE-99CF-053F45278750}" presName="bgRect" presStyleLbl="bgShp" presStyleIdx="1" presStyleCnt="6"/>
      <dgm:spPr/>
    </dgm:pt>
    <dgm:pt modelId="{46C03F0D-EE0A-4DDA-9A1F-04C7AC575B0B}" type="pres">
      <dgm:prSet presAssocID="{AEAFB2DB-9814-44CE-99CF-053F45278750}" presName="iconRect" presStyleLbl="node1" presStyleIdx="1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ngranajes"/>
        </a:ext>
      </dgm:extLst>
    </dgm:pt>
    <dgm:pt modelId="{5E135923-86FC-40D7-B970-5C65636A27B6}" type="pres">
      <dgm:prSet presAssocID="{AEAFB2DB-9814-44CE-99CF-053F45278750}" presName="spaceRect" presStyleCnt="0"/>
      <dgm:spPr/>
    </dgm:pt>
    <dgm:pt modelId="{0DAC7D41-2F1D-4CEA-A4EC-4D4C0EB66484}" type="pres">
      <dgm:prSet presAssocID="{AEAFB2DB-9814-44CE-99CF-053F45278750}" presName="parTx" presStyleLbl="revTx" presStyleIdx="1" presStyleCnt="6">
        <dgm:presLayoutVars>
          <dgm:chMax val="0"/>
          <dgm:chPref val="0"/>
        </dgm:presLayoutVars>
      </dgm:prSet>
      <dgm:spPr/>
    </dgm:pt>
    <dgm:pt modelId="{A1C7CE76-88ED-4BD4-85B4-93AA17A0D145}" type="pres">
      <dgm:prSet presAssocID="{4CDA561D-D338-4DEC-BA47-05EE000B7FFB}" presName="sibTrans" presStyleCnt="0"/>
      <dgm:spPr/>
    </dgm:pt>
    <dgm:pt modelId="{0F273F75-514D-4DCC-A601-809D56C3C58A}" type="pres">
      <dgm:prSet presAssocID="{0CE2BCC7-63CF-4C2D-9355-54A110064FAD}" presName="compNode" presStyleCnt="0"/>
      <dgm:spPr/>
    </dgm:pt>
    <dgm:pt modelId="{7A138571-410E-42E3-8CF8-289544D2E461}" type="pres">
      <dgm:prSet presAssocID="{0CE2BCC7-63CF-4C2D-9355-54A110064FAD}" presName="bgRect" presStyleLbl="bgShp" presStyleIdx="2" presStyleCnt="6"/>
      <dgm:spPr/>
    </dgm:pt>
    <dgm:pt modelId="{526E4507-2784-4E2E-ABDB-EF7270A0907B}" type="pres">
      <dgm:prSet presAssocID="{0CE2BCC7-63CF-4C2D-9355-54A110064FAD}" presName="iconRect" presStyleLbl="node1" presStyleIdx="2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rofeo"/>
        </a:ext>
      </dgm:extLst>
    </dgm:pt>
    <dgm:pt modelId="{E49413C6-95D6-470C-93FC-EDE02D39BAEC}" type="pres">
      <dgm:prSet presAssocID="{0CE2BCC7-63CF-4C2D-9355-54A110064FAD}" presName="spaceRect" presStyleCnt="0"/>
      <dgm:spPr/>
    </dgm:pt>
    <dgm:pt modelId="{32517815-0B3D-4400-8EE8-F8771D085BD2}" type="pres">
      <dgm:prSet presAssocID="{0CE2BCC7-63CF-4C2D-9355-54A110064FAD}" presName="parTx" presStyleLbl="revTx" presStyleIdx="2" presStyleCnt="6">
        <dgm:presLayoutVars>
          <dgm:chMax val="0"/>
          <dgm:chPref val="0"/>
        </dgm:presLayoutVars>
      </dgm:prSet>
      <dgm:spPr/>
    </dgm:pt>
    <dgm:pt modelId="{DDB6874A-E5E3-4474-88DA-2387B52A509B}" type="pres">
      <dgm:prSet presAssocID="{B447BB4F-764D-4C3D-AA51-448D0058F15E}" presName="sibTrans" presStyleCnt="0"/>
      <dgm:spPr/>
    </dgm:pt>
    <dgm:pt modelId="{FA355264-A849-47E5-8A88-7BE92244D655}" type="pres">
      <dgm:prSet presAssocID="{2F06F4B7-4880-44CF-9CCD-C72701D02362}" presName="compNode" presStyleCnt="0"/>
      <dgm:spPr/>
    </dgm:pt>
    <dgm:pt modelId="{9A75C388-5329-4CA2-890D-DD1D50E15CFE}" type="pres">
      <dgm:prSet presAssocID="{2F06F4B7-4880-44CF-9CCD-C72701D02362}" presName="bgRect" presStyleLbl="bgShp" presStyleIdx="3" presStyleCnt="6"/>
      <dgm:spPr/>
    </dgm:pt>
    <dgm:pt modelId="{E21739C8-3B2E-4392-9633-56DC0584B167}" type="pres">
      <dgm:prSet presAssocID="{2F06F4B7-4880-44CF-9CCD-C72701D02362}" presName="iconRect" presStyleLbl="node1" presStyleIdx="3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sta de comprobación"/>
        </a:ext>
      </dgm:extLst>
    </dgm:pt>
    <dgm:pt modelId="{3A7341FC-159E-4B76-BF7C-6D367B78F4D6}" type="pres">
      <dgm:prSet presAssocID="{2F06F4B7-4880-44CF-9CCD-C72701D02362}" presName="spaceRect" presStyleCnt="0"/>
      <dgm:spPr/>
    </dgm:pt>
    <dgm:pt modelId="{F59C2858-FD31-45ED-BA57-E7EAB7F19F89}" type="pres">
      <dgm:prSet presAssocID="{2F06F4B7-4880-44CF-9CCD-C72701D02362}" presName="parTx" presStyleLbl="revTx" presStyleIdx="3" presStyleCnt="6">
        <dgm:presLayoutVars>
          <dgm:chMax val="0"/>
          <dgm:chPref val="0"/>
        </dgm:presLayoutVars>
      </dgm:prSet>
      <dgm:spPr/>
    </dgm:pt>
    <dgm:pt modelId="{092072AB-12AF-4029-A25C-C2872C84FABF}" type="pres">
      <dgm:prSet presAssocID="{78F1F875-D5C0-429D-B02F-A90DC530B71F}" presName="sibTrans" presStyleCnt="0"/>
      <dgm:spPr/>
    </dgm:pt>
    <dgm:pt modelId="{74694C8C-CA39-4FE4-AAA9-5CB8031BB016}" type="pres">
      <dgm:prSet presAssocID="{61B8725B-6A4B-4185-996E-635DDFDDE242}" presName="compNode" presStyleCnt="0"/>
      <dgm:spPr/>
    </dgm:pt>
    <dgm:pt modelId="{98A5D22F-8F58-4C83-B6B1-72E4963AC87B}" type="pres">
      <dgm:prSet presAssocID="{61B8725B-6A4B-4185-996E-635DDFDDE242}" presName="bgRect" presStyleLbl="bgShp" presStyleIdx="4" presStyleCnt="6"/>
      <dgm:spPr/>
    </dgm:pt>
    <dgm:pt modelId="{C45FCD49-8E96-44E0-BC44-43AC9F7107F5}" type="pres">
      <dgm:prSet presAssocID="{61B8725B-6A4B-4185-996E-635DDFDDE242}" presName="iconRect" presStyleLbl="node1" presStyleIdx="4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rdenador"/>
        </a:ext>
      </dgm:extLst>
    </dgm:pt>
    <dgm:pt modelId="{64F383D8-A68A-437B-A965-D38A8CE7BDD9}" type="pres">
      <dgm:prSet presAssocID="{61B8725B-6A4B-4185-996E-635DDFDDE242}" presName="spaceRect" presStyleCnt="0"/>
      <dgm:spPr/>
    </dgm:pt>
    <dgm:pt modelId="{9BA108D3-4B98-4FB4-BDCA-D9AA4108BFC6}" type="pres">
      <dgm:prSet presAssocID="{61B8725B-6A4B-4185-996E-635DDFDDE242}" presName="parTx" presStyleLbl="revTx" presStyleIdx="4" presStyleCnt="6">
        <dgm:presLayoutVars>
          <dgm:chMax val="0"/>
          <dgm:chPref val="0"/>
        </dgm:presLayoutVars>
      </dgm:prSet>
      <dgm:spPr/>
    </dgm:pt>
    <dgm:pt modelId="{C248434B-3F44-46B9-A840-D1B11F9F6F88}" type="pres">
      <dgm:prSet presAssocID="{CCB51BF8-3954-4D35-BB52-643FF3FB5BD1}" presName="sibTrans" presStyleCnt="0"/>
      <dgm:spPr/>
    </dgm:pt>
    <dgm:pt modelId="{E8949FF6-BA02-4EAF-A1FC-90006088EC8D}" type="pres">
      <dgm:prSet presAssocID="{A82BE647-2BCF-4803-92A1-3F1B13C59763}" presName="compNode" presStyleCnt="0"/>
      <dgm:spPr/>
    </dgm:pt>
    <dgm:pt modelId="{1C873AB9-3A8D-49CF-B67E-E117B4F489EC}" type="pres">
      <dgm:prSet presAssocID="{A82BE647-2BCF-4803-92A1-3F1B13C59763}" presName="bgRect" presStyleLbl="bgShp" presStyleIdx="5" presStyleCnt="6"/>
      <dgm:spPr/>
    </dgm:pt>
    <dgm:pt modelId="{B887CE0B-7344-4E2D-8A89-801F58670D3E}" type="pres">
      <dgm:prSet presAssocID="{A82BE647-2BCF-4803-92A1-3F1B13C59763}" presName="iconRect" presStyleLbl="node1" presStyleIdx="5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1FB983B1-80F4-4F9E-8D57-EECA137B68FE}" type="pres">
      <dgm:prSet presAssocID="{A82BE647-2BCF-4803-92A1-3F1B13C59763}" presName="spaceRect" presStyleCnt="0"/>
      <dgm:spPr/>
    </dgm:pt>
    <dgm:pt modelId="{F63028E1-3774-4093-AB63-4F3614E5EB7B}" type="pres">
      <dgm:prSet presAssocID="{A82BE647-2BCF-4803-92A1-3F1B13C59763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C8C96D10-07D6-448B-ACE2-31189F96ECA5}" type="presOf" srcId="{A82BE647-2BCF-4803-92A1-3F1B13C59763}" destId="{F63028E1-3774-4093-AB63-4F3614E5EB7B}" srcOrd="0" destOrd="0" presId="urn:microsoft.com/office/officeart/2018/2/layout/IconVerticalSolidList"/>
    <dgm:cxn modelId="{9A549113-B8BE-437C-B95D-4291D36AEEEA}" type="presOf" srcId="{FFEF07F2-B24D-44E8-83A2-478DEF4E1917}" destId="{9EF80625-09A6-4F0A-9956-18AF5D745DED}" srcOrd="0" destOrd="0" presId="urn:microsoft.com/office/officeart/2018/2/layout/IconVerticalSolidList"/>
    <dgm:cxn modelId="{B70A402A-1F9F-449E-9B03-FA39092A78DE}" srcId="{316A0F8E-0B3C-4153-A856-62961B5B3514}" destId="{A82BE647-2BCF-4803-92A1-3F1B13C59763}" srcOrd="5" destOrd="0" parTransId="{7B53DC8B-21C3-430A-8BBB-BB96EBAF04F3}" sibTransId="{566E2042-5EB8-405C-99C9-9D905A465A36}"/>
    <dgm:cxn modelId="{A86DE72B-9266-445C-9DC1-3BEA9CBB4DF5}" srcId="{316A0F8E-0B3C-4153-A856-62961B5B3514}" destId="{0CE2BCC7-63CF-4C2D-9355-54A110064FAD}" srcOrd="2" destOrd="0" parTransId="{F577E497-27A0-4606-A22B-92503615AF66}" sibTransId="{B447BB4F-764D-4C3D-AA51-448D0058F15E}"/>
    <dgm:cxn modelId="{9CCB6467-4903-4698-98D4-6B584B477AAE}" type="presOf" srcId="{316A0F8E-0B3C-4153-A856-62961B5B3514}" destId="{AD9491EE-BC48-42B8-8623-80C021A7F83B}" srcOrd="0" destOrd="0" presId="urn:microsoft.com/office/officeart/2018/2/layout/IconVerticalSolidList"/>
    <dgm:cxn modelId="{A47AAD7C-9732-4944-BDCC-98E574347549}" type="presOf" srcId="{0CE2BCC7-63CF-4C2D-9355-54A110064FAD}" destId="{32517815-0B3D-4400-8EE8-F8771D085BD2}" srcOrd="0" destOrd="0" presId="urn:microsoft.com/office/officeart/2018/2/layout/IconVerticalSolidList"/>
    <dgm:cxn modelId="{669237B5-F961-477E-AAF9-937FD97754A4}" srcId="{316A0F8E-0B3C-4153-A856-62961B5B3514}" destId="{61B8725B-6A4B-4185-996E-635DDFDDE242}" srcOrd="4" destOrd="0" parTransId="{BF6414A4-3286-4F1A-9DB6-73C5BDB126D2}" sibTransId="{CCB51BF8-3954-4D35-BB52-643FF3FB5BD1}"/>
    <dgm:cxn modelId="{BA62BCDB-11EB-4238-80ED-F6E3D7FB4BDE}" srcId="{316A0F8E-0B3C-4153-A856-62961B5B3514}" destId="{AEAFB2DB-9814-44CE-99CF-053F45278750}" srcOrd="1" destOrd="0" parTransId="{73CB2C50-1538-401D-905D-19DD1405ED55}" sibTransId="{4CDA561D-D338-4DEC-BA47-05EE000B7FFB}"/>
    <dgm:cxn modelId="{A0CD75EC-0C9E-4FB4-84D4-F14BCE7D455E}" type="presOf" srcId="{AEAFB2DB-9814-44CE-99CF-053F45278750}" destId="{0DAC7D41-2F1D-4CEA-A4EC-4D4C0EB66484}" srcOrd="0" destOrd="0" presId="urn:microsoft.com/office/officeart/2018/2/layout/IconVerticalSolidList"/>
    <dgm:cxn modelId="{DDE9E2ED-345D-4449-9952-4E968DBFC47F}" srcId="{316A0F8E-0B3C-4153-A856-62961B5B3514}" destId="{2F06F4B7-4880-44CF-9CCD-C72701D02362}" srcOrd="3" destOrd="0" parTransId="{BD7645A4-D3CD-4589-957E-5C5295C1E16D}" sibTransId="{78F1F875-D5C0-429D-B02F-A90DC530B71F}"/>
    <dgm:cxn modelId="{8D2F91F2-88F5-4762-8560-47535AB15571}" type="presOf" srcId="{61B8725B-6A4B-4185-996E-635DDFDDE242}" destId="{9BA108D3-4B98-4FB4-BDCA-D9AA4108BFC6}" srcOrd="0" destOrd="0" presId="urn:microsoft.com/office/officeart/2018/2/layout/IconVerticalSolidList"/>
    <dgm:cxn modelId="{F70F3DF4-1BD7-4A29-87F7-2B12FC61C2F8}" type="presOf" srcId="{2F06F4B7-4880-44CF-9CCD-C72701D02362}" destId="{F59C2858-FD31-45ED-BA57-E7EAB7F19F89}" srcOrd="0" destOrd="0" presId="urn:microsoft.com/office/officeart/2018/2/layout/IconVerticalSolidList"/>
    <dgm:cxn modelId="{F77A80FE-9B61-4F40-9722-16A0FDE4F7BB}" srcId="{316A0F8E-0B3C-4153-A856-62961B5B3514}" destId="{FFEF07F2-B24D-44E8-83A2-478DEF4E1917}" srcOrd="0" destOrd="0" parTransId="{FF25B3F3-6CF7-4AD9-8391-F9CA181DF642}" sibTransId="{B19622DB-9E7D-4A88-B664-A37298F7F4CF}"/>
    <dgm:cxn modelId="{022DF22C-DC80-4806-82CF-FA9FA69EF82D}" type="presParOf" srcId="{AD9491EE-BC48-42B8-8623-80C021A7F83B}" destId="{FA324806-3948-4126-8549-1EFA633D5755}" srcOrd="0" destOrd="0" presId="urn:microsoft.com/office/officeart/2018/2/layout/IconVerticalSolidList"/>
    <dgm:cxn modelId="{B2A65D7B-3015-45A7-A107-32B4E8B821A7}" type="presParOf" srcId="{FA324806-3948-4126-8549-1EFA633D5755}" destId="{9E1AE32E-AB0A-4464-86B2-672DDB83C842}" srcOrd="0" destOrd="0" presId="urn:microsoft.com/office/officeart/2018/2/layout/IconVerticalSolidList"/>
    <dgm:cxn modelId="{047294A1-B13D-42D4-B853-2FADB8EB80A5}" type="presParOf" srcId="{FA324806-3948-4126-8549-1EFA633D5755}" destId="{05CC2E9A-454C-4EA4-94DD-D1289DEB372D}" srcOrd="1" destOrd="0" presId="urn:microsoft.com/office/officeart/2018/2/layout/IconVerticalSolidList"/>
    <dgm:cxn modelId="{95814B09-AD07-4BEF-93EF-4E6507E94F6C}" type="presParOf" srcId="{FA324806-3948-4126-8549-1EFA633D5755}" destId="{49DFBACF-55FF-4754-B0EE-1008C894DC4A}" srcOrd="2" destOrd="0" presId="urn:microsoft.com/office/officeart/2018/2/layout/IconVerticalSolidList"/>
    <dgm:cxn modelId="{47B8BFFF-2A2E-447F-9726-69A9064BA4F4}" type="presParOf" srcId="{FA324806-3948-4126-8549-1EFA633D5755}" destId="{9EF80625-09A6-4F0A-9956-18AF5D745DED}" srcOrd="3" destOrd="0" presId="urn:microsoft.com/office/officeart/2018/2/layout/IconVerticalSolidList"/>
    <dgm:cxn modelId="{ACBF2692-7D56-4C6A-AE59-CB0B3056C0DA}" type="presParOf" srcId="{AD9491EE-BC48-42B8-8623-80C021A7F83B}" destId="{6FA482F4-81B2-4AFB-89BC-051B73771104}" srcOrd="1" destOrd="0" presId="urn:microsoft.com/office/officeart/2018/2/layout/IconVerticalSolidList"/>
    <dgm:cxn modelId="{E762412D-EFC9-437B-B728-62FD9191D768}" type="presParOf" srcId="{AD9491EE-BC48-42B8-8623-80C021A7F83B}" destId="{CC3CA5E1-1152-4AC9-A671-5B9BDE06AC61}" srcOrd="2" destOrd="0" presId="urn:microsoft.com/office/officeart/2018/2/layout/IconVerticalSolidList"/>
    <dgm:cxn modelId="{AA3DEC23-4101-44B8-9703-026C4005D091}" type="presParOf" srcId="{CC3CA5E1-1152-4AC9-A671-5B9BDE06AC61}" destId="{19759390-10B0-40E5-AECA-ACA56E5C22FF}" srcOrd="0" destOrd="0" presId="urn:microsoft.com/office/officeart/2018/2/layout/IconVerticalSolidList"/>
    <dgm:cxn modelId="{EF48362F-7236-4FC6-9731-53AB43107EB4}" type="presParOf" srcId="{CC3CA5E1-1152-4AC9-A671-5B9BDE06AC61}" destId="{46C03F0D-EE0A-4DDA-9A1F-04C7AC575B0B}" srcOrd="1" destOrd="0" presId="urn:microsoft.com/office/officeart/2018/2/layout/IconVerticalSolidList"/>
    <dgm:cxn modelId="{B9F825F9-AAF0-45CD-A88D-9C25FE5ADFCE}" type="presParOf" srcId="{CC3CA5E1-1152-4AC9-A671-5B9BDE06AC61}" destId="{5E135923-86FC-40D7-B970-5C65636A27B6}" srcOrd="2" destOrd="0" presId="urn:microsoft.com/office/officeart/2018/2/layout/IconVerticalSolidList"/>
    <dgm:cxn modelId="{83F69443-D927-4AB9-B725-D8A7E65CE69A}" type="presParOf" srcId="{CC3CA5E1-1152-4AC9-A671-5B9BDE06AC61}" destId="{0DAC7D41-2F1D-4CEA-A4EC-4D4C0EB66484}" srcOrd="3" destOrd="0" presId="urn:microsoft.com/office/officeart/2018/2/layout/IconVerticalSolidList"/>
    <dgm:cxn modelId="{53E2B4C7-675C-48F3-BFE4-E7FB5EF88BB1}" type="presParOf" srcId="{AD9491EE-BC48-42B8-8623-80C021A7F83B}" destId="{A1C7CE76-88ED-4BD4-85B4-93AA17A0D145}" srcOrd="3" destOrd="0" presId="urn:microsoft.com/office/officeart/2018/2/layout/IconVerticalSolidList"/>
    <dgm:cxn modelId="{A6A816EF-58BF-4DDB-B082-552F3CBF9E78}" type="presParOf" srcId="{AD9491EE-BC48-42B8-8623-80C021A7F83B}" destId="{0F273F75-514D-4DCC-A601-809D56C3C58A}" srcOrd="4" destOrd="0" presId="urn:microsoft.com/office/officeart/2018/2/layout/IconVerticalSolidList"/>
    <dgm:cxn modelId="{F113D8A9-061A-497C-B4FD-157BA3AEA2CE}" type="presParOf" srcId="{0F273F75-514D-4DCC-A601-809D56C3C58A}" destId="{7A138571-410E-42E3-8CF8-289544D2E461}" srcOrd="0" destOrd="0" presId="urn:microsoft.com/office/officeart/2018/2/layout/IconVerticalSolidList"/>
    <dgm:cxn modelId="{D38C6269-1C51-444B-999A-82F314CB7365}" type="presParOf" srcId="{0F273F75-514D-4DCC-A601-809D56C3C58A}" destId="{526E4507-2784-4E2E-ABDB-EF7270A0907B}" srcOrd="1" destOrd="0" presId="urn:microsoft.com/office/officeart/2018/2/layout/IconVerticalSolidList"/>
    <dgm:cxn modelId="{A9DD748D-782F-45D7-92F8-5AF470108CEF}" type="presParOf" srcId="{0F273F75-514D-4DCC-A601-809D56C3C58A}" destId="{E49413C6-95D6-470C-93FC-EDE02D39BAEC}" srcOrd="2" destOrd="0" presId="urn:microsoft.com/office/officeart/2018/2/layout/IconVerticalSolidList"/>
    <dgm:cxn modelId="{3B207046-AA28-4B93-9CC5-0C6A8642B8A7}" type="presParOf" srcId="{0F273F75-514D-4DCC-A601-809D56C3C58A}" destId="{32517815-0B3D-4400-8EE8-F8771D085BD2}" srcOrd="3" destOrd="0" presId="urn:microsoft.com/office/officeart/2018/2/layout/IconVerticalSolidList"/>
    <dgm:cxn modelId="{16ABBC94-4482-469C-8406-AD6DC0E585F9}" type="presParOf" srcId="{AD9491EE-BC48-42B8-8623-80C021A7F83B}" destId="{DDB6874A-E5E3-4474-88DA-2387B52A509B}" srcOrd="5" destOrd="0" presId="urn:microsoft.com/office/officeart/2018/2/layout/IconVerticalSolidList"/>
    <dgm:cxn modelId="{DA37B9F0-16A2-40A6-A164-DDDC827704F1}" type="presParOf" srcId="{AD9491EE-BC48-42B8-8623-80C021A7F83B}" destId="{FA355264-A849-47E5-8A88-7BE92244D655}" srcOrd="6" destOrd="0" presId="urn:microsoft.com/office/officeart/2018/2/layout/IconVerticalSolidList"/>
    <dgm:cxn modelId="{798912E2-BAD1-4336-99AD-BECADF751188}" type="presParOf" srcId="{FA355264-A849-47E5-8A88-7BE92244D655}" destId="{9A75C388-5329-4CA2-890D-DD1D50E15CFE}" srcOrd="0" destOrd="0" presId="urn:microsoft.com/office/officeart/2018/2/layout/IconVerticalSolidList"/>
    <dgm:cxn modelId="{7E172151-5BBF-4D63-A705-D3BC77C76155}" type="presParOf" srcId="{FA355264-A849-47E5-8A88-7BE92244D655}" destId="{E21739C8-3B2E-4392-9633-56DC0584B167}" srcOrd="1" destOrd="0" presId="urn:microsoft.com/office/officeart/2018/2/layout/IconVerticalSolidList"/>
    <dgm:cxn modelId="{54E1349D-4C55-4640-9323-8544CA7D35C8}" type="presParOf" srcId="{FA355264-A849-47E5-8A88-7BE92244D655}" destId="{3A7341FC-159E-4B76-BF7C-6D367B78F4D6}" srcOrd="2" destOrd="0" presId="urn:microsoft.com/office/officeart/2018/2/layout/IconVerticalSolidList"/>
    <dgm:cxn modelId="{A6E505EB-D282-4B38-86C3-0AC189161119}" type="presParOf" srcId="{FA355264-A849-47E5-8A88-7BE92244D655}" destId="{F59C2858-FD31-45ED-BA57-E7EAB7F19F89}" srcOrd="3" destOrd="0" presId="urn:microsoft.com/office/officeart/2018/2/layout/IconVerticalSolidList"/>
    <dgm:cxn modelId="{3439E8C1-C27A-4B86-8734-A9583BE2D77B}" type="presParOf" srcId="{AD9491EE-BC48-42B8-8623-80C021A7F83B}" destId="{092072AB-12AF-4029-A25C-C2872C84FABF}" srcOrd="7" destOrd="0" presId="urn:microsoft.com/office/officeart/2018/2/layout/IconVerticalSolidList"/>
    <dgm:cxn modelId="{23BF4C12-B441-4B89-9EB9-CAB98B486FF6}" type="presParOf" srcId="{AD9491EE-BC48-42B8-8623-80C021A7F83B}" destId="{74694C8C-CA39-4FE4-AAA9-5CB8031BB016}" srcOrd="8" destOrd="0" presId="urn:microsoft.com/office/officeart/2018/2/layout/IconVerticalSolidList"/>
    <dgm:cxn modelId="{F76C8242-58C6-42C6-B676-FF3210DBC13B}" type="presParOf" srcId="{74694C8C-CA39-4FE4-AAA9-5CB8031BB016}" destId="{98A5D22F-8F58-4C83-B6B1-72E4963AC87B}" srcOrd="0" destOrd="0" presId="urn:microsoft.com/office/officeart/2018/2/layout/IconVerticalSolidList"/>
    <dgm:cxn modelId="{A1363532-22D2-404C-8723-C7D871685376}" type="presParOf" srcId="{74694C8C-CA39-4FE4-AAA9-5CB8031BB016}" destId="{C45FCD49-8E96-44E0-BC44-43AC9F7107F5}" srcOrd="1" destOrd="0" presId="urn:microsoft.com/office/officeart/2018/2/layout/IconVerticalSolidList"/>
    <dgm:cxn modelId="{3576436B-F5E8-4310-95E2-298377C416DA}" type="presParOf" srcId="{74694C8C-CA39-4FE4-AAA9-5CB8031BB016}" destId="{64F383D8-A68A-437B-A965-D38A8CE7BDD9}" srcOrd="2" destOrd="0" presId="urn:microsoft.com/office/officeart/2018/2/layout/IconVerticalSolidList"/>
    <dgm:cxn modelId="{D0F9F840-5495-4DDD-A56F-D4F5FC0C5B86}" type="presParOf" srcId="{74694C8C-CA39-4FE4-AAA9-5CB8031BB016}" destId="{9BA108D3-4B98-4FB4-BDCA-D9AA4108BFC6}" srcOrd="3" destOrd="0" presId="urn:microsoft.com/office/officeart/2018/2/layout/IconVerticalSolidList"/>
    <dgm:cxn modelId="{EC14B241-A4ED-4275-9A27-C54E7CBC1261}" type="presParOf" srcId="{AD9491EE-BC48-42B8-8623-80C021A7F83B}" destId="{C248434B-3F44-46B9-A840-D1B11F9F6F88}" srcOrd="9" destOrd="0" presId="urn:microsoft.com/office/officeart/2018/2/layout/IconVerticalSolidList"/>
    <dgm:cxn modelId="{B1C39561-B0D8-454C-9FE3-E65E07932103}" type="presParOf" srcId="{AD9491EE-BC48-42B8-8623-80C021A7F83B}" destId="{E8949FF6-BA02-4EAF-A1FC-90006088EC8D}" srcOrd="10" destOrd="0" presId="urn:microsoft.com/office/officeart/2018/2/layout/IconVerticalSolidList"/>
    <dgm:cxn modelId="{B47C0196-2B5E-441A-A7A8-674F85571745}" type="presParOf" srcId="{E8949FF6-BA02-4EAF-A1FC-90006088EC8D}" destId="{1C873AB9-3A8D-49CF-B67E-E117B4F489EC}" srcOrd="0" destOrd="0" presId="urn:microsoft.com/office/officeart/2018/2/layout/IconVerticalSolidList"/>
    <dgm:cxn modelId="{EF344C75-1597-4ADA-B8A8-F3D367BEAFC9}" type="presParOf" srcId="{E8949FF6-BA02-4EAF-A1FC-90006088EC8D}" destId="{B887CE0B-7344-4E2D-8A89-801F58670D3E}" srcOrd="1" destOrd="0" presId="urn:microsoft.com/office/officeart/2018/2/layout/IconVerticalSolidList"/>
    <dgm:cxn modelId="{A53A298F-A1CB-4478-A9BF-8FFE8EFA9B20}" type="presParOf" srcId="{E8949FF6-BA02-4EAF-A1FC-90006088EC8D}" destId="{1FB983B1-80F4-4F9E-8D57-EECA137B68FE}" srcOrd="2" destOrd="0" presId="urn:microsoft.com/office/officeart/2018/2/layout/IconVerticalSolidList"/>
    <dgm:cxn modelId="{15692A6E-A119-4A1C-8225-DCCDEE62FE1A}" type="presParOf" srcId="{E8949FF6-BA02-4EAF-A1FC-90006088EC8D}" destId="{F63028E1-3774-4093-AB63-4F3614E5EB7B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192D01A-688E-4CE3-8F3E-8AD5A250D649}" type="doc">
      <dgm:prSet loTypeId="urn:microsoft.com/office/officeart/2008/layout/LinedLis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2593BE4D-787A-4AAE-872B-7EFE349E70A6}">
      <dgm:prSet/>
      <dgm:spPr/>
      <dgm:t>
        <a:bodyPr/>
        <a:lstStyle/>
        <a:p>
          <a:r>
            <a:rPr lang="es-CR"/>
            <a:t>La Calidad suponía hacer las cosas bien a cualquier costo. </a:t>
          </a:r>
          <a:endParaRPr lang="en-US"/>
        </a:p>
      </dgm:t>
    </dgm:pt>
    <dgm:pt modelId="{D8F95606-6A64-4DAB-A0F8-F8C9C4321126}" type="parTrans" cxnId="{B8D4A542-723B-4E59-B38B-E1130019A1DA}">
      <dgm:prSet/>
      <dgm:spPr/>
      <dgm:t>
        <a:bodyPr/>
        <a:lstStyle/>
        <a:p>
          <a:endParaRPr lang="en-US"/>
        </a:p>
      </dgm:t>
    </dgm:pt>
    <dgm:pt modelId="{9A34E56F-A739-4658-8C04-619ACFF3F464}" type="sibTrans" cxnId="{B8D4A542-723B-4E59-B38B-E1130019A1DA}">
      <dgm:prSet/>
      <dgm:spPr/>
      <dgm:t>
        <a:bodyPr/>
        <a:lstStyle/>
        <a:p>
          <a:endParaRPr lang="en-US"/>
        </a:p>
      </dgm:t>
    </dgm:pt>
    <dgm:pt modelId="{8ADA0FFB-C122-4ADF-BE94-38FA085BA0C4}">
      <dgm:prSet/>
      <dgm:spPr/>
      <dgm:t>
        <a:bodyPr/>
        <a:lstStyle/>
        <a:p>
          <a:r>
            <a:rPr lang="es-CR"/>
            <a:t>Los objetivos que perseguía el artesano eran su satisfacción personal y la satisfacción de su comprador, no importaba el tiempo que le llevara. </a:t>
          </a:r>
          <a:endParaRPr lang="en-US"/>
        </a:p>
      </dgm:t>
    </dgm:pt>
    <dgm:pt modelId="{0A95B830-61A2-484A-9D5A-83E824AFCF7D}" type="parTrans" cxnId="{A9E18BA9-8D98-4074-8DBA-B3A00307F9DA}">
      <dgm:prSet/>
      <dgm:spPr/>
      <dgm:t>
        <a:bodyPr/>
        <a:lstStyle/>
        <a:p>
          <a:endParaRPr lang="en-US"/>
        </a:p>
      </dgm:t>
    </dgm:pt>
    <dgm:pt modelId="{5DB6BD8D-48A1-41E0-835C-3AD72DAC91B8}" type="sibTrans" cxnId="{A9E18BA9-8D98-4074-8DBA-B3A00307F9DA}">
      <dgm:prSet/>
      <dgm:spPr/>
      <dgm:t>
        <a:bodyPr/>
        <a:lstStyle/>
        <a:p>
          <a:endParaRPr lang="en-US"/>
        </a:p>
      </dgm:t>
    </dgm:pt>
    <dgm:pt modelId="{98422339-0308-4BD9-89E6-02B5C1D5DBB9}">
      <dgm:prSet/>
      <dgm:spPr/>
      <dgm:t>
        <a:bodyPr/>
        <a:lstStyle/>
        <a:p>
          <a:r>
            <a:rPr lang="es-CR"/>
            <a:t>Aún hoy en día podemos encontrar productos que son fabricados siguiendo esta premisa, sobre todo en el sector de la alimentación.</a:t>
          </a:r>
          <a:endParaRPr lang="en-US"/>
        </a:p>
      </dgm:t>
    </dgm:pt>
    <dgm:pt modelId="{85D51265-3261-40BE-BF6B-F855DF3C6B77}" type="parTrans" cxnId="{3DBD4CA6-3792-4850-939A-5FEC60229794}">
      <dgm:prSet/>
      <dgm:spPr/>
      <dgm:t>
        <a:bodyPr/>
        <a:lstStyle/>
        <a:p>
          <a:endParaRPr lang="en-US"/>
        </a:p>
      </dgm:t>
    </dgm:pt>
    <dgm:pt modelId="{B7BBF1AA-8183-4F66-938B-F30B0E6A4B35}" type="sibTrans" cxnId="{3DBD4CA6-3792-4850-939A-5FEC60229794}">
      <dgm:prSet/>
      <dgm:spPr/>
      <dgm:t>
        <a:bodyPr/>
        <a:lstStyle/>
        <a:p>
          <a:endParaRPr lang="en-US"/>
        </a:p>
      </dgm:t>
    </dgm:pt>
    <dgm:pt modelId="{B499BB8F-DF4C-4077-857B-370B2B11DA5A}" type="pres">
      <dgm:prSet presAssocID="{9192D01A-688E-4CE3-8F3E-8AD5A250D649}" presName="vert0" presStyleCnt="0">
        <dgm:presLayoutVars>
          <dgm:dir/>
          <dgm:animOne val="branch"/>
          <dgm:animLvl val="lvl"/>
        </dgm:presLayoutVars>
      </dgm:prSet>
      <dgm:spPr/>
    </dgm:pt>
    <dgm:pt modelId="{408437E4-E305-4FA9-9673-FA561A6BFE42}" type="pres">
      <dgm:prSet presAssocID="{2593BE4D-787A-4AAE-872B-7EFE349E70A6}" presName="thickLine" presStyleLbl="alignNode1" presStyleIdx="0" presStyleCnt="3"/>
      <dgm:spPr/>
    </dgm:pt>
    <dgm:pt modelId="{A316AA23-E3E3-470D-A895-819F6E4376E7}" type="pres">
      <dgm:prSet presAssocID="{2593BE4D-787A-4AAE-872B-7EFE349E70A6}" presName="horz1" presStyleCnt="0"/>
      <dgm:spPr/>
    </dgm:pt>
    <dgm:pt modelId="{D5587A97-256A-4DF1-B1A3-1C376E8EB3C0}" type="pres">
      <dgm:prSet presAssocID="{2593BE4D-787A-4AAE-872B-7EFE349E70A6}" presName="tx1" presStyleLbl="revTx" presStyleIdx="0" presStyleCnt="3"/>
      <dgm:spPr/>
    </dgm:pt>
    <dgm:pt modelId="{786E7933-699E-49BA-BD2B-9EE5C50729CB}" type="pres">
      <dgm:prSet presAssocID="{2593BE4D-787A-4AAE-872B-7EFE349E70A6}" presName="vert1" presStyleCnt="0"/>
      <dgm:spPr/>
    </dgm:pt>
    <dgm:pt modelId="{F157FC15-3D8D-4AF6-887D-27B0C6469EF9}" type="pres">
      <dgm:prSet presAssocID="{8ADA0FFB-C122-4ADF-BE94-38FA085BA0C4}" presName="thickLine" presStyleLbl="alignNode1" presStyleIdx="1" presStyleCnt="3"/>
      <dgm:spPr/>
    </dgm:pt>
    <dgm:pt modelId="{F6FD29CF-9A1C-417E-9E00-5A3DB7260654}" type="pres">
      <dgm:prSet presAssocID="{8ADA0FFB-C122-4ADF-BE94-38FA085BA0C4}" presName="horz1" presStyleCnt="0"/>
      <dgm:spPr/>
    </dgm:pt>
    <dgm:pt modelId="{E27708FA-7A1A-4BDB-9AA9-C678A997AF94}" type="pres">
      <dgm:prSet presAssocID="{8ADA0FFB-C122-4ADF-BE94-38FA085BA0C4}" presName="tx1" presStyleLbl="revTx" presStyleIdx="1" presStyleCnt="3"/>
      <dgm:spPr/>
    </dgm:pt>
    <dgm:pt modelId="{F33F8B05-2D52-4871-96AC-021BD6FBA2A6}" type="pres">
      <dgm:prSet presAssocID="{8ADA0FFB-C122-4ADF-BE94-38FA085BA0C4}" presName="vert1" presStyleCnt="0"/>
      <dgm:spPr/>
    </dgm:pt>
    <dgm:pt modelId="{8576A865-3B20-481E-BB7D-E7FD99FDF956}" type="pres">
      <dgm:prSet presAssocID="{98422339-0308-4BD9-89E6-02B5C1D5DBB9}" presName="thickLine" presStyleLbl="alignNode1" presStyleIdx="2" presStyleCnt="3"/>
      <dgm:spPr/>
    </dgm:pt>
    <dgm:pt modelId="{93D9DB21-EA77-467F-9704-DA7A8AA4E9CA}" type="pres">
      <dgm:prSet presAssocID="{98422339-0308-4BD9-89E6-02B5C1D5DBB9}" presName="horz1" presStyleCnt="0"/>
      <dgm:spPr/>
    </dgm:pt>
    <dgm:pt modelId="{27B486D0-8DEB-4BD0-9F5D-6F6714982231}" type="pres">
      <dgm:prSet presAssocID="{98422339-0308-4BD9-89E6-02B5C1D5DBB9}" presName="tx1" presStyleLbl="revTx" presStyleIdx="2" presStyleCnt="3"/>
      <dgm:spPr/>
    </dgm:pt>
    <dgm:pt modelId="{DC1855AA-A9F4-4E34-9DCD-CD958B07D4EB}" type="pres">
      <dgm:prSet presAssocID="{98422339-0308-4BD9-89E6-02B5C1D5DBB9}" presName="vert1" presStyleCnt="0"/>
      <dgm:spPr/>
    </dgm:pt>
  </dgm:ptLst>
  <dgm:cxnLst>
    <dgm:cxn modelId="{F254CD3C-16FA-4FED-A533-14A38DFCE196}" type="presOf" srcId="{98422339-0308-4BD9-89E6-02B5C1D5DBB9}" destId="{27B486D0-8DEB-4BD0-9F5D-6F6714982231}" srcOrd="0" destOrd="0" presId="urn:microsoft.com/office/officeart/2008/layout/LinedList"/>
    <dgm:cxn modelId="{B8D4A542-723B-4E59-B38B-E1130019A1DA}" srcId="{9192D01A-688E-4CE3-8F3E-8AD5A250D649}" destId="{2593BE4D-787A-4AAE-872B-7EFE349E70A6}" srcOrd="0" destOrd="0" parTransId="{D8F95606-6A64-4DAB-A0F8-F8C9C4321126}" sibTransId="{9A34E56F-A739-4658-8C04-619ACFF3F464}"/>
    <dgm:cxn modelId="{E723488E-1D2E-4A95-8773-5B47E9BAFD0E}" type="presOf" srcId="{8ADA0FFB-C122-4ADF-BE94-38FA085BA0C4}" destId="{E27708FA-7A1A-4BDB-9AA9-C678A997AF94}" srcOrd="0" destOrd="0" presId="urn:microsoft.com/office/officeart/2008/layout/LinedList"/>
    <dgm:cxn modelId="{34D65294-33CB-47C1-8A9F-27884D27C83A}" type="presOf" srcId="{2593BE4D-787A-4AAE-872B-7EFE349E70A6}" destId="{D5587A97-256A-4DF1-B1A3-1C376E8EB3C0}" srcOrd="0" destOrd="0" presId="urn:microsoft.com/office/officeart/2008/layout/LinedList"/>
    <dgm:cxn modelId="{3DBD4CA6-3792-4850-939A-5FEC60229794}" srcId="{9192D01A-688E-4CE3-8F3E-8AD5A250D649}" destId="{98422339-0308-4BD9-89E6-02B5C1D5DBB9}" srcOrd="2" destOrd="0" parTransId="{85D51265-3261-40BE-BF6B-F855DF3C6B77}" sibTransId="{B7BBF1AA-8183-4F66-938B-F30B0E6A4B35}"/>
    <dgm:cxn modelId="{A9E18BA9-8D98-4074-8DBA-B3A00307F9DA}" srcId="{9192D01A-688E-4CE3-8F3E-8AD5A250D649}" destId="{8ADA0FFB-C122-4ADF-BE94-38FA085BA0C4}" srcOrd="1" destOrd="0" parTransId="{0A95B830-61A2-484A-9D5A-83E824AFCF7D}" sibTransId="{5DB6BD8D-48A1-41E0-835C-3AD72DAC91B8}"/>
    <dgm:cxn modelId="{1B3A1AFC-1606-498B-A793-DFEDAD625238}" type="presOf" srcId="{9192D01A-688E-4CE3-8F3E-8AD5A250D649}" destId="{B499BB8F-DF4C-4077-857B-370B2B11DA5A}" srcOrd="0" destOrd="0" presId="urn:microsoft.com/office/officeart/2008/layout/LinedList"/>
    <dgm:cxn modelId="{4D52F540-8510-4D7A-9D8D-1050E02E73FA}" type="presParOf" srcId="{B499BB8F-DF4C-4077-857B-370B2B11DA5A}" destId="{408437E4-E305-4FA9-9673-FA561A6BFE42}" srcOrd="0" destOrd="0" presId="urn:microsoft.com/office/officeart/2008/layout/LinedList"/>
    <dgm:cxn modelId="{3C7EA126-FEC6-4D49-9379-E9A95B81F805}" type="presParOf" srcId="{B499BB8F-DF4C-4077-857B-370B2B11DA5A}" destId="{A316AA23-E3E3-470D-A895-819F6E4376E7}" srcOrd="1" destOrd="0" presId="urn:microsoft.com/office/officeart/2008/layout/LinedList"/>
    <dgm:cxn modelId="{884596BD-B111-4671-B5CC-4D617F77499D}" type="presParOf" srcId="{A316AA23-E3E3-470D-A895-819F6E4376E7}" destId="{D5587A97-256A-4DF1-B1A3-1C376E8EB3C0}" srcOrd="0" destOrd="0" presId="urn:microsoft.com/office/officeart/2008/layout/LinedList"/>
    <dgm:cxn modelId="{5AF855FB-6377-4BDB-ADD5-03D301B57EDB}" type="presParOf" srcId="{A316AA23-E3E3-470D-A895-819F6E4376E7}" destId="{786E7933-699E-49BA-BD2B-9EE5C50729CB}" srcOrd="1" destOrd="0" presId="urn:microsoft.com/office/officeart/2008/layout/LinedList"/>
    <dgm:cxn modelId="{F7961D21-C857-45DF-AE44-081298BE99E6}" type="presParOf" srcId="{B499BB8F-DF4C-4077-857B-370B2B11DA5A}" destId="{F157FC15-3D8D-4AF6-887D-27B0C6469EF9}" srcOrd="2" destOrd="0" presId="urn:microsoft.com/office/officeart/2008/layout/LinedList"/>
    <dgm:cxn modelId="{E31EDB0D-7C1C-4830-B9EC-C6B53487F319}" type="presParOf" srcId="{B499BB8F-DF4C-4077-857B-370B2B11DA5A}" destId="{F6FD29CF-9A1C-417E-9E00-5A3DB7260654}" srcOrd="3" destOrd="0" presId="urn:microsoft.com/office/officeart/2008/layout/LinedList"/>
    <dgm:cxn modelId="{B0447B20-0D36-45A5-B9B1-3D3B62C818DE}" type="presParOf" srcId="{F6FD29CF-9A1C-417E-9E00-5A3DB7260654}" destId="{E27708FA-7A1A-4BDB-9AA9-C678A997AF94}" srcOrd="0" destOrd="0" presId="urn:microsoft.com/office/officeart/2008/layout/LinedList"/>
    <dgm:cxn modelId="{B421F7E7-21CD-44D5-BA97-4F714A121038}" type="presParOf" srcId="{F6FD29CF-9A1C-417E-9E00-5A3DB7260654}" destId="{F33F8B05-2D52-4871-96AC-021BD6FBA2A6}" srcOrd="1" destOrd="0" presId="urn:microsoft.com/office/officeart/2008/layout/LinedList"/>
    <dgm:cxn modelId="{AAFA7D02-92CF-4436-B6A9-36BC78DF5A04}" type="presParOf" srcId="{B499BB8F-DF4C-4077-857B-370B2B11DA5A}" destId="{8576A865-3B20-481E-BB7D-E7FD99FDF956}" srcOrd="4" destOrd="0" presId="urn:microsoft.com/office/officeart/2008/layout/LinedList"/>
    <dgm:cxn modelId="{E67AA8E1-1AA8-46A5-A61E-A0CB255E9A2D}" type="presParOf" srcId="{B499BB8F-DF4C-4077-857B-370B2B11DA5A}" destId="{93D9DB21-EA77-467F-9704-DA7A8AA4E9CA}" srcOrd="5" destOrd="0" presId="urn:microsoft.com/office/officeart/2008/layout/LinedList"/>
    <dgm:cxn modelId="{94846522-AD41-40C5-A345-51F253A25F7A}" type="presParOf" srcId="{93D9DB21-EA77-467F-9704-DA7A8AA4E9CA}" destId="{27B486D0-8DEB-4BD0-9F5D-6F6714982231}" srcOrd="0" destOrd="0" presId="urn:microsoft.com/office/officeart/2008/layout/LinedList"/>
    <dgm:cxn modelId="{B8284A8B-6A8E-42F9-B530-D71430DE3CB1}" type="presParOf" srcId="{93D9DB21-EA77-467F-9704-DA7A8AA4E9CA}" destId="{DC1855AA-A9F4-4E34-9DCD-CD958B07D4EB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316A0F8E-0B3C-4153-A856-62961B5B3514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FFEF07F2-B24D-44E8-83A2-478DEF4E1917}">
      <dgm:prSet custT="1"/>
      <dgm:spPr/>
      <dgm:t>
        <a:bodyPr/>
        <a:lstStyle/>
        <a:p>
          <a:r>
            <a:rPr lang="es-CR" sz="2400"/>
            <a:t>Artesanal</a:t>
          </a:r>
          <a:endParaRPr lang="en-US" sz="2400"/>
        </a:p>
      </dgm:t>
    </dgm:pt>
    <dgm:pt modelId="{FF25B3F3-6CF7-4AD9-8391-F9CA181DF642}" type="parTrans" cxnId="{F77A80FE-9B61-4F40-9722-16A0FDE4F7BB}">
      <dgm:prSet/>
      <dgm:spPr/>
      <dgm:t>
        <a:bodyPr/>
        <a:lstStyle/>
        <a:p>
          <a:endParaRPr lang="en-US" sz="2400"/>
        </a:p>
      </dgm:t>
    </dgm:pt>
    <dgm:pt modelId="{B19622DB-9E7D-4A88-B664-A37298F7F4CF}" type="sibTrans" cxnId="{F77A80FE-9B61-4F40-9722-16A0FDE4F7BB}">
      <dgm:prSet/>
      <dgm:spPr/>
      <dgm:t>
        <a:bodyPr/>
        <a:lstStyle/>
        <a:p>
          <a:endParaRPr lang="en-US" sz="2400"/>
        </a:p>
      </dgm:t>
    </dgm:pt>
    <dgm:pt modelId="{AEAFB2DB-9814-44CE-99CF-053F45278750}">
      <dgm:prSet custT="1"/>
      <dgm:spPr/>
      <dgm:t>
        <a:bodyPr/>
        <a:lstStyle/>
        <a:p>
          <a:r>
            <a:rPr lang="es-CR" sz="2400"/>
            <a:t>Industrialización</a:t>
          </a:r>
          <a:endParaRPr lang="en-US" sz="2400"/>
        </a:p>
      </dgm:t>
    </dgm:pt>
    <dgm:pt modelId="{73CB2C50-1538-401D-905D-19DD1405ED55}" type="parTrans" cxnId="{BA62BCDB-11EB-4238-80ED-F6E3D7FB4BDE}">
      <dgm:prSet/>
      <dgm:spPr/>
      <dgm:t>
        <a:bodyPr/>
        <a:lstStyle/>
        <a:p>
          <a:endParaRPr lang="en-US" sz="2400"/>
        </a:p>
      </dgm:t>
    </dgm:pt>
    <dgm:pt modelId="{4CDA561D-D338-4DEC-BA47-05EE000B7FFB}" type="sibTrans" cxnId="{BA62BCDB-11EB-4238-80ED-F6E3D7FB4BDE}">
      <dgm:prSet/>
      <dgm:spPr/>
      <dgm:t>
        <a:bodyPr/>
        <a:lstStyle/>
        <a:p>
          <a:endParaRPr lang="en-US" sz="2400"/>
        </a:p>
      </dgm:t>
    </dgm:pt>
    <dgm:pt modelId="{0CE2BCC7-63CF-4C2D-9355-54A110064FAD}">
      <dgm:prSet custT="1"/>
      <dgm:spPr/>
      <dgm:t>
        <a:bodyPr/>
        <a:lstStyle/>
        <a:p>
          <a:r>
            <a:rPr lang="es-CR" sz="2400"/>
            <a:t>Control final</a:t>
          </a:r>
          <a:endParaRPr lang="en-US" sz="2400"/>
        </a:p>
      </dgm:t>
    </dgm:pt>
    <dgm:pt modelId="{F577E497-27A0-4606-A22B-92503615AF66}" type="parTrans" cxnId="{A86DE72B-9266-445C-9DC1-3BEA9CBB4DF5}">
      <dgm:prSet/>
      <dgm:spPr/>
      <dgm:t>
        <a:bodyPr/>
        <a:lstStyle/>
        <a:p>
          <a:endParaRPr lang="en-US" sz="2400"/>
        </a:p>
      </dgm:t>
    </dgm:pt>
    <dgm:pt modelId="{B447BB4F-764D-4C3D-AA51-448D0058F15E}" type="sibTrans" cxnId="{A86DE72B-9266-445C-9DC1-3BEA9CBB4DF5}">
      <dgm:prSet/>
      <dgm:spPr/>
      <dgm:t>
        <a:bodyPr/>
        <a:lstStyle/>
        <a:p>
          <a:endParaRPr lang="en-US" sz="2400"/>
        </a:p>
      </dgm:t>
    </dgm:pt>
    <dgm:pt modelId="{2F06F4B7-4880-44CF-9CCD-C72701D02362}">
      <dgm:prSet custT="1"/>
      <dgm:spPr/>
      <dgm:t>
        <a:bodyPr/>
        <a:lstStyle/>
        <a:p>
          <a:r>
            <a:rPr lang="es-CR" sz="2400"/>
            <a:t>Control en el proceso</a:t>
          </a:r>
          <a:endParaRPr lang="en-US" sz="2400"/>
        </a:p>
      </dgm:t>
    </dgm:pt>
    <dgm:pt modelId="{BD7645A4-D3CD-4589-957E-5C5295C1E16D}" type="parTrans" cxnId="{DDE9E2ED-345D-4449-9952-4E968DBFC47F}">
      <dgm:prSet/>
      <dgm:spPr/>
      <dgm:t>
        <a:bodyPr/>
        <a:lstStyle/>
        <a:p>
          <a:endParaRPr lang="en-US" sz="2400"/>
        </a:p>
      </dgm:t>
    </dgm:pt>
    <dgm:pt modelId="{78F1F875-D5C0-429D-B02F-A90DC530B71F}" type="sibTrans" cxnId="{DDE9E2ED-345D-4449-9952-4E968DBFC47F}">
      <dgm:prSet/>
      <dgm:spPr/>
      <dgm:t>
        <a:bodyPr/>
        <a:lstStyle/>
        <a:p>
          <a:endParaRPr lang="en-US" sz="2400"/>
        </a:p>
      </dgm:t>
    </dgm:pt>
    <dgm:pt modelId="{61B8725B-6A4B-4185-996E-635DDFDDE242}">
      <dgm:prSet custT="1"/>
      <dgm:spPr/>
      <dgm:t>
        <a:bodyPr/>
        <a:lstStyle/>
        <a:p>
          <a:r>
            <a:rPr lang="es-CR" sz="2400"/>
            <a:t>Control en diseño</a:t>
          </a:r>
          <a:endParaRPr lang="en-US" sz="2400"/>
        </a:p>
      </dgm:t>
    </dgm:pt>
    <dgm:pt modelId="{BF6414A4-3286-4F1A-9DB6-73C5BDB126D2}" type="parTrans" cxnId="{669237B5-F961-477E-AAF9-937FD97754A4}">
      <dgm:prSet/>
      <dgm:spPr/>
      <dgm:t>
        <a:bodyPr/>
        <a:lstStyle/>
        <a:p>
          <a:endParaRPr lang="en-US" sz="2400"/>
        </a:p>
      </dgm:t>
    </dgm:pt>
    <dgm:pt modelId="{CCB51BF8-3954-4D35-BB52-643FF3FB5BD1}" type="sibTrans" cxnId="{669237B5-F961-477E-AAF9-937FD97754A4}">
      <dgm:prSet/>
      <dgm:spPr/>
      <dgm:t>
        <a:bodyPr/>
        <a:lstStyle/>
        <a:p>
          <a:endParaRPr lang="en-US" sz="2400"/>
        </a:p>
      </dgm:t>
    </dgm:pt>
    <dgm:pt modelId="{A82BE647-2BCF-4803-92A1-3F1B13C59763}">
      <dgm:prSet custT="1"/>
      <dgm:spPr/>
      <dgm:t>
        <a:bodyPr/>
        <a:lstStyle/>
        <a:p>
          <a:r>
            <a:rPr lang="es-CR" sz="2400"/>
            <a:t>Mejora continua</a:t>
          </a:r>
          <a:endParaRPr lang="en-US" sz="2400"/>
        </a:p>
      </dgm:t>
    </dgm:pt>
    <dgm:pt modelId="{7B53DC8B-21C3-430A-8BBB-BB96EBAF04F3}" type="parTrans" cxnId="{B70A402A-1F9F-449E-9B03-FA39092A78DE}">
      <dgm:prSet/>
      <dgm:spPr/>
      <dgm:t>
        <a:bodyPr/>
        <a:lstStyle/>
        <a:p>
          <a:endParaRPr lang="en-US" sz="2400"/>
        </a:p>
      </dgm:t>
    </dgm:pt>
    <dgm:pt modelId="{566E2042-5EB8-405C-99C9-9D905A465A36}" type="sibTrans" cxnId="{B70A402A-1F9F-449E-9B03-FA39092A78DE}">
      <dgm:prSet/>
      <dgm:spPr/>
      <dgm:t>
        <a:bodyPr/>
        <a:lstStyle/>
        <a:p>
          <a:endParaRPr lang="en-US" sz="2400"/>
        </a:p>
      </dgm:t>
    </dgm:pt>
    <dgm:pt modelId="{AD9491EE-BC48-42B8-8623-80C021A7F83B}" type="pres">
      <dgm:prSet presAssocID="{316A0F8E-0B3C-4153-A856-62961B5B3514}" presName="root" presStyleCnt="0">
        <dgm:presLayoutVars>
          <dgm:dir/>
          <dgm:resizeHandles val="exact"/>
        </dgm:presLayoutVars>
      </dgm:prSet>
      <dgm:spPr/>
    </dgm:pt>
    <dgm:pt modelId="{FA324806-3948-4126-8549-1EFA633D5755}" type="pres">
      <dgm:prSet presAssocID="{FFEF07F2-B24D-44E8-83A2-478DEF4E1917}" presName="compNode" presStyleCnt="0"/>
      <dgm:spPr/>
    </dgm:pt>
    <dgm:pt modelId="{9E1AE32E-AB0A-4464-86B2-672DDB83C842}" type="pres">
      <dgm:prSet presAssocID="{FFEF07F2-B24D-44E8-83A2-478DEF4E1917}" presName="bgRect" presStyleLbl="bgShp" presStyleIdx="0" presStyleCnt="6"/>
      <dgm:spPr/>
    </dgm:pt>
    <dgm:pt modelId="{05CC2E9A-454C-4EA4-94DD-D1289DEB372D}" type="pres">
      <dgm:prSet presAssocID="{FFEF07F2-B24D-44E8-83A2-478DEF4E1917}" presName="iconRect" presStyleLbl="node1" presStyleIdx="0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ábrica"/>
        </a:ext>
      </dgm:extLst>
    </dgm:pt>
    <dgm:pt modelId="{49DFBACF-55FF-4754-B0EE-1008C894DC4A}" type="pres">
      <dgm:prSet presAssocID="{FFEF07F2-B24D-44E8-83A2-478DEF4E1917}" presName="spaceRect" presStyleCnt="0"/>
      <dgm:spPr/>
    </dgm:pt>
    <dgm:pt modelId="{9EF80625-09A6-4F0A-9956-18AF5D745DED}" type="pres">
      <dgm:prSet presAssocID="{FFEF07F2-B24D-44E8-83A2-478DEF4E1917}" presName="parTx" presStyleLbl="revTx" presStyleIdx="0" presStyleCnt="6">
        <dgm:presLayoutVars>
          <dgm:chMax val="0"/>
          <dgm:chPref val="0"/>
        </dgm:presLayoutVars>
      </dgm:prSet>
      <dgm:spPr/>
    </dgm:pt>
    <dgm:pt modelId="{6FA482F4-81B2-4AFB-89BC-051B73771104}" type="pres">
      <dgm:prSet presAssocID="{B19622DB-9E7D-4A88-B664-A37298F7F4CF}" presName="sibTrans" presStyleCnt="0"/>
      <dgm:spPr/>
    </dgm:pt>
    <dgm:pt modelId="{CC3CA5E1-1152-4AC9-A671-5B9BDE06AC61}" type="pres">
      <dgm:prSet presAssocID="{AEAFB2DB-9814-44CE-99CF-053F45278750}" presName="compNode" presStyleCnt="0"/>
      <dgm:spPr/>
    </dgm:pt>
    <dgm:pt modelId="{19759390-10B0-40E5-AECA-ACA56E5C22FF}" type="pres">
      <dgm:prSet presAssocID="{AEAFB2DB-9814-44CE-99CF-053F45278750}" presName="bgRect" presStyleLbl="bgShp" presStyleIdx="1" presStyleCnt="6"/>
      <dgm:spPr>
        <a:solidFill>
          <a:schemeClr val="accent6"/>
        </a:solidFill>
      </dgm:spPr>
    </dgm:pt>
    <dgm:pt modelId="{46C03F0D-EE0A-4DDA-9A1F-04C7AC575B0B}" type="pres">
      <dgm:prSet presAssocID="{AEAFB2DB-9814-44CE-99CF-053F45278750}" presName="iconRect" presStyleLbl="node1" presStyleIdx="1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ngranajes"/>
        </a:ext>
      </dgm:extLst>
    </dgm:pt>
    <dgm:pt modelId="{5E135923-86FC-40D7-B970-5C65636A27B6}" type="pres">
      <dgm:prSet presAssocID="{AEAFB2DB-9814-44CE-99CF-053F45278750}" presName="spaceRect" presStyleCnt="0"/>
      <dgm:spPr/>
    </dgm:pt>
    <dgm:pt modelId="{0DAC7D41-2F1D-4CEA-A4EC-4D4C0EB66484}" type="pres">
      <dgm:prSet presAssocID="{AEAFB2DB-9814-44CE-99CF-053F45278750}" presName="parTx" presStyleLbl="revTx" presStyleIdx="1" presStyleCnt="6">
        <dgm:presLayoutVars>
          <dgm:chMax val="0"/>
          <dgm:chPref val="0"/>
        </dgm:presLayoutVars>
      </dgm:prSet>
      <dgm:spPr/>
    </dgm:pt>
    <dgm:pt modelId="{A1C7CE76-88ED-4BD4-85B4-93AA17A0D145}" type="pres">
      <dgm:prSet presAssocID="{4CDA561D-D338-4DEC-BA47-05EE000B7FFB}" presName="sibTrans" presStyleCnt="0"/>
      <dgm:spPr/>
    </dgm:pt>
    <dgm:pt modelId="{0F273F75-514D-4DCC-A601-809D56C3C58A}" type="pres">
      <dgm:prSet presAssocID="{0CE2BCC7-63CF-4C2D-9355-54A110064FAD}" presName="compNode" presStyleCnt="0"/>
      <dgm:spPr/>
    </dgm:pt>
    <dgm:pt modelId="{7A138571-410E-42E3-8CF8-289544D2E461}" type="pres">
      <dgm:prSet presAssocID="{0CE2BCC7-63CF-4C2D-9355-54A110064FAD}" presName="bgRect" presStyleLbl="bgShp" presStyleIdx="2" presStyleCnt="6"/>
      <dgm:spPr/>
    </dgm:pt>
    <dgm:pt modelId="{526E4507-2784-4E2E-ABDB-EF7270A0907B}" type="pres">
      <dgm:prSet presAssocID="{0CE2BCC7-63CF-4C2D-9355-54A110064FAD}" presName="iconRect" presStyleLbl="node1" presStyleIdx="2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rofeo"/>
        </a:ext>
      </dgm:extLst>
    </dgm:pt>
    <dgm:pt modelId="{E49413C6-95D6-470C-93FC-EDE02D39BAEC}" type="pres">
      <dgm:prSet presAssocID="{0CE2BCC7-63CF-4C2D-9355-54A110064FAD}" presName="spaceRect" presStyleCnt="0"/>
      <dgm:spPr/>
    </dgm:pt>
    <dgm:pt modelId="{32517815-0B3D-4400-8EE8-F8771D085BD2}" type="pres">
      <dgm:prSet presAssocID="{0CE2BCC7-63CF-4C2D-9355-54A110064FAD}" presName="parTx" presStyleLbl="revTx" presStyleIdx="2" presStyleCnt="6">
        <dgm:presLayoutVars>
          <dgm:chMax val="0"/>
          <dgm:chPref val="0"/>
        </dgm:presLayoutVars>
      </dgm:prSet>
      <dgm:spPr/>
    </dgm:pt>
    <dgm:pt modelId="{DDB6874A-E5E3-4474-88DA-2387B52A509B}" type="pres">
      <dgm:prSet presAssocID="{B447BB4F-764D-4C3D-AA51-448D0058F15E}" presName="sibTrans" presStyleCnt="0"/>
      <dgm:spPr/>
    </dgm:pt>
    <dgm:pt modelId="{FA355264-A849-47E5-8A88-7BE92244D655}" type="pres">
      <dgm:prSet presAssocID="{2F06F4B7-4880-44CF-9CCD-C72701D02362}" presName="compNode" presStyleCnt="0"/>
      <dgm:spPr/>
    </dgm:pt>
    <dgm:pt modelId="{9A75C388-5329-4CA2-890D-DD1D50E15CFE}" type="pres">
      <dgm:prSet presAssocID="{2F06F4B7-4880-44CF-9CCD-C72701D02362}" presName="bgRect" presStyleLbl="bgShp" presStyleIdx="3" presStyleCnt="6"/>
      <dgm:spPr/>
    </dgm:pt>
    <dgm:pt modelId="{E21739C8-3B2E-4392-9633-56DC0584B167}" type="pres">
      <dgm:prSet presAssocID="{2F06F4B7-4880-44CF-9CCD-C72701D02362}" presName="iconRect" presStyleLbl="node1" presStyleIdx="3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sta de comprobación"/>
        </a:ext>
      </dgm:extLst>
    </dgm:pt>
    <dgm:pt modelId="{3A7341FC-159E-4B76-BF7C-6D367B78F4D6}" type="pres">
      <dgm:prSet presAssocID="{2F06F4B7-4880-44CF-9CCD-C72701D02362}" presName="spaceRect" presStyleCnt="0"/>
      <dgm:spPr/>
    </dgm:pt>
    <dgm:pt modelId="{F59C2858-FD31-45ED-BA57-E7EAB7F19F89}" type="pres">
      <dgm:prSet presAssocID="{2F06F4B7-4880-44CF-9CCD-C72701D02362}" presName="parTx" presStyleLbl="revTx" presStyleIdx="3" presStyleCnt="6">
        <dgm:presLayoutVars>
          <dgm:chMax val="0"/>
          <dgm:chPref val="0"/>
        </dgm:presLayoutVars>
      </dgm:prSet>
      <dgm:spPr/>
    </dgm:pt>
    <dgm:pt modelId="{092072AB-12AF-4029-A25C-C2872C84FABF}" type="pres">
      <dgm:prSet presAssocID="{78F1F875-D5C0-429D-B02F-A90DC530B71F}" presName="sibTrans" presStyleCnt="0"/>
      <dgm:spPr/>
    </dgm:pt>
    <dgm:pt modelId="{74694C8C-CA39-4FE4-AAA9-5CB8031BB016}" type="pres">
      <dgm:prSet presAssocID="{61B8725B-6A4B-4185-996E-635DDFDDE242}" presName="compNode" presStyleCnt="0"/>
      <dgm:spPr/>
    </dgm:pt>
    <dgm:pt modelId="{98A5D22F-8F58-4C83-B6B1-72E4963AC87B}" type="pres">
      <dgm:prSet presAssocID="{61B8725B-6A4B-4185-996E-635DDFDDE242}" presName="bgRect" presStyleLbl="bgShp" presStyleIdx="4" presStyleCnt="6"/>
      <dgm:spPr/>
    </dgm:pt>
    <dgm:pt modelId="{C45FCD49-8E96-44E0-BC44-43AC9F7107F5}" type="pres">
      <dgm:prSet presAssocID="{61B8725B-6A4B-4185-996E-635DDFDDE242}" presName="iconRect" presStyleLbl="node1" presStyleIdx="4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rdenador"/>
        </a:ext>
      </dgm:extLst>
    </dgm:pt>
    <dgm:pt modelId="{64F383D8-A68A-437B-A965-D38A8CE7BDD9}" type="pres">
      <dgm:prSet presAssocID="{61B8725B-6A4B-4185-996E-635DDFDDE242}" presName="spaceRect" presStyleCnt="0"/>
      <dgm:spPr/>
    </dgm:pt>
    <dgm:pt modelId="{9BA108D3-4B98-4FB4-BDCA-D9AA4108BFC6}" type="pres">
      <dgm:prSet presAssocID="{61B8725B-6A4B-4185-996E-635DDFDDE242}" presName="parTx" presStyleLbl="revTx" presStyleIdx="4" presStyleCnt="6">
        <dgm:presLayoutVars>
          <dgm:chMax val="0"/>
          <dgm:chPref val="0"/>
        </dgm:presLayoutVars>
      </dgm:prSet>
      <dgm:spPr/>
    </dgm:pt>
    <dgm:pt modelId="{C248434B-3F44-46B9-A840-D1B11F9F6F88}" type="pres">
      <dgm:prSet presAssocID="{CCB51BF8-3954-4D35-BB52-643FF3FB5BD1}" presName="sibTrans" presStyleCnt="0"/>
      <dgm:spPr/>
    </dgm:pt>
    <dgm:pt modelId="{E8949FF6-BA02-4EAF-A1FC-90006088EC8D}" type="pres">
      <dgm:prSet presAssocID="{A82BE647-2BCF-4803-92A1-3F1B13C59763}" presName="compNode" presStyleCnt="0"/>
      <dgm:spPr/>
    </dgm:pt>
    <dgm:pt modelId="{1C873AB9-3A8D-49CF-B67E-E117B4F489EC}" type="pres">
      <dgm:prSet presAssocID="{A82BE647-2BCF-4803-92A1-3F1B13C59763}" presName="bgRect" presStyleLbl="bgShp" presStyleIdx="5" presStyleCnt="6"/>
      <dgm:spPr/>
    </dgm:pt>
    <dgm:pt modelId="{B887CE0B-7344-4E2D-8A89-801F58670D3E}" type="pres">
      <dgm:prSet presAssocID="{A82BE647-2BCF-4803-92A1-3F1B13C59763}" presName="iconRect" presStyleLbl="node1" presStyleIdx="5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1FB983B1-80F4-4F9E-8D57-EECA137B68FE}" type="pres">
      <dgm:prSet presAssocID="{A82BE647-2BCF-4803-92A1-3F1B13C59763}" presName="spaceRect" presStyleCnt="0"/>
      <dgm:spPr/>
    </dgm:pt>
    <dgm:pt modelId="{F63028E1-3774-4093-AB63-4F3614E5EB7B}" type="pres">
      <dgm:prSet presAssocID="{A82BE647-2BCF-4803-92A1-3F1B13C59763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C8C96D10-07D6-448B-ACE2-31189F96ECA5}" type="presOf" srcId="{A82BE647-2BCF-4803-92A1-3F1B13C59763}" destId="{F63028E1-3774-4093-AB63-4F3614E5EB7B}" srcOrd="0" destOrd="0" presId="urn:microsoft.com/office/officeart/2018/2/layout/IconVerticalSolidList"/>
    <dgm:cxn modelId="{9A549113-B8BE-437C-B95D-4291D36AEEEA}" type="presOf" srcId="{FFEF07F2-B24D-44E8-83A2-478DEF4E1917}" destId="{9EF80625-09A6-4F0A-9956-18AF5D745DED}" srcOrd="0" destOrd="0" presId="urn:microsoft.com/office/officeart/2018/2/layout/IconVerticalSolidList"/>
    <dgm:cxn modelId="{B70A402A-1F9F-449E-9B03-FA39092A78DE}" srcId="{316A0F8E-0B3C-4153-A856-62961B5B3514}" destId="{A82BE647-2BCF-4803-92A1-3F1B13C59763}" srcOrd="5" destOrd="0" parTransId="{7B53DC8B-21C3-430A-8BBB-BB96EBAF04F3}" sibTransId="{566E2042-5EB8-405C-99C9-9D905A465A36}"/>
    <dgm:cxn modelId="{A86DE72B-9266-445C-9DC1-3BEA9CBB4DF5}" srcId="{316A0F8E-0B3C-4153-A856-62961B5B3514}" destId="{0CE2BCC7-63CF-4C2D-9355-54A110064FAD}" srcOrd="2" destOrd="0" parTransId="{F577E497-27A0-4606-A22B-92503615AF66}" sibTransId="{B447BB4F-764D-4C3D-AA51-448D0058F15E}"/>
    <dgm:cxn modelId="{9CCB6467-4903-4698-98D4-6B584B477AAE}" type="presOf" srcId="{316A0F8E-0B3C-4153-A856-62961B5B3514}" destId="{AD9491EE-BC48-42B8-8623-80C021A7F83B}" srcOrd="0" destOrd="0" presId="urn:microsoft.com/office/officeart/2018/2/layout/IconVerticalSolidList"/>
    <dgm:cxn modelId="{A47AAD7C-9732-4944-BDCC-98E574347549}" type="presOf" srcId="{0CE2BCC7-63CF-4C2D-9355-54A110064FAD}" destId="{32517815-0B3D-4400-8EE8-F8771D085BD2}" srcOrd="0" destOrd="0" presId="urn:microsoft.com/office/officeart/2018/2/layout/IconVerticalSolidList"/>
    <dgm:cxn modelId="{669237B5-F961-477E-AAF9-937FD97754A4}" srcId="{316A0F8E-0B3C-4153-A856-62961B5B3514}" destId="{61B8725B-6A4B-4185-996E-635DDFDDE242}" srcOrd="4" destOrd="0" parTransId="{BF6414A4-3286-4F1A-9DB6-73C5BDB126D2}" sibTransId="{CCB51BF8-3954-4D35-BB52-643FF3FB5BD1}"/>
    <dgm:cxn modelId="{BA62BCDB-11EB-4238-80ED-F6E3D7FB4BDE}" srcId="{316A0F8E-0B3C-4153-A856-62961B5B3514}" destId="{AEAFB2DB-9814-44CE-99CF-053F45278750}" srcOrd="1" destOrd="0" parTransId="{73CB2C50-1538-401D-905D-19DD1405ED55}" sibTransId="{4CDA561D-D338-4DEC-BA47-05EE000B7FFB}"/>
    <dgm:cxn modelId="{A0CD75EC-0C9E-4FB4-84D4-F14BCE7D455E}" type="presOf" srcId="{AEAFB2DB-9814-44CE-99CF-053F45278750}" destId="{0DAC7D41-2F1D-4CEA-A4EC-4D4C0EB66484}" srcOrd="0" destOrd="0" presId="urn:microsoft.com/office/officeart/2018/2/layout/IconVerticalSolidList"/>
    <dgm:cxn modelId="{DDE9E2ED-345D-4449-9952-4E968DBFC47F}" srcId="{316A0F8E-0B3C-4153-A856-62961B5B3514}" destId="{2F06F4B7-4880-44CF-9CCD-C72701D02362}" srcOrd="3" destOrd="0" parTransId="{BD7645A4-D3CD-4589-957E-5C5295C1E16D}" sibTransId="{78F1F875-D5C0-429D-B02F-A90DC530B71F}"/>
    <dgm:cxn modelId="{8D2F91F2-88F5-4762-8560-47535AB15571}" type="presOf" srcId="{61B8725B-6A4B-4185-996E-635DDFDDE242}" destId="{9BA108D3-4B98-4FB4-BDCA-D9AA4108BFC6}" srcOrd="0" destOrd="0" presId="urn:microsoft.com/office/officeart/2018/2/layout/IconVerticalSolidList"/>
    <dgm:cxn modelId="{F70F3DF4-1BD7-4A29-87F7-2B12FC61C2F8}" type="presOf" srcId="{2F06F4B7-4880-44CF-9CCD-C72701D02362}" destId="{F59C2858-FD31-45ED-BA57-E7EAB7F19F89}" srcOrd="0" destOrd="0" presId="urn:microsoft.com/office/officeart/2018/2/layout/IconVerticalSolidList"/>
    <dgm:cxn modelId="{F77A80FE-9B61-4F40-9722-16A0FDE4F7BB}" srcId="{316A0F8E-0B3C-4153-A856-62961B5B3514}" destId="{FFEF07F2-B24D-44E8-83A2-478DEF4E1917}" srcOrd="0" destOrd="0" parTransId="{FF25B3F3-6CF7-4AD9-8391-F9CA181DF642}" sibTransId="{B19622DB-9E7D-4A88-B664-A37298F7F4CF}"/>
    <dgm:cxn modelId="{022DF22C-DC80-4806-82CF-FA9FA69EF82D}" type="presParOf" srcId="{AD9491EE-BC48-42B8-8623-80C021A7F83B}" destId="{FA324806-3948-4126-8549-1EFA633D5755}" srcOrd="0" destOrd="0" presId="urn:microsoft.com/office/officeart/2018/2/layout/IconVerticalSolidList"/>
    <dgm:cxn modelId="{B2A65D7B-3015-45A7-A107-32B4E8B821A7}" type="presParOf" srcId="{FA324806-3948-4126-8549-1EFA633D5755}" destId="{9E1AE32E-AB0A-4464-86B2-672DDB83C842}" srcOrd="0" destOrd="0" presId="urn:microsoft.com/office/officeart/2018/2/layout/IconVerticalSolidList"/>
    <dgm:cxn modelId="{047294A1-B13D-42D4-B853-2FADB8EB80A5}" type="presParOf" srcId="{FA324806-3948-4126-8549-1EFA633D5755}" destId="{05CC2E9A-454C-4EA4-94DD-D1289DEB372D}" srcOrd="1" destOrd="0" presId="urn:microsoft.com/office/officeart/2018/2/layout/IconVerticalSolidList"/>
    <dgm:cxn modelId="{95814B09-AD07-4BEF-93EF-4E6507E94F6C}" type="presParOf" srcId="{FA324806-3948-4126-8549-1EFA633D5755}" destId="{49DFBACF-55FF-4754-B0EE-1008C894DC4A}" srcOrd="2" destOrd="0" presId="urn:microsoft.com/office/officeart/2018/2/layout/IconVerticalSolidList"/>
    <dgm:cxn modelId="{47B8BFFF-2A2E-447F-9726-69A9064BA4F4}" type="presParOf" srcId="{FA324806-3948-4126-8549-1EFA633D5755}" destId="{9EF80625-09A6-4F0A-9956-18AF5D745DED}" srcOrd="3" destOrd="0" presId="urn:microsoft.com/office/officeart/2018/2/layout/IconVerticalSolidList"/>
    <dgm:cxn modelId="{ACBF2692-7D56-4C6A-AE59-CB0B3056C0DA}" type="presParOf" srcId="{AD9491EE-BC48-42B8-8623-80C021A7F83B}" destId="{6FA482F4-81B2-4AFB-89BC-051B73771104}" srcOrd="1" destOrd="0" presId="urn:microsoft.com/office/officeart/2018/2/layout/IconVerticalSolidList"/>
    <dgm:cxn modelId="{E762412D-EFC9-437B-B728-62FD9191D768}" type="presParOf" srcId="{AD9491EE-BC48-42B8-8623-80C021A7F83B}" destId="{CC3CA5E1-1152-4AC9-A671-5B9BDE06AC61}" srcOrd="2" destOrd="0" presId="urn:microsoft.com/office/officeart/2018/2/layout/IconVerticalSolidList"/>
    <dgm:cxn modelId="{AA3DEC23-4101-44B8-9703-026C4005D091}" type="presParOf" srcId="{CC3CA5E1-1152-4AC9-A671-5B9BDE06AC61}" destId="{19759390-10B0-40E5-AECA-ACA56E5C22FF}" srcOrd="0" destOrd="0" presId="urn:microsoft.com/office/officeart/2018/2/layout/IconVerticalSolidList"/>
    <dgm:cxn modelId="{EF48362F-7236-4FC6-9731-53AB43107EB4}" type="presParOf" srcId="{CC3CA5E1-1152-4AC9-A671-5B9BDE06AC61}" destId="{46C03F0D-EE0A-4DDA-9A1F-04C7AC575B0B}" srcOrd="1" destOrd="0" presId="urn:microsoft.com/office/officeart/2018/2/layout/IconVerticalSolidList"/>
    <dgm:cxn modelId="{B9F825F9-AAF0-45CD-A88D-9C25FE5ADFCE}" type="presParOf" srcId="{CC3CA5E1-1152-4AC9-A671-5B9BDE06AC61}" destId="{5E135923-86FC-40D7-B970-5C65636A27B6}" srcOrd="2" destOrd="0" presId="urn:microsoft.com/office/officeart/2018/2/layout/IconVerticalSolidList"/>
    <dgm:cxn modelId="{83F69443-D927-4AB9-B725-D8A7E65CE69A}" type="presParOf" srcId="{CC3CA5E1-1152-4AC9-A671-5B9BDE06AC61}" destId="{0DAC7D41-2F1D-4CEA-A4EC-4D4C0EB66484}" srcOrd="3" destOrd="0" presId="urn:microsoft.com/office/officeart/2018/2/layout/IconVerticalSolidList"/>
    <dgm:cxn modelId="{53E2B4C7-675C-48F3-BFE4-E7FB5EF88BB1}" type="presParOf" srcId="{AD9491EE-BC48-42B8-8623-80C021A7F83B}" destId="{A1C7CE76-88ED-4BD4-85B4-93AA17A0D145}" srcOrd="3" destOrd="0" presId="urn:microsoft.com/office/officeart/2018/2/layout/IconVerticalSolidList"/>
    <dgm:cxn modelId="{A6A816EF-58BF-4DDB-B082-552F3CBF9E78}" type="presParOf" srcId="{AD9491EE-BC48-42B8-8623-80C021A7F83B}" destId="{0F273F75-514D-4DCC-A601-809D56C3C58A}" srcOrd="4" destOrd="0" presId="urn:microsoft.com/office/officeart/2018/2/layout/IconVerticalSolidList"/>
    <dgm:cxn modelId="{F113D8A9-061A-497C-B4FD-157BA3AEA2CE}" type="presParOf" srcId="{0F273F75-514D-4DCC-A601-809D56C3C58A}" destId="{7A138571-410E-42E3-8CF8-289544D2E461}" srcOrd="0" destOrd="0" presId="urn:microsoft.com/office/officeart/2018/2/layout/IconVerticalSolidList"/>
    <dgm:cxn modelId="{D38C6269-1C51-444B-999A-82F314CB7365}" type="presParOf" srcId="{0F273F75-514D-4DCC-A601-809D56C3C58A}" destId="{526E4507-2784-4E2E-ABDB-EF7270A0907B}" srcOrd="1" destOrd="0" presId="urn:microsoft.com/office/officeart/2018/2/layout/IconVerticalSolidList"/>
    <dgm:cxn modelId="{A9DD748D-782F-45D7-92F8-5AF470108CEF}" type="presParOf" srcId="{0F273F75-514D-4DCC-A601-809D56C3C58A}" destId="{E49413C6-95D6-470C-93FC-EDE02D39BAEC}" srcOrd="2" destOrd="0" presId="urn:microsoft.com/office/officeart/2018/2/layout/IconVerticalSolidList"/>
    <dgm:cxn modelId="{3B207046-AA28-4B93-9CC5-0C6A8642B8A7}" type="presParOf" srcId="{0F273F75-514D-4DCC-A601-809D56C3C58A}" destId="{32517815-0B3D-4400-8EE8-F8771D085BD2}" srcOrd="3" destOrd="0" presId="urn:microsoft.com/office/officeart/2018/2/layout/IconVerticalSolidList"/>
    <dgm:cxn modelId="{16ABBC94-4482-469C-8406-AD6DC0E585F9}" type="presParOf" srcId="{AD9491EE-BC48-42B8-8623-80C021A7F83B}" destId="{DDB6874A-E5E3-4474-88DA-2387B52A509B}" srcOrd="5" destOrd="0" presId="urn:microsoft.com/office/officeart/2018/2/layout/IconVerticalSolidList"/>
    <dgm:cxn modelId="{DA37B9F0-16A2-40A6-A164-DDDC827704F1}" type="presParOf" srcId="{AD9491EE-BC48-42B8-8623-80C021A7F83B}" destId="{FA355264-A849-47E5-8A88-7BE92244D655}" srcOrd="6" destOrd="0" presId="urn:microsoft.com/office/officeart/2018/2/layout/IconVerticalSolidList"/>
    <dgm:cxn modelId="{798912E2-BAD1-4336-99AD-BECADF751188}" type="presParOf" srcId="{FA355264-A849-47E5-8A88-7BE92244D655}" destId="{9A75C388-5329-4CA2-890D-DD1D50E15CFE}" srcOrd="0" destOrd="0" presId="urn:microsoft.com/office/officeart/2018/2/layout/IconVerticalSolidList"/>
    <dgm:cxn modelId="{7E172151-5BBF-4D63-A705-D3BC77C76155}" type="presParOf" srcId="{FA355264-A849-47E5-8A88-7BE92244D655}" destId="{E21739C8-3B2E-4392-9633-56DC0584B167}" srcOrd="1" destOrd="0" presId="urn:microsoft.com/office/officeart/2018/2/layout/IconVerticalSolidList"/>
    <dgm:cxn modelId="{54E1349D-4C55-4640-9323-8544CA7D35C8}" type="presParOf" srcId="{FA355264-A849-47E5-8A88-7BE92244D655}" destId="{3A7341FC-159E-4B76-BF7C-6D367B78F4D6}" srcOrd="2" destOrd="0" presId="urn:microsoft.com/office/officeart/2018/2/layout/IconVerticalSolidList"/>
    <dgm:cxn modelId="{A6E505EB-D282-4B38-86C3-0AC189161119}" type="presParOf" srcId="{FA355264-A849-47E5-8A88-7BE92244D655}" destId="{F59C2858-FD31-45ED-BA57-E7EAB7F19F89}" srcOrd="3" destOrd="0" presId="urn:microsoft.com/office/officeart/2018/2/layout/IconVerticalSolidList"/>
    <dgm:cxn modelId="{3439E8C1-C27A-4B86-8734-A9583BE2D77B}" type="presParOf" srcId="{AD9491EE-BC48-42B8-8623-80C021A7F83B}" destId="{092072AB-12AF-4029-A25C-C2872C84FABF}" srcOrd="7" destOrd="0" presId="urn:microsoft.com/office/officeart/2018/2/layout/IconVerticalSolidList"/>
    <dgm:cxn modelId="{23BF4C12-B441-4B89-9EB9-CAB98B486FF6}" type="presParOf" srcId="{AD9491EE-BC48-42B8-8623-80C021A7F83B}" destId="{74694C8C-CA39-4FE4-AAA9-5CB8031BB016}" srcOrd="8" destOrd="0" presId="urn:microsoft.com/office/officeart/2018/2/layout/IconVerticalSolidList"/>
    <dgm:cxn modelId="{F76C8242-58C6-42C6-B676-FF3210DBC13B}" type="presParOf" srcId="{74694C8C-CA39-4FE4-AAA9-5CB8031BB016}" destId="{98A5D22F-8F58-4C83-B6B1-72E4963AC87B}" srcOrd="0" destOrd="0" presId="urn:microsoft.com/office/officeart/2018/2/layout/IconVerticalSolidList"/>
    <dgm:cxn modelId="{A1363532-22D2-404C-8723-C7D871685376}" type="presParOf" srcId="{74694C8C-CA39-4FE4-AAA9-5CB8031BB016}" destId="{C45FCD49-8E96-44E0-BC44-43AC9F7107F5}" srcOrd="1" destOrd="0" presId="urn:microsoft.com/office/officeart/2018/2/layout/IconVerticalSolidList"/>
    <dgm:cxn modelId="{3576436B-F5E8-4310-95E2-298377C416DA}" type="presParOf" srcId="{74694C8C-CA39-4FE4-AAA9-5CB8031BB016}" destId="{64F383D8-A68A-437B-A965-D38A8CE7BDD9}" srcOrd="2" destOrd="0" presId="urn:microsoft.com/office/officeart/2018/2/layout/IconVerticalSolidList"/>
    <dgm:cxn modelId="{D0F9F840-5495-4DDD-A56F-D4F5FC0C5B86}" type="presParOf" srcId="{74694C8C-CA39-4FE4-AAA9-5CB8031BB016}" destId="{9BA108D3-4B98-4FB4-BDCA-D9AA4108BFC6}" srcOrd="3" destOrd="0" presId="urn:microsoft.com/office/officeart/2018/2/layout/IconVerticalSolidList"/>
    <dgm:cxn modelId="{EC14B241-A4ED-4275-9A27-C54E7CBC1261}" type="presParOf" srcId="{AD9491EE-BC48-42B8-8623-80C021A7F83B}" destId="{C248434B-3F44-46B9-A840-D1B11F9F6F88}" srcOrd="9" destOrd="0" presId="urn:microsoft.com/office/officeart/2018/2/layout/IconVerticalSolidList"/>
    <dgm:cxn modelId="{B1C39561-B0D8-454C-9FE3-E65E07932103}" type="presParOf" srcId="{AD9491EE-BC48-42B8-8623-80C021A7F83B}" destId="{E8949FF6-BA02-4EAF-A1FC-90006088EC8D}" srcOrd="10" destOrd="0" presId="urn:microsoft.com/office/officeart/2018/2/layout/IconVerticalSolidList"/>
    <dgm:cxn modelId="{B47C0196-2B5E-441A-A7A8-674F85571745}" type="presParOf" srcId="{E8949FF6-BA02-4EAF-A1FC-90006088EC8D}" destId="{1C873AB9-3A8D-49CF-B67E-E117B4F489EC}" srcOrd="0" destOrd="0" presId="urn:microsoft.com/office/officeart/2018/2/layout/IconVerticalSolidList"/>
    <dgm:cxn modelId="{EF344C75-1597-4ADA-B8A8-F3D367BEAFC9}" type="presParOf" srcId="{E8949FF6-BA02-4EAF-A1FC-90006088EC8D}" destId="{B887CE0B-7344-4E2D-8A89-801F58670D3E}" srcOrd="1" destOrd="0" presId="urn:microsoft.com/office/officeart/2018/2/layout/IconVerticalSolidList"/>
    <dgm:cxn modelId="{A53A298F-A1CB-4478-A9BF-8FFE8EFA9B20}" type="presParOf" srcId="{E8949FF6-BA02-4EAF-A1FC-90006088EC8D}" destId="{1FB983B1-80F4-4F9E-8D57-EECA137B68FE}" srcOrd="2" destOrd="0" presId="urn:microsoft.com/office/officeart/2018/2/layout/IconVerticalSolidList"/>
    <dgm:cxn modelId="{15692A6E-A119-4A1C-8225-DCCDEE62FE1A}" type="presParOf" srcId="{E8949FF6-BA02-4EAF-A1FC-90006088EC8D}" destId="{F63028E1-3774-4093-AB63-4F3614E5EB7B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316A0F8E-0B3C-4153-A856-62961B5B3514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FFEF07F2-B24D-44E8-83A2-478DEF4E1917}">
      <dgm:prSet custT="1"/>
      <dgm:spPr/>
      <dgm:t>
        <a:bodyPr/>
        <a:lstStyle/>
        <a:p>
          <a:r>
            <a:rPr lang="es-CR" sz="2400"/>
            <a:t>Artesanal</a:t>
          </a:r>
          <a:endParaRPr lang="en-US" sz="2400"/>
        </a:p>
      </dgm:t>
    </dgm:pt>
    <dgm:pt modelId="{FF25B3F3-6CF7-4AD9-8391-F9CA181DF642}" type="parTrans" cxnId="{F77A80FE-9B61-4F40-9722-16A0FDE4F7BB}">
      <dgm:prSet/>
      <dgm:spPr/>
      <dgm:t>
        <a:bodyPr/>
        <a:lstStyle/>
        <a:p>
          <a:endParaRPr lang="en-US" sz="2400"/>
        </a:p>
      </dgm:t>
    </dgm:pt>
    <dgm:pt modelId="{B19622DB-9E7D-4A88-B664-A37298F7F4CF}" type="sibTrans" cxnId="{F77A80FE-9B61-4F40-9722-16A0FDE4F7BB}">
      <dgm:prSet/>
      <dgm:spPr/>
      <dgm:t>
        <a:bodyPr/>
        <a:lstStyle/>
        <a:p>
          <a:endParaRPr lang="en-US" sz="2400"/>
        </a:p>
      </dgm:t>
    </dgm:pt>
    <dgm:pt modelId="{AEAFB2DB-9814-44CE-99CF-053F45278750}">
      <dgm:prSet custT="1"/>
      <dgm:spPr/>
      <dgm:t>
        <a:bodyPr/>
        <a:lstStyle/>
        <a:p>
          <a:r>
            <a:rPr lang="es-CR" sz="2400"/>
            <a:t>Industrialización</a:t>
          </a:r>
          <a:endParaRPr lang="en-US" sz="2400"/>
        </a:p>
      </dgm:t>
    </dgm:pt>
    <dgm:pt modelId="{73CB2C50-1538-401D-905D-19DD1405ED55}" type="parTrans" cxnId="{BA62BCDB-11EB-4238-80ED-F6E3D7FB4BDE}">
      <dgm:prSet/>
      <dgm:spPr/>
      <dgm:t>
        <a:bodyPr/>
        <a:lstStyle/>
        <a:p>
          <a:endParaRPr lang="en-US" sz="2400"/>
        </a:p>
      </dgm:t>
    </dgm:pt>
    <dgm:pt modelId="{4CDA561D-D338-4DEC-BA47-05EE000B7FFB}" type="sibTrans" cxnId="{BA62BCDB-11EB-4238-80ED-F6E3D7FB4BDE}">
      <dgm:prSet/>
      <dgm:spPr/>
      <dgm:t>
        <a:bodyPr/>
        <a:lstStyle/>
        <a:p>
          <a:endParaRPr lang="en-US" sz="2400"/>
        </a:p>
      </dgm:t>
    </dgm:pt>
    <dgm:pt modelId="{0CE2BCC7-63CF-4C2D-9355-54A110064FAD}">
      <dgm:prSet custT="1"/>
      <dgm:spPr/>
      <dgm:t>
        <a:bodyPr/>
        <a:lstStyle/>
        <a:p>
          <a:r>
            <a:rPr lang="es-CR" sz="2400"/>
            <a:t>Control final</a:t>
          </a:r>
          <a:endParaRPr lang="en-US" sz="2400"/>
        </a:p>
      </dgm:t>
    </dgm:pt>
    <dgm:pt modelId="{F577E497-27A0-4606-A22B-92503615AF66}" type="parTrans" cxnId="{A86DE72B-9266-445C-9DC1-3BEA9CBB4DF5}">
      <dgm:prSet/>
      <dgm:spPr/>
      <dgm:t>
        <a:bodyPr/>
        <a:lstStyle/>
        <a:p>
          <a:endParaRPr lang="en-US" sz="2400"/>
        </a:p>
      </dgm:t>
    </dgm:pt>
    <dgm:pt modelId="{B447BB4F-764D-4C3D-AA51-448D0058F15E}" type="sibTrans" cxnId="{A86DE72B-9266-445C-9DC1-3BEA9CBB4DF5}">
      <dgm:prSet/>
      <dgm:spPr/>
      <dgm:t>
        <a:bodyPr/>
        <a:lstStyle/>
        <a:p>
          <a:endParaRPr lang="en-US" sz="2400"/>
        </a:p>
      </dgm:t>
    </dgm:pt>
    <dgm:pt modelId="{2F06F4B7-4880-44CF-9CCD-C72701D02362}">
      <dgm:prSet custT="1"/>
      <dgm:spPr/>
      <dgm:t>
        <a:bodyPr/>
        <a:lstStyle/>
        <a:p>
          <a:r>
            <a:rPr lang="es-CR" sz="2400"/>
            <a:t>Control en el proceso</a:t>
          </a:r>
          <a:endParaRPr lang="en-US" sz="2400"/>
        </a:p>
      </dgm:t>
    </dgm:pt>
    <dgm:pt modelId="{BD7645A4-D3CD-4589-957E-5C5295C1E16D}" type="parTrans" cxnId="{DDE9E2ED-345D-4449-9952-4E968DBFC47F}">
      <dgm:prSet/>
      <dgm:spPr/>
      <dgm:t>
        <a:bodyPr/>
        <a:lstStyle/>
        <a:p>
          <a:endParaRPr lang="en-US" sz="2400"/>
        </a:p>
      </dgm:t>
    </dgm:pt>
    <dgm:pt modelId="{78F1F875-D5C0-429D-B02F-A90DC530B71F}" type="sibTrans" cxnId="{DDE9E2ED-345D-4449-9952-4E968DBFC47F}">
      <dgm:prSet/>
      <dgm:spPr/>
      <dgm:t>
        <a:bodyPr/>
        <a:lstStyle/>
        <a:p>
          <a:endParaRPr lang="en-US" sz="2400"/>
        </a:p>
      </dgm:t>
    </dgm:pt>
    <dgm:pt modelId="{61B8725B-6A4B-4185-996E-635DDFDDE242}">
      <dgm:prSet custT="1"/>
      <dgm:spPr/>
      <dgm:t>
        <a:bodyPr/>
        <a:lstStyle/>
        <a:p>
          <a:r>
            <a:rPr lang="es-CR" sz="2400"/>
            <a:t>Control en diseño</a:t>
          </a:r>
          <a:endParaRPr lang="en-US" sz="2400"/>
        </a:p>
      </dgm:t>
    </dgm:pt>
    <dgm:pt modelId="{BF6414A4-3286-4F1A-9DB6-73C5BDB126D2}" type="parTrans" cxnId="{669237B5-F961-477E-AAF9-937FD97754A4}">
      <dgm:prSet/>
      <dgm:spPr/>
      <dgm:t>
        <a:bodyPr/>
        <a:lstStyle/>
        <a:p>
          <a:endParaRPr lang="en-US" sz="2400"/>
        </a:p>
      </dgm:t>
    </dgm:pt>
    <dgm:pt modelId="{CCB51BF8-3954-4D35-BB52-643FF3FB5BD1}" type="sibTrans" cxnId="{669237B5-F961-477E-AAF9-937FD97754A4}">
      <dgm:prSet/>
      <dgm:spPr/>
      <dgm:t>
        <a:bodyPr/>
        <a:lstStyle/>
        <a:p>
          <a:endParaRPr lang="en-US" sz="2400"/>
        </a:p>
      </dgm:t>
    </dgm:pt>
    <dgm:pt modelId="{A82BE647-2BCF-4803-92A1-3F1B13C59763}">
      <dgm:prSet custT="1"/>
      <dgm:spPr/>
      <dgm:t>
        <a:bodyPr/>
        <a:lstStyle/>
        <a:p>
          <a:r>
            <a:rPr lang="es-CR" sz="2400"/>
            <a:t>Mejora continua</a:t>
          </a:r>
          <a:endParaRPr lang="en-US" sz="2400"/>
        </a:p>
      </dgm:t>
    </dgm:pt>
    <dgm:pt modelId="{7B53DC8B-21C3-430A-8BBB-BB96EBAF04F3}" type="parTrans" cxnId="{B70A402A-1F9F-449E-9B03-FA39092A78DE}">
      <dgm:prSet/>
      <dgm:spPr/>
      <dgm:t>
        <a:bodyPr/>
        <a:lstStyle/>
        <a:p>
          <a:endParaRPr lang="en-US" sz="2400"/>
        </a:p>
      </dgm:t>
    </dgm:pt>
    <dgm:pt modelId="{566E2042-5EB8-405C-99C9-9D905A465A36}" type="sibTrans" cxnId="{B70A402A-1F9F-449E-9B03-FA39092A78DE}">
      <dgm:prSet/>
      <dgm:spPr/>
      <dgm:t>
        <a:bodyPr/>
        <a:lstStyle/>
        <a:p>
          <a:endParaRPr lang="en-US" sz="2400"/>
        </a:p>
      </dgm:t>
    </dgm:pt>
    <dgm:pt modelId="{AD9491EE-BC48-42B8-8623-80C021A7F83B}" type="pres">
      <dgm:prSet presAssocID="{316A0F8E-0B3C-4153-A856-62961B5B3514}" presName="root" presStyleCnt="0">
        <dgm:presLayoutVars>
          <dgm:dir/>
          <dgm:resizeHandles val="exact"/>
        </dgm:presLayoutVars>
      </dgm:prSet>
      <dgm:spPr/>
    </dgm:pt>
    <dgm:pt modelId="{FA324806-3948-4126-8549-1EFA633D5755}" type="pres">
      <dgm:prSet presAssocID="{FFEF07F2-B24D-44E8-83A2-478DEF4E1917}" presName="compNode" presStyleCnt="0"/>
      <dgm:spPr/>
    </dgm:pt>
    <dgm:pt modelId="{9E1AE32E-AB0A-4464-86B2-672DDB83C842}" type="pres">
      <dgm:prSet presAssocID="{FFEF07F2-B24D-44E8-83A2-478DEF4E1917}" presName="bgRect" presStyleLbl="bgShp" presStyleIdx="0" presStyleCnt="6"/>
      <dgm:spPr/>
    </dgm:pt>
    <dgm:pt modelId="{05CC2E9A-454C-4EA4-94DD-D1289DEB372D}" type="pres">
      <dgm:prSet presAssocID="{FFEF07F2-B24D-44E8-83A2-478DEF4E1917}" presName="iconRect" presStyleLbl="node1" presStyleIdx="0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ábrica"/>
        </a:ext>
      </dgm:extLst>
    </dgm:pt>
    <dgm:pt modelId="{49DFBACF-55FF-4754-B0EE-1008C894DC4A}" type="pres">
      <dgm:prSet presAssocID="{FFEF07F2-B24D-44E8-83A2-478DEF4E1917}" presName="spaceRect" presStyleCnt="0"/>
      <dgm:spPr/>
    </dgm:pt>
    <dgm:pt modelId="{9EF80625-09A6-4F0A-9956-18AF5D745DED}" type="pres">
      <dgm:prSet presAssocID="{FFEF07F2-B24D-44E8-83A2-478DEF4E1917}" presName="parTx" presStyleLbl="revTx" presStyleIdx="0" presStyleCnt="6">
        <dgm:presLayoutVars>
          <dgm:chMax val="0"/>
          <dgm:chPref val="0"/>
        </dgm:presLayoutVars>
      </dgm:prSet>
      <dgm:spPr/>
    </dgm:pt>
    <dgm:pt modelId="{6FA482F4-81B2-4AFB-89BC-051B73771104}" type="pres">
      <dgm:prSet presAssocID="{B19622DB-9E7D-4A88-B664-A37298F7F4CF}" presName="sibTrans" presStyleCnt="0"/>
      <dgm:spPr/>
    </dgm:pt>
    <dgm:pt modelId="{CC3CA5E1-1152-4AC9-A671-5B9BDE06AC61}" type="pres">
      <dgm:prSet presAssocID="{AEAFB2DB-9814-44CE-99CF-053F45278750}" presName="compNode" presStyleCnt="0"/>
      <dgm:spPr/>
    </dgm:pt>
    <dgm:pt modelId="{19759390-10B0-40E5-AECA-ACA56E5C22FF}" type="pres">
      <dgm:prSet presAssocID="{AEAFB2DB-9814-44CE-99CF-053F45278750}" presName="bgRect" presStyleLbl="bgShp" presStyleIdx="1" presStyleCnt="6"/>
      <dgm:spPr/>
    </dgm:pt>
    <dgm:pt modelId="{46C03F0D-EE0A-4DDA-9A1F-04C7AC575B0B}" type="pres">
      <dgm:prSet presAssocID="{AEAFB2DB-9814-44CE-99CF-053F45278750}" presName="iconRect" presStyleLbl="node1" presStyleIdx="1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ngranajes"/>
        </a:ext>
      </dgm:extLst>
    </dgm:pt>
    <dgm:pt modelId="{5E135923-86FC-40D7-B970-5C65636A27B6}" type="pres">
      <dgm:prSet presAssocID="{AEAFB2DB-9814-44CE-99CF-053F45278750}" presName="spaceRect" presStyleCnt="0"/>
      <dgm:spPr/>
    </dgm:pt>
    <dgm:pt modelId="{0DAC7D41-2F1D-4CEA-A4EC-4D4C0EB66484}" type="pres">
      <dgm:prSet presAssocID="{AEAFB2DB-9814-44CE-99CF-053F45278750}" presName="parTx" presStyleLbl="revTx" presStyleIdx="1" presStyleCnt="6">
        <dgm:presLayoutVars>
          <dgm:chMax val="0"/>
          <dgm:chPref val="0"/>
        </dgm:presLayoutVars>
      </dgm:prSet>
      <dgm:spPr/>
    </dgm:pt>
    <dgm:pt modelId="{A1C7CE76-88ED-4BD4-85B4-93AA17A0D145}" type="pres">
      <dgm:prSet presAssocID="{4CDA561D-D338-4DEC-BA47-05EE000B7FFB}" presName="sibTrans" presStyleCnt="0"/>
      <dgm:spPr/>
    </dgm:pt>
    <dgm:pt modelId="{0F273F75-514D-4DCC-A601-809D56C3C58A}" type="pres">
      <dgm:prSet presAssocID="{0CE2BCC7-63CF-4C2D-9355-54A110064FAD}" presName="compNode" presStyleCnt="0"/>
      <dgm:spPr/>
    </dgm:pt>
    <dgm:pt modelId="{7A138571-410E-42E3-8CF8-289544D2E461}" type="pres">
      <dgm:prSet presAssocID="{0CE2BCC7-63CF-4C2D-9355-54A110064FAD}" presName="bgRect" presStyleLbl="bgShp" presStyleIdx="2" presStyleCnt="6"/>
      <dgm:spPr>
        <a:solidFill>
          <a:schemeClr val="accent6"/>
        </a:solidFill>
      </dgm:spPr>
    </dgm:pt>
    <dgm:pt modelId="{526E4507-2784-4E2E-ABDB-EF7270A0907B}" type="pres">
      <dgm:prSet presAssocID="{0CE2BCC7-63CF-4C2D-9355-54A110064FAD}" presName="iconRect" presStyleLbl="node1" presStyleIdx="2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rofeo"/>
        </a:ext>
      </dgm:extLst>
    </dgm:pt>
    <dgm:pt modelId="{E49413C6-95D6-470C-93FC-EDE02D39BAEC}" type="pres">
      <dgm:prSet presAssocID="{0CE2BCC7-63CF-4C2D-9355-54A110064FAD}" presName="spaceRect" presStyleCnt="0"/>
      <dgm:spPr/>
    </dgm:pt>
    <dgm:pt modelId="{32517815-0B3D-4400-8EE8-F8771D085BD2}" type="pres">
      <dgm:prSet presAssocID="{0CE2BCC7-63CF-4C2D-9355-54A110064FAD}" presName="parTx" presStyleLbl="revTx" presStyleIdx="2" presStyleCnt="6">
        <dgm:presLayoutVars>
          <dgm:chMax val="0"/>
          <dgm:chPref val="0"/>
        </dgm:presLayoutVars>
      </dgm:prSet>
      <dgm:spPr/>
    </dgm:pt>
    <dgm:pt modelId="{DDB6874A-E5E3-4474-88DA-2387B52A509B}" type="pres">
      <dgm:prSet presAssocID="{B447BB4F-764D-4C3D-AA51-448D0058F15E}" presName="sibTrans" presStyleCnt="0"/>
      <dgm:spPr/>
    </dgm:pt>
    <dgm:pt modelId="{FA355264-A849-47E5-8A88-7BE92244D655}" type="pres">
      <dgm:prSet presAssocID="{2F06F4B7-4880-44CF-9CCD-C72701D02362}" presName="compNode" presStyleCnt="0"/>
      <dgm:spPr/>
    </dgm:pt>
    <dgm:pt modelId="{9A75C388-5329-4CA2-890D-DD1D50E15CFE}" type="pres">
      <dgm:prSet presAssocID="{2F06F4B7-4880-44CF-9CCD-C72701D02362}" presName="bgRect" presStyleLbl="bgShp" presStyleIdx="3" presStyleCnt="6"/>
      <dgm:spPr/>
    </dgm:pt>
    <dgm:pt modelId="{E21739C8-3B2E-4392-9633-56DC0584B167}" type="pres">
      <dgm:prSet presAssocID="{2F06F4B7-4880-44CF-9CCD-C72701D02362}" presName="iconRect" presStyleLbl="node1" presStyleIdx="3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sta de comprobación"/>
        </a:ext>
      </dgm:extLst>
    </dgm:pt>
    <dgm:pt modelId="{3A7341FC-159E-4B76-BF7C-6D367B78F4D6}" type="pres">
      <dgm:prSet presAssocID="{2F06F4B7-4880-44CF-9CCD-C72701D02362}" presName="spaceRect" presStyleCnt="0"/>
      <dgm:spPr/>
    </dgm:pt>
    <dgm:pt modelId="{F59C2858-FD31-45ED-BA57-E7EAB7F19F89}" type="pres">
      <dgm:prSet presAssocID="{2F06F4B7-4880-44CF-9CCD-C72701D02362}" presName="parTx" presStyleLbl="revTx" presStyleIdx="3" presStyleCnt="6">
        <dgm:presLayoutVars>
          <dgm:chMax val="0"/>
          <dgm:chPref val="0"/>
        </dgm:presLayoutVars>
      </dgm:prSet>
      <dgm:spPr/>
    </dgm:pt>
    <dgm:pt modelId="{092072AB-12AF-4029-A25C-C2872C84FABF}" type="pres">
      <dgm:prSet presAssocID="{78F1F875-D5C0-429D-B02F-A90DC530B71F}" presName="sibTrans" presStyleCnt="0"/>
      <dgm:spPr/>
    </dgm:pt>
    <dgm:pt modelId="{74694C8C-CA39-4FE4-AAA9-5CB8031BB016}" type="pres">
      <dgm:prSet presAssocID="{61B8725B-6A4B-4185-996E-635DDFDDE242}" presName="compNode" presStyleCnt="0"/>
      <dgm:spPr/>
    </dgm:pt>
    <dgm:pt modelId="{98A5D22F-8F58-4C83-B6B1-72E4963AC87B}" type="pres">
      <dgm:prSet presAssocID="{61B8725B-6A4B-4185-996E-635DDFDDE242}" presName="bgRect" presStyleLbl="bgShp" presStyleIdx="4" presStyleCnt="6"/>
      <dgm:spPr/>
    </dgm:pt>
    <dgm:pt modelId="{C45FCD49-8E96-44E0-BC44-43AC9F7107F5}" type="pres">
      <dgm:prSet presAssocID="{61B8725B-6A4B-4185-996E-635DDFDDE242}" presName="iconRect" presStyleLbl="node1" presStyleIdx="4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rdenador"/>
        </a:ext>
      </dgm:extLst>
    </dgm:pt>
    <dgm:pt modelId="{64F383D8-A68A-437B-A965-D38A8CE7BDD9}" type="pres">
      <dgm:prSet presAssocID="{61B8725B-6A4B-4185-996E-635DDFDDE242}" presName="spaceRect" presStyleCnt="0"/>
      <dgm:spPr/>
    </dgm:pt>
    <dgm:pt modelId="{9BA108D3-4B98-4FB4-BDCA-D9AA4108BFC6}" type="pres">
      <dgm:prSet presAssocID="{61B8725B-6A4B-4185-996E-635DDFDDE242}" presName="parTx" presStyleLbl="revTx" presStyleIdx="4" presStyleCnt="6">
        <dgm:presLayoutVars>
          <dgm:chMax val="0"/>
          <dgm:chPref val="0"/>
        </dgm:presLayoutVars>
      </dgm:prSet>
      <dgm:spPr/>
    </dgm:pt>
    <dgm:pt modelId="{C248434B-3F44-46B9-A840-D1B11F9F6F88}" type="pres">
      <dgm:prSet presAssocID="{CCB51BF8-3954-4D35-BB52-643FF3FB5BD1}" presName="sibTrans" presStyleCnt="0"/>
      <dgm:spPr/>
    </dgm:pt>
    <dgm:pt modelId="{E8949FF6-BA02-4EAF-A1FC-90006088EC8D}" type="pres">
      <dgm:prSet presAssocID="{A82BE647-2BCF-4803-92A1-3F1B13C59763}" presName="compNode" presStyleCnt="0"/>
      <dgm:spPr/>
    </dgm:pt>
    <dgm:pt modelId="{1C873AB9-3A8D-49CF-B67E-E117B4F489EC}" type="pres">
      <dgm:prSet presAssocID="{A82BE647-2BCF-4803-92A1-3F1B13C59763}" presName="bgRect" presStyleLbl="bgShp" presStyleIdx="5" presStyleCnt="6"/>
      <dgm:spPr/>
    </dgm:pt>
    <dgm:pt modelId="{B887CE0B-7344-4E2D-8A89-801F58670D3E}" type="pres">
      <dgm:prSet presAssocID="{A82BE647-2BCF-4803-92A1-3F1B13C59763}" presName="iconRect" presStyleLbl="node1" presStyleIdx="5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1FB983B1-80F4-4F9E-8D57-EECA137B68FE}" type="pres">
      <dgm:prSet presAssocID="{A82BE647-2BCF-4803-92A1-3F1B13C59763}" presName="spaceRect" presStyleCnt="0"/>
      <dgm:spPr/>
    </dgm:pt>
    <dgm:pt modelId="{F63028E1-3774-4093-AB63-4F3614E5EB7B}" type="pres">
      <dgm:prSet presAssocID="{A82BE647-2BCF-4803-92A1-3F1B13C59763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C8C96D10-07D6-448B-ACE2-31189F96ECA5}" type="presOf" srcId="{A82BE647-2BCF-4803-92A1-3F1B13C59763}" destId="{F63028E1-3774-4093-AB63-4F3614E5EB7B}" srcOrd="0" destOrd="0" presId="urn:microsoft.com/office/officeart/2018/2/layout/IconVerticalSolidList"/>
    <dgm:cxn modelId="{9A549113-B8BE-437C-B95D-4291D36AEEEA}" type="presOf" srcId="{FFEF07F2-B24D-44E8-83A2-478DEF4E1917}" destId="{9EF80625-09A6-4F0A-9956-18AF5D745DED}" srcOrd="0" destOrd="0" presId="urn:microsoft.com/office/officeart/2018/2/layout/IconVerticalSolidList"/>
    <dgm:cxn modelId="{B70A402A-1F9F-449E-9B03-FA39092A78DE}" srcId="{316A0F8E-0B3C-4153-A856-62961B5B3514}" destId="{A82BE647-2BCF-4803-92A1-3F1B13C59763}" srcOrd="5" destOrd="0" parTransId="{7B53DC8B-21C3-430A-8BBB-BB96EBAF04F3}" sibTransId="{566E2042-5EB8-405C-99C9-9D905A465A36}"/>
    <dgm:cxn modelId="{A86DE72B-9266-445C-9DC1-3BEA9CBB4DF5}" srcId="{316A0F8E-0B3C-4153-A856-62961B5B3514}" destId="{0CE2BCC7-63CF-4C2D-9355-54A110064FAD}" srcOrd="2" destOrd="0" parTransId="{F577E497-27A0-4606-A22B-92503615AF66}" sibTransId="{B447BB4F-764D-4C3D-AA51-448D0058F15E}"/>
    <dgm:cxn modelId="{9CCB6467-4903-4698-98D4-6B584B477AAE}" type="presOf" srcId="{316A0F8E-0B3C-4153-A856-62961B5B3514}" destId="{AD9491EE-BC48-42B8-8623-80C021A7F83B}" srcOrd="0" destOrd="0" presId="urn:microsoft.com/office/officeart/2018/2/layout/IconVerticalSolidList"/>
    <dgm:cxn modelId="{A47AAD7C-9732-4944-BDCC-98E574347549}" type="presOf" srcId="{0CE2BCC7-63CF-4C2D-9355-54A110064FAD}" destId="{32517815-0B3D-4400-8EE8-F8771D085BD2}" srcOrd="0" destOrd="0" presId="urn:microsoft.com/office/officeart/2018/2/layout/IconVerticalSolidList"/>
    <dgm:cxn modelId="{669237B5-F961-477E-AAF9-937FD97754A4}" srcId="{316A0F8E-0B3C-4153-A856-62961B5B3514}" destId="{61B8725B-6A4B-4185-996E-635DDFDDE242}" srcOrd="4" destOrd="0" parTransId="{BF6414A4-3286-4F1A-9DB6-73C5BDB126D2}" sibTransId="{CCB51BF8-3954-4D35-BB52-643FF3FB5BD1}"/>
    <dgm:cxn modelId="{BA62BCDB-11EB-4238-80ED-F6E3D7FB4BDE}" srcId="{316A0F8E-0B3C-4153-A856-62961B5B3514}" destId="{AEAFB2DB-9814-44CE-99CF-053F45278750}" srcOrd="1" destOrd="0" parTransId="{73CB2C50-1538-401D-905D-19DD1405ED55}" sibTransId="{4CDA561D-D338-4DEC-BA47-05EE000B7FFB}"/>
    <dgm:cxn modelId="{A0CD75EC-0C9E-4FB4-84D4-F14BCE7D455E}" type="presOf" srcId="{AEAFB2DB-9814-44CE-99CF-053F45278750}" destId="{0DAC7D41-2F1D-4CEA-A4EC-4D4C0EB66484}" srcOrd="0" destOrd="0" presId="urn:microsoft.com/office/officeart/2018/2/layout/IconVerticalSolidList"/>
    <dgm:cxn modelId="{DDE9E2ED-345D-4449-9952-4E968DBFC47F}" srcId="{316A0F8E-0B3C-4153-A856-62961B5B3514}" destId="{2F06F4B7-4880-44CF-9CCD-C72701D02362}" srcOrd="3" destOrd="0" parTransId="{BD7645A4-D3CD-4589-957E-5C5295C1E16D}" sibTransId="{78F1F875-D5C0-429D-B02F-A90DC530B71F}"/>
    <dgm:cxn modelId="{8D2F91F2-88F5-4762-8560-47535AB15571}" type="presOf" srcId="{61B8725B-6A4B-4185-996E-635DDFDDE242}" destId="{9BA108D3-4B98-4FB4-BDCA-D9AA4108BFC6}" srcOrd="0" destOrd="0" presId="urn:microsoft.com/office/officeart/2018/2/layout/IconVerticalSolidList"/>
    <dgm:cxn modelId="{F70F3DF4-1BD7-4A29-87F7-2B12FC61C2F8}" type="presOf" srcId="{2F06F4B7-4880-44CF-9CCD-C72701D02362}" destId="{F59C2858-FD31-45ED-BA57-E7EAB7F19F89}" srcOrd="0" destOrd="0" presId="urn:microsoft.com/office/officeart/2018/2/layout/IconVerticalSolidList"/>
    <dgm:cxn modelId="{F77A80FE-9B61-4F40-9722-16A0FDE4F7BB}" srcId="{316A0F8E-0B3C-4153-A856-62961B5B3514}" destId="{FFEF07F2-B24D-44E8-83A2-478DEF4E1917}" srcOrd="0" destOrd="0" parTransId="{FF25B3F3-6CF7-4AD9-8391-F9CA181DF642}" sibTransId="{B19622DB-9E7D-4A88-B664-A37298F7F4CF}"/>
    <dgm:cxn modelId="{022DF22C-DC80-4806-82CF-FA9FA69EF82D}" type="presParOf" srcId="{AD9491EE-BC48-42B8-8623-80C021A7F83B}" destId="{FA324806-3948-4126-8549-1EFA633D5755}" srcOrd="0" destOrd="0" presId="urn:microsoft.com/office/officeart/2018/2/layout/IconVerticalSolidList"/>
    <dgm:cxn modelId="{B2A65D7B-3015-45A7-A107-32B4E8B821A7}" type="presParOf" srcId="{FA324806-3948-4126-8549-1EFA633D5755}" destId="{9E1AE32E-AB0A-4464-86B2-672DDB83C842}" srcOrd="0" destOrd="0" presId="urn:microsoft.com/office/officeart/2018/2/layout/IconVerticalSolidList"/>
    <dgm:cxn modelId="{047294A1-B13D-42D4-B853-2FADB8EB80A5}" type="presParOf" srcId="{FA324806-3948-4126-8549-1EFA633D5755}" destId="{05CC2E9A-454C-4EA4-94DD-D1289DEB372D}" srcOrd="1" destOrd="0" presId="urn:microsoft.com/office/officeart/2018/2/layout/IconVerticalSolidList"/>
    <dgm:cxn modelId="{95814B09-AD07-4BEF-93EF-4E6507E94F6C}" type="presParOf" srcId="{FA324806-3948-4126-8549-1EFA633D5755}" destId="{49DFBACF-55FF-4754-B0EE-1008C894DC4A}" srcOrd="2" destOrd="0" presId="urn:microsoft.com/office/officeart/2018/2/layout/IconVerticalSolidList"/>
    <dgm:cxn modelId="{47B8BFFF-2A2E-447F-9726-69A9064BA4F4}" type="presParOf" srcId="{FA324806-3948-4126-8549-1EFA633D5755}" destId="{9EF80625-09A6-4F0A-9956-18AF5D745DED}" srcOrd="3" destOrd="0" presId="urn:microsoft.com/office/officeart/2018/2/layout/IconVerticalSolidList"/>
    <dgm:cxn modelId="{ACBF2692-7D56-4C6A-AE59-CB0B3056C0DA}" type="presParOf" srcId="{AD9491EE-BC48-42B8-8623-80C021A7F83B}" destId="{6FA482F4-81B2-4AFB-89BC-051B73771104}" srcOrd="1" destOrd="0" presId="urn:microsoft.com/office/officeart/2018/2/layout/IconVerticalSolidList"/>
    <dgm:cxn modelId="{E762412D-EFC9-437B-B728-62FD9191D768}" type="presParOf" srcId="{AD9491EE-BC48-42B8-8623-80C021A7F83B}" destId="{CC3CA5E1-1152-4AC9-A671-5B9BDE06AC61}" srcOrd="2" destOrd="0" presId="urn:microsoft.com/office/officeart/2018/2/layout/IconVerticalSolidList"/>
    <dgm:cxn modelId="{AA3DEC23-4101-44B8-9703-026C4005D091}" type="presParOf" srcId="{CC3CA5E1-1152-4AC9-A671-5B9BDE06AC61}" destId="{19759390-10B0-40E5-AECA-ACA56E5C22FF}" srcOrd="0" destOrd="0" presId="urn:microsoft.com/office/officeart/2018/2/layout/IconVerticalSolidList"/>
    <dgm:cxn modelId="{EF48362F-7236-4FC6-9731-53AB43107EB4}" type="presParOf" srcId="{CC3CA5E1-1152-4AC9-A671-5B9BDE06AC61}" destId="{46C03F0D-EE0A-4DDA-9A1F-04C7AC575B0B}" srcOrd="1" destOrd="0" presId="urn:microsoft.com/office/officeart/2018/2/layout/IconVerticalSolidList"/>
    <dgm:cxn modelId="{B9F825F9-AAF0-45CD-A88D-9C25FE5ADFCE}" type="presParOf" srcId="{CC3CA5E1-1152-4AC9-A671-5B9BDE06AC61}" destId="{5E135923-86FC-40D7-B970-5C65636A27B6}" srcOrd="2" destOrd="0" presId="urn:microsoft.com/office/officeart/2018/2/layout/IconVerticalSolidList"/>
    <dgm:cxn modelId="{83F69443-D927-4AB9-B725-D8A7E65CE69A}" type="presParOf" srcId="{CC3CA5E1-1152-4AC9-A671-5B9BDE06AC61}" destId="{0DAC7D41-2F1D-4CEA-A4EC-4D4C0EB66484}" srcOrd="3" destOrd="0" presId="urn:microsoft.com/office/officeart/2018/2/layout/IconVerticalSolidList"/>
    <dgm:cxn modelId="{53E2B4C7-675C-48F3-BFE4-E7FB5EF88BB1}" type="presParOf" srcId="{AD9491EE-BC48-42B8-8623-80C021A7F83B}" destId="{A1C7CE76-88ED-4BD4-85B4-93AA17A0D145}" srcOrd="3" destOrd="0" presId="urn:microsoft.com/office/officeart/2018/2/layout/IconVerticalSolidList"/>
    <dgm:cxn modelId="{A6A816EF-58BF-4DDB-B082-552F3CBF9E78}" type="presParOf" srcId="{AD9491EE-BC48-42B8-8623-80C021A7F83B}" destId="{0F273F75-514D-4DCC-A601-809D56C3C58A}" srcOrd="4" destOrd="0" presId="urn:microsoft.com/office/officeart/2018/2/layout/IconVerticalSolidList"/>
    <dgm:cxn modelId="{F113D8A9-061A-497C-B4FD-157BA3AEA2CE}" type="presParOf" srcId="{0F273F75-514D-4DCC-A601-809D56C3C58A}" destId="{7A138571-410E-42E3-8CF8-289544D2E461}" srcOrd="0" destOrd="0" presId="urn:microsoft.com/office/officeart/2018/2/layout/IconVerticalSolidList"/>
    <dgm:cxn modelId="{D38C6269-1C51-444B-999A-82F314CB7365}" type="presParOf" srcId="{0F273F75-514D-4DCC-A601-809D56C3C58A}" destId="{526E4507-2784-4E2E-ABDB-EF7270A0907B}" srcOrd="1" destOrd="0" presId="urn:microsoft.com/office/officeart/2018/2/layout/IconVerticalSolidList"/>
    <dgm:cxn modelId="{A9DD748D-782F-45D7-92F8-5AF470108CEF}" type="presParOf" srcId="{0F273F75-514D-4DCC-A601-809D56C3C58A}" destId="{E49413C6-95D6-470C-93FC-EDE02D39BAEC}" srcOrd="2" destOrd="0" presId="urn:microsoft.com/office/officeart/2018/2/layout/IconVerticalSolidList"/>
    <dgm:cxn modelId="{3B207046-AA28-4B93-9CC5-0C6A8642B8A7}" type="presParOf" srcId="{0F273F75-514D-4DCC-A601-809D56C3C58A}" destId="{32517815-0B3D-4400-8EE8-F8771D085BD2}" srcOrd="3" destOrd="0" presId="urn:microsoft.com/office/officeart/2018/2/layout/IconVerticalSolidList"/>
    <dgm:cxn modelId="{16ABBC94-4482-469C-8406-AD6DC0E585F9}" type="presParOf" srcId="{AD9491EE-BC48-42B8-8623-80C021A7F83B}" destId="{DDB6874A-E5E3-4474-88DA-2387B52A509B}" srcOrd="5" destOrd="0" presId="urn:microsoft.com/office/officeart/2018/2/layout/IconVerticalSolidList"/>
    <dgm:cxn modelId="{DA37B9F0-16A2-40A6-A164-DDDC827704F1}" type="presParOf" srcId="{AD9491EE-BC48-42B8-8623-80C021A7F83B}" destId="{FA355264-A849-47E5-8A88-7BE92244D655}" srcOrd="6" destOrd="0" presId="urn:microsoft.com/office/officeart/2018/2/layout/IconVerticalSolidList"/>
    <dgm:cxn modelId="{798912E2-BAD1-4336-99AD-BECADF751188}" type="presParOf" srcId="{FA355264-A849-47E5-8A88-7BE92244D655}" destId="{9A75C388-5329-4CA2-890D-DD1D50E15CFE}" srcOrd="0" destOrd="0" presId="urn:microsoft.com/office/officeart/2018/2/layout/IconVerticalSolidList"/>
    <dgm:cxn modelId="{7E172151-5BBF-4D63-A705-D3BC77C76155}" type="presParOf" srcId="{FA355264-A849-47E5-8A88-7BE92244D655}" destId="{E21739C8-3B2E-4392-9633-56DC0584B167}" srcOrd="1" destOrd="0" presId="urn:microsoft.com/office/officeart/2018/2/layout/IconVerticalSolidList"/>
    <dgm:cxn modelId="{54E1349D-4C55-4640-9323-8544CA7D35C8}" type="presParOf" srcId="{FA355264-A849-47E5-8A88-7BE92244D655}" destId="{3A7341FC-159E-4B76-BF7C-6D367B78F4D6}" srcOrd="2" destOrd="0" presId="urn:microsoft.com/office/officeart/2018/2/layout/IconVerticalSolidList"/>
    <dgm:cxn modelId="{A6E505EB-D282-4B38-86C3-0AC189161119}" type="presParOf" srcId="{FA355264-A849-47E5-8A88-7BE92244D655}" destId="{F59C2858-FD31-45ED-BA57-E7EAB7F19F89}" srcOrd="3" destOrd="0" presId="urn:microsoft.com/office/officeart/2018/2/layout/IconVerticalSolidList"/>
    <dgm:cxn modelId="{3439E8C1-C27A-4B86-8734-A9583BE2D77B}" type="presParOf" srcId="{AD9491EE-BC48-42B8-8623-80C021A7F83B}" destId="{092072AB-12AF-4029-A25C-C2872C84FABF}" srcOrd="7" destOrd="0" presId="urn:microsoft.com/office/officeart/2018/2/layout/IconVerticalSolidList"/>
    <dgm:cxn modelId="{23BF4C12-B441-4B89-9EB9-CAB98B486FF6}" type="presParOf" srcId="{AD9491EE-BC48-42B8-8623-80C021A7F83B}" destId="{74694C8C-CA39-4FE4-AAA9-5CB8031BB016}" srcOrd="8" destOrd="0" presId="urn:microsoft.com/office/officeart/2018/2/layout/IconVerticalSolidList"/>
    <dgm:cxn modelId="{F76C8242-58C6-42C6-B676-FF3210DBC13B}" type="presParOf" srcId="{74694C8C-CA39-4FE4-AAA9-5CB8031BB016}" destId="{98A5D22F-8F58-4C83-B6B1-72E4963AC87B}" srcOrd="0" destOrd="0" presId="urn:microsoft.com/office/officeart/2018/2/layout/IconVerticalSolidList"/>
    <dgm:cxn modelId="{A1363532-22D2-404C-8723-C7D871685376}" type="presParOf" srcId="{74694C8C-CA39-4FE4-AAA9-5CB8031BB016}" destId="{C45FCD49-8E96-44E0-BC44-43AC9F7107F5}" srcOrd="1" destOrd="0" presId="urn:microsoft.com/office/officeart/2018/2/layout/IconVerticalSolidList"/>
    <dgm:cxn modelId="{3576436B-F5E8-4310-95E2-298377C416DA}" type="presParOf" srcId="{74694C8C-CA39-4FE4-AAA9-5CB8031BB016}" destId="{64F383D8-A68A-437B-A965-D38A8CE7BDD9}" srcOrd="2" destOrd="0" presId="urn:microsoft.com/office/officeart/2018/2/layout/IconVerticalSolidList"/>
    <dgm:cxn modelId="{D0F9F840-5495-4DDD-A56F-D4F5FC0C5B86}" type="presParOf" srcId="{74694C8C-CA39-4FE4-AAA9-5CB8031BB016}" destId="{9BA108D3-4B98-4FB4-BDCA-D9AA4108BFC6}" srcOrd="3" destOrd="0" presId="urn:microsoft.com/office/officeart/2018/2/layout/IconVerticalSolidList"/>
    <dgm:cxn modelId="{EC14B241-A4ED-4275-9A27-C54E7CBC1261}" type="presParOf" srcId="{AD9491EE-BC48-42B8-8623-80C021A7F83B}" destId="{C248434B-3F44-46B9-A840-D1B11F9F6F88}" srcOrd="9" destOrd="0" presId="urn:microsoft.com/office/officeart/2018/2/layout/IconVerticalSolidList"/>
    <dgm:cxn modelId="{B1C39561-B0D8-454C-9FE3-E65E07932103}" type="presParOf" srcId="{AD9491EE-BC48-42B8-8623-80C021A7F83B}" destId="{E8949FF6-BA02-4EAF-A1FC-90006088EC8D}" srcOrd="10" destOrd="0" presId="urn:microsoft.com/office/officeart/2018/2/layout/IconVerticalSolidList"/>
    <dgm:cxn modelId="{B47C0196-2B5E-441A-A7A8-674F85571745}" type="presParOf" srcId="{E8949FF6-BA02-4EAF-A1FC-90006088EC8D}" destId="{1C873AB9-3A8D-49CF-B67E-E117B4F489EC}" srcOrd="0" destOrd="0" presId="urn:microsoft.com/office/officeart/2018/2/layout/IconVerticalSolidList"/>
    <dgm:cxn modelId="{EF344C75-1597-4ADA-B8A8-F3D367BEAFC9}" type="presParOf" srcId="{E8949FF6-BA02-4EAF-A1FC-90006088EC8D}" destId="{B887CE0B-7344-4E2D-8A89-801F58670D3E}" srcOrd="1" destOrd="0" presId="urn:microsoft.com/office/officeart/2018/2/layout/IconVerticalSolidList"/>
    <dgm:cxn modelId="{A53A298F-A1CB-4478-A9BF-8FFE8EFA9B20}" type="presParOf" srcId="{E8949FF6-BA02-4EAF-A1FC-90006088EC8D}" destId="{1FB983B1-80F4-4F9E-8D57-EECA137B68FE}" srcOrd="2" destOrd="0" presId="urn:microsoft.com/office/officeart/2018/2/layout/IconVerticalSolidList"/>
    <dgm:cxn modelId="{15692A6E-A119-4A1C-8225-DCCDEE62FE1A}" type="presParOf" srcId="{E8949FF6-BA02-4EAF-A1FC-90006088EC8D}" destId="{F63028E1-3774-4093-AB63-4F3614E5EB7B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316A0F8E-0B3C-4153-A856-62961B5B3514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FFEF07F2-B24D-44E8-83A2-478DEF4E1917}">
      <dgm:prSet custT="1"/>
      <dgm:spPr/>
      <dgm:t>
        <a:bodyPr/>
        <a:lstStyle/>
        <a:p>
          <a:r>
            <a:rPr lang="es-CR" sz="2400"/>
            <a:t>Artesanal</a:t>
          </a:r>
          <a:endParaRPr lang="en-US" sz="2400"/>
        </a:p>
      </dgm:t>
    </dgm:pt>
    <dgm:pt modelId="{FF25B3F3-6CF7-4AD9-8391-F9CA181DF642}" type="parTrans" cxnId="{F77A80FE-9B61-4F40-9722-16A0FDE4F7BB}">
      <dgm:prSet/>
      <dgm:spPr/>
      <dgm:t>
        <a:bodyPr/>
        <a:lstStyle/>
        <a:p>
          <a:endParaRPr lang="en-US" sz="2400"/>
        </a:p>
      </dgm:t>
    </dgm:pt>
    <dgm:pt modelId="{B19622DB-9E7D-4A88-B664-A37298F7F4CF}" type="sibTrans" cxnId="{F77A80FE-9B61-4F40-9722-16A0FDE4F7BB}">
      <dgm:prSet/>
      <dgm:spPr/>
      <dgm:t>
        <a:bodyPr/>
        <a:lstStyle/>
        <a:p>
          <a:endParaRPr lang="en-US" sz="2400"/>
        </a:p>
      </dgm:t>
    </dgm:pt>
    <dgm:pt modelId="{AEAFB2DB-9814-44CE-99CF-053F45278750}">
      <dgm:prSet custT="1"/>
      <dgm:spPr/>
      <dgm:t>
        <a:bodyPr/>
        <a:lstStyle/>
        <a:p>
          <a:r>
            <a:rPr lang="es-CR" sz="2400"/>
            <a:t>Industrialización</a:t>
          </a:r>
          <a:endParaRPr lang="en-US" sz="2400"/>
        </a:p>
      </dgm:t>
    </dgm:pt>
    <dgm:pt modelId="{73CB2C50-1538-401D-905D-19DD1405ED55}" type="parTrans" cxnId="{BA62BCDB-11EB-4238-80ED-F6E3D7FB4BDE}">
      <dgm:prSet/>
      <dgm:spPr/>
      <dgm:t>
        <a:bodyPr/>
        <a:lstStyle/>
        <a:p>
          <a:endParaRPr lang="en-US" sz="2400"/>
        </a:p>
      </dgm:t>
    </dgm:pt>
    <dgm:pt modelId="{4CDA561D-D338-4DEC-BA47-05EE000B7FFB}" type="sibTrans" cxnId="{BA62BCDB-11EB-4238-80ED-F6E3D7FB4BDE}">
      <dgm:prSet/>
      <dgm:spPr/>
      <dgm:t>
        <a:bodyPr/>
        <a:lstStyle/>
        <a:p>
          <a:endParaRPr lang="en-US" sz="2400"/>
        </a:p>
      </dgm:t>
    </dgm:pt>
    <dgm:pt modelId="{0CE2BCC7-63CF-4C2D-9355-54A110064FAD}">
      <dgm:prSet custT="1"/>
      <dgm:spPr/>
      <dgm:t>
        <a:bodyPr/>
        <a:lstStyle/>
        <a:p>
          <a:r>
            <a:rPr lang="es-CR" sz="2400"/>
            <a:t>Control final</a:t>
          </a:r>
          <a:endParaRPr lang="en-US" sz="2400"/>
        </a:p>
      </dgm:t>
    </dgm:pt>
    <dgm:pt modelId="{F577E497-27A0-4606-A22B-92503615AF66}" type="parTrans" cxnId="{A86DE72B-9266-445C-9DC1-3BEA9CBB4DF5}">
      <dgm:prSet/>
      <dgm:spPr/>
      <dgm:t>
        <a:bodyPr/>
        <a:lstStyle/>
        <a:p>
          <a:endParaRPr lang="en-US" sz="2400"/>
        </a:p>
      </dgm:t>
    </dgm:pt>
    <dgm:pt modelId="{B447BB4F-764D-4C3D-AA51-448D0058F15E}" type="sibTrans" cxnId="{A86DE72B-9266-445C-9DC1-3BEA9CBB4DF5}">
      <dgm:prSet/>
      <dgm:spPr/>
      <dgm:t>
        <a:bodyPr/>
        <a:lstStyle/>
        <a:p>
          <a:endParaRPr lang="en-US" sz="2400"/>
        </a:p>
      </dgm:t>
    </dgm:pt>
    <dgm:pt modelId="{2F06F4B7-4880-44CF-9CCD-C72701D02362}">
      <dgm:prSet custT="1"/>
      <dgm:spPr/>
      <dgm:t>
        <a:bodyPr/>
        <a:lstStyle/>
        <a:p>
          <a:r>
            <a:rPr lang="es-CR" sz="2400"/>
            <a:t>Control en el proceso</a:t>
          </a:r>
          <a:endParaRPr lang="en-US" sz="2400"/>
        </a:p>
      </dgm:t>
    </dgm:pt>
    <dgm:pt modelId="{BD7645A4-D3CD-4589-957E-5C5295C1E16D}" type="parTrans" cxnId="{DDE9E2ED-345D-4449-9952-4E968DBFC47F}">
      <dgm:prSet/>
      <dgm:spPr/>
      <dgm:t>
        <a:bodyPr/>
        <a:lstStyle/>
        <a:p>
          <a:endParaRPr lang="en-US" sz="2400"/>
        </a:p>
      </dgm:t>
    </dgm:pt>
    <dgm:pt modelId="{78F1F875-D5C0-429D-B02F-A90DC530B71F}" type="sibTrans" cxnId="{DDE9E2ED-345D-4449-9952-4E968DBFC47F}">
      <dgm:prSet/>
      <dgm:spPr/>
      <dgm:t>
        <a:bodyPr/>
        <a:lstStyle/>
        <a:p>
          <a:endParaRPr lang="en-US" sz="2400"/>
        </a:p>
      </dgm:t>
    </dgm:pt>
    <dgm:pt modelId="{61B8725B-6A4B-4185-996E-635DDFDDE242}">
      <dgm:prSet custT="1"/>
      <dgm:spPr/>
      <dgm:t>
        <a:bodyPr/>
        <a:lstStyle/>
        <a:p>
          <a:r>
            <a:rPr lang="es-CR" sz="2400"/>
            <a:t>Control en diseño</a:t>
          </a:r>
          <a:endParaRPr lang="en-US" sz="2400"/>
        </a:p>
      </dgm:t>
    </dgm:pt>
    <dgm:pt modelId="{BF6414A4-3286-4F1A-9DB6-73C5BDB126D2}" type="parTrans" cxnId="{669237B5-F961-477E-AAF9-937FD97754A4}">
      <dgm:prSet/>
      <dgm:spPr/>
      <dgm:t>
        <a:bodyPr/>
        <a:lstStyle/>
        <a:p>
          <a:endParaRPr lang="en-US" sz="2400"/>
        </a:p>
      </dgm:t>
    </dgm:pt>
    <dgm:pt modelId="{CCB51BF8-3954-4D35-BB52-643FF3FB5BD1}" type="sibTrans" cxnId="{669237B5-F961-477E-AAF9-937FD97754A4}">
      <dgm:prSet/>
      <dgm:spPr/>
      <dgm:t>
        <a:bodyPr/>
        <a:lstStyle/>
        <a:p>
          <a:endParaRPr lang="en-US" sz="2400"/>
        </a:p>
      </dgm:t>
    </dgm:pt>
    <dgm:pt modelId="{A82BE647-2BCF-4803-92A1-3F1B13C59763}">
      <dgm:prSet custT="1"/>
      <dgm:spPr/>
      <dgm:t>
        <a:bodyPr/>
        <a:lstStyle/>
        <a:p>
          <a:r>
            <a:rPr lang="es-CR" sz="2400"/>
            <a:t>Mejora continua</a:t>
          </a:r>
          <a:endParaRPr lang="en-US" sz="2400"/>
        </a:p>
      </dgm:t>
    </dgm:pt>
    <dgm:pt modelId="{7B53DC8B-21C3-430A-8BBB-BB96EBAF04F3}" type="parTrans" cxnId="{B70A402A-1F9F-449E-9B03-FA39092A78DE}">
      <dgm:prSet/>
      <dgm:spPr/>
      <dgm:t>
        <a:bodyPr/>
        <a:lstStyle/>
        <a:p>
          <a:endParaRPr lang="en-US" sz="2400"/>
        </a:p>
      </dgm:t>
    </dgm:pt>
    <dgm:pt modelId="{566E2042-5EB8-405C-99C9-9D905A465A36}" type="sibTrans" cxnId="{B70A402A-1F9F-449E-9B03-FA39092A78DE}">
      <dgm:prSet/>
      <dgm:spPr/>
      <dgm:t>
        <a:bodyPr/>
        <a:lstStyle/>
        <a:p>
          <a:endParaRPr lang="en-US" sz="2400"/>
        </a:p>
      </dgm:t>
    </dgm:pt>
    <dgm:pt modelId="{AD9491EE-BC48-42B8-8623-80C021A7F83B}" type="pres">
      <dgm:prSet presAssocID="{316A0F8E-0B3C-4153-A856-62961B5B3514}" presName="root" presStyleCnt="0">
        <dgm:presLayoutVars>
          <dgm:dir/>
          <dgm:resizeHandles val="exact"/>
        </dgm:presLayoutVars>
      </dgm:prSet>
      <dgm:spPr/>
    </dgm:pt>
    <dgm:pt modelId="{FA324806-3948-4126-8549-1EFA633D5755}" type="pres">
      <dgm:prSet presAssocID="{FFEF07F2-B24D-44E8-83A2-478DEF4E1917}" presName="compNode" presStyleCnt="0"/>
      <dgm:spPr/>
    </dgm:pt>
    <dgm:pt modelId="{9E1AE32E-AB0A-4464-86B2-672DDB83C842}" type="pres">
      <dgm:prSet presAssocID="{FFEF07F2-B24D-44E8-83A2-478DEF4E1917}" presName="bgRect" presStyleLbl="bgShp" presStyleIdx="0" presStyleCnt="6"/>
      <dgm:spPr/>
    </dgm:pt>
    <dgm:pt modelId="{05CC2E9A-454C-4EA4-94DD-D1289DEB372D}" type="pres">
      <dgm:prSet presAssocID="{FFEF07F2-B24D-44E8-83A2-478DEF4E1917}" presName="iconRect" presStyleLbl="node1" presStyleIdx="0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ábrica"/>
        </a:ext>
      </dgm:extLst>
    </dgm:pt>
    <dgm:pt modelId="{49DFBACF-55FF-4754-B0EE-1008C894DC4A}" type="pres">
      <dgm:prSet presAssocID="{FFEF07F2-B24D-44E8-83A2-478DEF4E1917}" presName="spaceRect" presStyleCnt="0"/>
      <dgm:spPr/>
    </dgm:pt>
    <dgm:pt modelId="{9EF80625-09A6-4F0A-9956-18AF5D745DED}" type="pres">
      <dgm:prSet presAssocID="{FFEF07F2-B24D-44E8-83A2-478DEF4E1917}" presName="parTx" presStyleLbl="revTx" presStyleIdx="0" presStyleCnt="6">
        <dgm:presLayoutVars>
          <dgm:chMax val="0"/>
          <dgm:chPref val="0"/>
        </dgm:presLayoutVars>
      </dgm:prSet>
      <dgm:spPr/>
    </dgm:pt>
    <dgm:pt modelId="{6FA482F4-81B2-4AFB-89BC-051B73771104}" type="pres">
      <dgm:prSet presAssocID="{B19622DB-9E7D-4A88-B664-A37298F7F4CF}" presName="sibTrans" presStyleCnt="0"/>
      <dgm:spPr/>
    </dgm:pt>
    <dgm:pt modelId="{CC3CA5E1-1152-4AC9-A671-5B9BDE06AC61}" type="pres">
      <dgm:prSet presAssocID="{AEAFB2DB-9814-44CE-99CF-053F45278750}" presName="compNode" presStyleCnt="0"/>
      <dgm:spPr/>
    </dgm:pt>
    <dgm:pt modelId="{19759390-10B0-40E5-AECA-ACA56E5C22FF}" type="pres">
      <dgm:prSet presAssocID="{AEAFB2DB-9814-44CE-99CF-053F45278750}" presName="bgRect" presStyleLbl="bgShp" presStyleIdx="1" presStyleCnt="6"/>
      <dgm:spPr/>
    </dgm:pt>
    <dgm:pt modelId="{46C03F0D-EE0A-4DDA-9A1F-04C7AC575B0B}" type="pres">
      <dgm:prSet presAssocID="{AEAFB2DB-9814-44CE-99CF-053F45278750}" presName="iconRect" presStyleLbl="node1" presStyleIdx="1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ngranajes"/>
        </a:ext>
      </dgm:extLst>
    </dgm:pt>
    <dgm:pt modelId="{5E135923-86FC-40D7-B970-5C65636A27B6}" type="pres">
      <dgm:prSet presAssocID="{AEAFB2DB-9814-44CE-99CF-053F45278750}" presName="spaceRect" presStyleCnt="0"/>
      <dgm:spPr/>
    </dgm:pt>
    <dgm:pt modelId="{0DAC7D41-2F1D-4CEA-A4EC-4D4C0EB66484}" type="pres">
      <dgm:prSet presAssocID="{AEAFB2DB-9814-44CE-99CF-053F45278750}" presName="parTx" presStyleLbl="revTx" presStyleIdx="1" presStyleCnt="6">
        <dgm:presLayoutVars>
          <dgm:chMax val="0"/>
          <dgm:chPref val="0"/>
        </dgm:presLayoutVars>
      </dgm:prSet>
      <dgm:spPr/>
    </dgm:pt>
    <dgm:pt modelId="{A1C7CE76-88ED-4BD4-85B4-93AA17A0D145}" type="pres">
      <dgm:prSet presAssocID="{4CDA561D-D338-4DEC-BA47-05EE000B7FFB}" presName="sibTrans" presStyleCnt="0"/>
      <dgm:spPr/>
    </dgm:pt>
    <dgm:pt modelId="{0F273F75-514D-4DCC-A601-809D56C3C58A}" type="pres">
      <dgm:prSet presAssocID="{0CE2BCC7-63CF-4C2D-9355-54A110064FAD}" presName="compNode" presStyleCnt="0"/>
      <dgm:spPr/>
    </dgm:pt>
    <dgm:pt modelId="{7A138571-410E-42E3-8CF8-289544D2E461}" type="pres">
      <dgm:prSet presAssocID="{0CE2BCC7-63CF-4C2D-9355-54A110064FAD}" presName="bgRect" presStyleLbl="bgShp" presStyleIdx="2" presStyleCnt="6"/>
      <dgm:spPr/>
    </dgm:pt>
    <dgm:pt modelId="{526E4507-2784-4E2E-ABDB-EF7270A0907B}" type="pres">
      <dgm:prSet presAssocID="{0CE2BCC7-63CF-4C2D-9355-54A110064FAD}" presName="iconRect" presStyleLbl="node1" presStyleIdx="2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rofeo"/>
        </a:ext>
      </dgm:extLst>
    </dgm:pt>
    <dgm:pt modelId="{E49413C6-95D6-470C-93FC-EDE02D39BAEC}" type="pres">
      <dgm:prSet presAssocID="{0CE2BCC7-63CF-4C2D-9355-54A110064FAD}" presName="spaceRect" presStyleCnt="0"/>
      <dgm:spPr/>
    </dgm:pt>
    <dgm:pt modelId="{32517815-0B3D-4400-8EE8-F8771D085BD2}" type="pres">
      <dgm:prSet presAssocID="{0CE2BCC7-63CF-4C2D-9355-54A110064FAD}" presName="parTx" presStyleLbl="revTx" presStyleIdx="2" presStyleCnt="6">
        <dgm:presLayoutVars>
          <dgm:chMax val="0"/>
          <dgm:chPref val="0"/>
        </dgm:presLayoutVars>
      </dgm:prSet>
      <dgm:spPr/>
    </dgm:pt>
    <dgm:pt modelId="{DDB6874A-E5E3-4474-88DA-2387B52A509B}" type="pres">
      <dgm:prSet presAssocID="{B447BB4F-764D-4C3D-AA51-448D0058F15E}" presName="sibTrans" presStyleCnt="0"/>
      <dgm:spPr/>
    </dgm:pt>
    <dgm:pt modelId="{FA355264-A849-47E5-8A88-7BE92244D655}" type="pres">
      <dgm:prSet presAssocID="{2F06F4B7-4880-44CF-9CCD-C72701D02362}" presName="compNode" presStyleCnt="0"/>
      <dgm:spPr/>
    </dgm:pt>
    <dgm:pt modelId="{9A75C388-5329-4CA2-890D-DD1D50E15CFE}" type="pres">
      <dgm:prSet presAssocID="{2F06F4B7-4880-44CF-9CCD-C72701D02362}" presName="bgRect" presStyleLbl="bgShp" presStyleIdx="3" presStyleCnt="6"/>
      <dgm:spPr>
        <a:solidFill>
          <a:schemeClr val="accent6"/>
        </a:solidFill>
      </dgm:spPr>
    </dgm:pt>
    <dgm:pt modelId="{E21739C8-3B2E-4392-9633-56DC0584B167}" type="pres">
      <dgm:prSet presAssocID="{2F06F4B7-4880-44CF-9CCD-C72701D02362}" presName="iconRect" presStyleLbl="node1" presStyleIdx="3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sta de comprobación"/>
        </a:ext>
      </dgm:extLst>
    </dgm:pt>
    <dgm:pt modelId="{3A7341FC-159E-4B76-BF7C-6D367B78F4D6}" type="pres">
      <dgm:prSet presAssocID="{2F06F4B7-4880-44CF-9CCD-C72701D02362}" presName="spaceRect" presStyleCnt="0"/>
      <dgm:spPr/>
    </dgm:pt>
    <dgm:pt modelId="{F59C2858-FD31-45ED-BA57-E7EAB7F19F89}" type="pres">
      <dgm:prSet presAssocID="{2F06F4B7-4880-44CF-9CCD-C72701D02362}" presName="parTx" presStyleLbl="revTx" presStyleIdx="3" presStyleCnt="6">
        <dgm:presLayoutVars>
          <dgm:chMax val="0"/>
          <dgm:chPref val="0"/>
        </dgm:presLayoutVars>
      </dgm:prSet>
      <dgm:spPr/>
    </dgm:pt>
    <dgm:pt modelId="{092072AB-12AF-4029-A25C-C2872C84FABF}" type="pres">
      <dgm:prSet presAssocID="{78F1F875-D5C0-429D-B02F-A90DC530B71F}" presName="sibTrans" presStyleCnt="0"/>
      <dgm:spPr/>
    </dgm:pt>
    <dgm:pt modelId="{74694C8C-CA39-4FE4-AAA9-5CB8031BB016}" type="pres">
      <dgm:prSet presAssocID="{61B8725B-6A4B-4185-996E-635DDFDDE242}" presName="compNode" presStyleCnt="0"/>
      <dgm:spPr/>
    </dgm:pt>
    <dgm:pt modelId="{98A5D22F-8F58-4C83-B6B1-72E4963AC87B}" type="pres">
      <dgm:prSet presAssocID="{61B8725B-6A4B-4185-996E-635DDFDDE242}" presName="bgRect" presStyleLbl="bgShp" presStyleIdx="4" presStyleCnt="6"/>
      <dgm:spPr/>
    </dgm:pt>
    <dgm:pt modelId="{C45FCD49-8E96-44E0-BC44-43AC9F7107F5}" type="pres">
      <dgm:prSet presAssocID="{61B8725B-6A4B-4185-996E-635DDFDDE242}" presName="iconRect" presStyleLbl="node1" presStyleIdx="4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rdenador"/>
        </a:ext>
      </dgm:extLst>
    </dgm:pt>
    <dgm:pt modelId="{64F383D8-A68A-437B-A965-D38A8CE7BDD9}" type="pres">
      <dgm:prSet presAssocID="{61B8725B-6A4B-4185-996E-635DDFDDE242}" presName="spaceRect" presStyleCnt="0"/>
      <dgm:spPr/>
    </dgm:pt>
    <dgm:pt modelId="{9BA108D3-4B98-4FB4-BDCA-D9AA4108BFC6}" type="pres">
      <dgm:prSet presAssocID="{61B8725B-6A4B-4185-996E-635DDFDDE242}" presName="parTx" presStyleLbl="revTx" presStyleIdx="4" presStyleCnt="6">
        <dgm:presLayoutVars>
          <dgm:chMax val="0"/>
          <dgm:chPref val="0"/>
        </dgm:presLayoutVars>
      </dgm:prSet>
      <dgm:spPr/>
    </dgm:pt>
    <dgm:pt modelId="{C248434B-3F44-46B9-A840-D1B11F9F6F88}" type="pres">
      <dgm:prSet presAssocID="{CCB51BF8-3954-4D35-BB52-643FF3FB5BD1}" presName="sibTrans" presStyleCnt="0"/>
      <dgm:spPr/>
    </dgm:pt>
    <dgm:pt modelId="{E8949FF6-BA02-4EAF-A1FC-90006088EC8D}" type="pres">
      <dgm:prSet presAssocID="{A82BE647-2BCF-4803-92A1-3F1B13C59763}" presName="compNode" presStyleCnt="0"/>
      <dgm:spPr/>
    </dgm:pt>
    <dgm:pt modelId="{1C873AB9-3A8D-49CF-B67E-E117B4F489EC}" type="pres">
      <dgm:prSet presAssocID="{A82BE647-2BCF-4803-92A1-3F1B13C59763}" presName="bgRect" presStyleLbl="bgShp" presStyleIdx="5" presStyleCnt="6"/>
      <dgm:spPr/>
    </dgm:pt>
    <dgm:pt modelId="{B887CE0B-7344-4E2D-8A89-801F58670D3E}" type="pres">
      <dgm:prSet presAssocID="{A82BE647-2BCF-4803-92A1-3F1B13C59763}" presName="iconRect" presStyleLbl="node1" presStyleIdx="5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1FB983B1-80F4-4F9E-8D57-EECA137B68FE}" type="pres">
      <dgm:prSet presAssocID="{A82BE647-2BCF-4803-92A1-3F1B13C59763}" presName="spaceRect" presStyleCnt="0"/>
      <dgm:spPr/>
    </dgm:pt>
    <dgm:pt modelId="{F63028E1-3774-4093-AB63-4F3614E5EB7B}" type="pres">
      <dgm:prSet presAssocID="{A82BE647-2BCF-4803-92A1-3F1B13C59763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C8C96D10-07D6-448B-ACE2-31189F96ECA5}" type="presOf" srcId="{A82BE647-2BCF-4803-92A1-3F1B13C59763}" destId="{F63028E1-3774-4093-AB63-4F3614E5EB7B}" srcOrd="0" destOrd="0" presId="urn:microsoft.com/office/officeart/2018/2/layout/IconVerticalSolidList"/>
    <dgm:cxn modelId="{9A549113-B8BE-437C-B95D-4291D36AEEEA}" type="presOf" srcId="{FFEF07F2-B24D-44E8-83A2-478DEF4E1917}" destId="{9EF80625-09A6-4F0A-9956-18AF5D745DED}" srcOrd="0" destOrd="0" presId="urn:microsoft.com/office/officeart/2018/2/layout/IconVerticalSolidList"/>
    <dgm:cxn modelId="{B70A402A-1F9F-449E-9B03-FA39092A78DE}" srcId="{316A0F8E-0B3C-4153-A856-62961B5B3514}" destId="{A82BE647-2BCF-4803-92A1-3F1B13C59763}" srcOrd="5" destOrd="0" parTransId="{7B53DC8B-21C3-430A-8BBB-BB96EBAF04F3}" sibTransId="{566E2042-5EB8-405C-99C9-9D905A465A36}"/>
    <dgm:cxn modelId="{A86DE72B-9266-445C-9DC1-3BEA9CBB4DF5}" srcId="{316A0F8E-0B3C-4153-A856-62961B5B3514}" destId="{0CE2BCC7-63CF-4C2D-9355-54A110064FAD}" srcOrd="2" destOrd="0" parTransId="{F577E497-27A0-4606-A22B-92503615AF66}" sibTransId="{B447BB4F-764D-4C3D-AA51-448D0058F15E}"/>
    <dgm:cxn modelId="{9CCB6467-4903-4698-98D4-6B584B477AAE}" type="presOf" srcId="{316A0F8E-0B3C-4153-A856-62961B5B3514}" destId="{AD9491EE-BC48-42B8-8623-80C021A7F83B}" srcOrd="0" destOrd="0" presId="urn:microsoft.com/office/officeart/2018/2/layout/IconVerticalSolidList"/>
    <dgm:cxn modelId="{A47AAD7C-9732-4944-BDCC-98E574347549}" type="presOf" srcId="{0CE2BCC7-63CF-4C2D-9355-54A110064FAD}" destId="{32517815-0B3D-4400-8EE8-F8771D085BD2}" srcOrd="0" destOrd="0" presId="urn:microsoft.com/office/officeart/2018/2/layout/IconVerticalSolidList"/>
    <dgm:cxn modelId="{669237B5-F961-477E-AAF9-937FD97754A4}" srcId="{316A0F8E-0B3C-4153-A856-62961B5B3514}" destId="{61B8725B-6A4B-4185-996E-635DDFDDE242}" srcOrd="4" destOrd="0" parTransId="{BF6414A4-3286-4F1A-9DB6-73C5BDB126D2}" sibTransId="{CCB51BF8-3954-4D35-BB52-643FF3FB5BD1}"/>
    <dgm:cxn modelId="{BA62BCDB-11EB-4238-80ED-F6E3D7FB4BDE}" srcId="{316A0F8E-0B3C-4153-A856-62961B5B3514}" destId="{AEAFB2DB-9814-44CE-99CF-053F45278750}" srcOrd="1" destOrd="0" parTransId="{73CB2C50-1538-401D-905D-19DD1405ED55}" sibTransId="{4CDA561D-D338-4DEC-BA47-05EE000B7FFB}"/>
    <dgm:cxn modelId="{A0CD75EC-0C9E-4FB4-84D4-F14BCE7D455E}" type="presOf" srcId="{AEAFB2DB-9814-44CE-99CF-053F45278750}" destId="{0DAC7D41-2F1D-4CEA-A4EC-4D4C0EB66484}" srcOrd="0" destOrd="0" presId="urn:microsoft.com/office/officeart/2018/2/layout/IconVerticalSolidList"/>
    <dgm:cxn modelId="{DDE9E2ED-345D-4449-9952-4E968DBFC47F}" srcId="{316A0F8E-0B3C-4153-A856-62961B5B3514}" destId="{2F06F4B7-4880-44CF-9CCD-C72701D02362}" srcOrd="3" destOrd="0" parTransId="{BD7645A4-D3CD-4589-957E-5C5295C1E16D}" sibTransId="{78F1F875-D5C0-429D-B02F-A90DC530B71F}"/>
    <dgm:cxn modelId="{8D2F91F2-88F5-4762-8560-47535AB15571}" type="presOf" srcId="{61B8725B-6A4B-4185-996E-635DDFDDE242}" destId="{9BA108D3-4B98-4FB4-BDCA-D9AA4108BFC6}" srcOrd="0" destOrd="0" presId="urn:microsoft.com/office/officeart/2018/2/layout/IconVerticalSolidList"/>
    <dgm:cxn modelId="{F70F3DF4-1BD7-4A29-87F7-2B12FC61C2F8}" type="presOf" srcId="{2F06F4B7-4880-44CF-9CCD-C72701D02362}" destId="{F59C2858-FD31-45ED-BA57-E7EAB7F19F89}" srcOrd="0" destOrd="0" presId="urn:microsoft.com/office/officeart/2018/2/layout/IconVerticalSolidList"/>
    <dgm:cxn modelId="{F77A80FE-9B61-4F40-9722-16A0FDE4F7BB}" srcId="{316A0F8E-0B3C-4153-A856-62961B5B3514}" destId="{FFEF07F2-B24D-44E8-83A2-478DEF4E1917}" srcOrd="0" destOrd="0" parTransId="{FF25B3F3-6CF7-4AD9-8391-F9CA181DF642}" sibTransId="{B19622DB-9E7D-4A88-B664-A37298F7F4CF}"/>
    <dgm:cxn modelId="{022DF22C-DC80-4806-82CF-FA9FA69EF82D}" type="presParOf" srcId="{AD9491EE-BC48-42B8-8623-80C021A7F83B}" destId="{FA324806-3948-4126-8549-1EFA633D5755}" srcOrd="0" destOrd="0" presId="urn:microsoft.com/office/officeart/2018/2/layout/IconVerticalSolidList"/>
    <dgm:cxn modelId="{B2A65D7B-3015-45A7-A107-32B4E8B821A7}" type="presParOf" srcId="{FA324806-3948-4126-8549-1EFA633D5755}" destId="{9E1AE32E-AB0A-4464-86B2-672DDB83C842}" srcOrd="0" destOrd="0" presId="urn:microsoft.com/office/officeart/2018/2/layout/IconVerticalSolidList"/>
    <dgm:cxn modelId="{047294A1-B13D-42D4-B853-2FADB8EB80A5}" type="presParOf" srcId="{FA324806-3948-4126-8549-1EFA633D5755}" destId="{05CC2E9A-454C-4EA4-94DD-D1289DEB372D}" srcOrd="1" destOrd="0" presId="urn:microsoft.com/office/officeart/2018/2/layout/IconVerticalSolidList"/>
    <dgm:cxn modelId="{95814B09-AD07-4BEF-93EF-4E6507E94F6C}" type="presParOf" srcId="{FA324806-3948-4126-8549-1EFA633D5755}" destId="{49DFBACF-55FF-4754-B0EE-1008C894DC4A}" srcOrd="2" destOrd="0" presId="urn:microsoft.com/office/officeart/2018/2/layout/IconVerticalSolidList"/>
    <dgm:cxn modelId="{47B8BFFF-2A2E-447F-9726-69A9064BA4F4}" type="presParOf" srcId="{FA324806-3948-4126-8549-1EFA633D5755}" destId="{9EF80625-09A6-4F0A-9956-18AF5D745DED}" srcOrd="3" destOrd="0" presId="urn:microsoft.com/office/officeart/2018/2/layout/IconVerticalSolidList"/>
    <dgm:cxn modelId="{ACBF2692-7D56-4C6A-AE59-CB0B3056C0DA}" type="presParOf" srcId="{AD9491EE-BC48-42B8-8623-80C021A7F83B}" destId="{6FA482F4-81B2-4AFB-89BC-051B73771104}" srcOrd="1" destOrd="0" presId="urn:microsoft.com/office/officeart/2018/2/layout/IconVerticalSolidList"/>
    <dgm:cxn modelId="{E762412D-EFC9-437B-B728-62FD9191D768}" type="presParOf" srcId="{AD9491EE-BC48-42B8-8623-80C021A7F83B}" destId="{CC3CA5E1-1152-4AC9-A671-5B9BDE06AC61}" srcOrd="2" destOrd="0" presId="urn:microsoft.com/office/officeart/2018/2/layout/IconVerticalSolidList"/>
    <dgm:cxn modelId="{AA3DEC23-4101-44B8-9703-026C4005D091}" type="presParOf" srcId="{CC3CA5E1-1152-4AC9-A671-5B9BDE06AC61}" destId="{19759390-10B0-40E5-AECA-ACA56E5C22FF}" srcOrd="0" destOrd="0" presId="urn:microsoft.com/office/officeart/2018/2/layout/IconVerticalSolidList"/>
    <dgm:cxn modelId="{EF48362F-7236-4FC6-9731-53AB43107EB4}" type="presParOf" srcId="{CC3CA5E1-1152-4AC9-A671-5B9BDE06AC61}" destId="{46C03F0D-EE0A-4DDA-9A1F-04C7AC575B0B}" srcOrd="1" destOrd="0" presId="urn:microsoft.com/office/officeart/2018/2/layout/IconVerticalSolidList"/>
    <dgm:cxn modelId="{B9F825F9-AAF0-45CD-A88D-9C25FE5ADFCE}" type="presParOf" srcId="{CC3CA5E1-1152-4AC9-A671-5B9BDE06AC61}" destId="{5E135923-86FC-40D7-B970-5C65636A27B6}" srcOrd="2" destOrd="0" presId="urn:microsoft.com/office/officeart/2018/2/layout/IconVerticalSolidList"/>
    <dgm:cxn modelId="{83F69443-D927-4AB9-B725-D8A7E65CE69A}" type="presParOf" srcId="{CC3CA5E1-1152-4AC9-A671-5B9BDE06AC61}" destId="{0DAC7D41-2F1D-4CEA-A4EC-4D4C0EB66484}" srcOrd="3" destOrd="0" presId="urn:microsoft.com/office/officeart/2018/2/layout/IconVerticalSolidList"/>
    <dgm:cxn modelId="{53E2B4C7-675C-48F3-BFE4-E7FB5EF88BB1}" type="presParOf" srcId="{AD9491EE-BC48-42B8-8623-80C021A7F83B}" destId="{A1C7CE76-88ED-4BD4-85B4-93AA17A0D145}" srcOrd="3" destOrd="0" presId="urn:microsoft.com/office/officeart/2018/2/layout/IconVerticalSolidList"/>
    <dgm:cxn modelId="{A6A816EF-58BF-4DDB-B082-552F3CBF9E78}" type="presParOf" srcId="{AD9491EE-BC48-42B8-8623-80C021A7F83B}" destId="{0F273F75-514D-4DCC-A601-809D56C3C58A}" srcOrd="4" destOrd="0" presId="urn:microsoft.com/office/officeart/2018/2/layout/IconVerticalSolidList"/>
    <dgm:cxn modelId="{F113D8A9-061A-497C-B4FD-157BA3AEA2CE}" type="presParOf" srcId="{0F273F75-514D-4DCC-A601-809D56C3C58A}" destId="{7A138571-410E-42E3-8CF8-289544D2E461}" srcOrd="0" destOrd="0" presId="urn:microsoft.com/office/officeart/2018/2/layout/IconVerticalSolidList"/>
    <dgm:cxn modelId="{D38C6269-1C51-444B-999A-82F314CB7365}" type="presParOf" srcId="{0F273F75-514D-4DCC-A601-809D56C3C58A}" destId="{526E4507-2784-4E2E-ABDB-EF7270A0907B}" srcOrd="1" destOrd="0" presId="urn:microsoft.com/office/officeart/2018/2/layout/IconVerticalSolidList"/>
    <dgm:cxn modelId="{A9DD748D-782F-45D7-92F8-5AF470108CEF}" type="presParOf" srcId="{0F273F75-514D-4DCC-A601-809D56C3C58A}" destId="{E49413C6-95D6-470C-93FC-EDE02D39BAEC}" srcOrd="2" destOrd="0" presId="urn:microsoft.com/office/officeart/2018/2/layout/IconVerticalSolidList"/>
    <dgm:cxn modelId="{3B207046-AA28-4B93-9CC5-0C6A8642B8A7}" type="presParOf" srcId="{0F273F75-514D-4DCC-A601-809D56C3C58A}" destId="{32517815-0B3D-4400-8EE8-F8771D085BD2}" srcOrd="3" destOrd="0" presId="urn:microsoft.com/office/officeart/2018/2/layout/IconVerticalSolidList"/>
    <dgm:cxn modelId="{16ABBC94-4482-469C-8406-AD6DC0E585F9}" type="presParOf" srcId="{AD9491EE-BC48-42B8-8623-80C021A7F83B}" destId="{DDB6874A-E5E3-4474-88DA-2387B52A509B}" srcOrd="5" destOrd="0" presId="urn:microsoft.com/office/officeart/2018/2/layout/IconVerticalSolidList"/>
    <dgm:cxn modelId="{DA37B9F0-16A2-40A6-A164-DDDC827704F1}" type="presParOf" srcId="{AD9491EE-BC48-42B8-8623-80C021A7F83B}" destId="{FA355264-A849-47E5-8A88-7BE92244D655}" srcOrd="6" destOrd="0" presId="urn:microsoft.com/office/officeart/2018/2/layout/IconVerticalSolidList"/>
    <dgm:cxn modelId="{798912E2-BAD1-4336-99AD-BECADF751188}" type="presParOf" srcId="{FA355264-A849-47E5-8A88-7BE92244D655}" destId="{9A75C388-5329-4CA2-890D-DD1D50E15CFE}" srcOrd="0" destOrd="0" presId="urn:microsoft.com/office/officeart/2018/2/layout/IconVerticalSolidList"/>
    <dgm:cxn modelId="{7E172151-5BBF-4D63-A705-D3BC77C76155}" type="presParOf" srcId="{FA355264-A849-47E5-8A88-7BE92244D655}" destId="{E21739C8-3B2E-4392-9633-56DC0584B167}" srcOrd="1" destOrd="0" presId="urn:microsoft.com/office/officeart/2018/2/layout/IconVerticalSolidList"/>
    <dgm:cxn modelId="{54E1349D-4C55-4640-9323-8544CA7D35C8}" type="presParOf" srcId="{FA355264-A849-47E5-8A88-7BE92244D655}" destId="{3A7341FC-159E-4B76-BF7C-6D367B78F4D6}" srcOrd="2" destOrd="0" presId="urn:microsoft.com/office/officeart/2018/2/layout/IconVerticalSolidList"/>
    <dgm:cxn modelId="{A6E505EB-D282-4B38-86C3-0AC189161119}" type="presParOf" srcId="{FA355264-A849-47E5-8A88-7BE92244D655}" destId="{F59C2858-FD31-45ED-BA57-E7EAB7F19F89}" srcOrd="3" destOrd="0" presId="urn:microsoft.com/office/officeart/2018/2/layout/IconVerticalSolidList"/>
    <dgm:cxn modelId="{3439E8C1-C27A-4B86-8734-A9583BE2D77B}" type="presParOf" srcId="{AD9491EE-BC48-42B8-8623-80C021A7F83B}" destId="{092072AB-12AF-4029-A25C-C2872C84FABF}" srcOrd="7" destOrd="0" presId="urn:microsoft.com/office/officeart/2018/2/layout/IconVerticalSolidList"/>
    <dgm:cxn modelId="{23BF4C12-B441-4B89-9EB9-CAB98B486FF6}" type="presParOf" srcId="{AD9491EE-BC48-42B8-8623-80C021A7F83B}" destId="{74694C8C-CA39-4FE4-AAA9-5CB8031BB016}" srcOrd="8" destOrd="0" presId="urn:microsoft.com/office/officeart/2018/2/layout/IconVerticalSolidList"/>
    <dgm:cxn modelId="{F76C8242-58C6-42C6-B676-FF3210DBC13B}" type="presParOf" srcId="{74694C8C-CA39-4FE4-AAA9-5CB8031BB016}" destId="{98A5D22F-8F58-4C83-B6B1-72E4963AC87B}" srcOrd="0" destOrd="0" presId="urn:microsoft.com/office/officeart/2018/2/layout/IconVerticalSolidList"/>
    <dgm:cxn modelId="{A1363532-22D2-404C-8723-C7D871685376}" type="presParOf" srcId="{74694C8C-CA39-4FE4-AAA9-5CB8031BB016}" destId="{C45FCD49-8E96-44E0-BC44-43AC9F7107F5}" srcOrd="1" destOrd="0" presId="urn:microsoft.com/office/officeart/2018/2/layout/IconVerticalSolidList"/>
    <dgm:cxn modelId="{3576436B-F5E8-4310-95E2-298377C416DA}" type="presParOf" srcId="{74694C8C-CA39-4FE4-AAA9-5CB8031BB016}" destId="{64F383D8-A68A-437B-A965-D38A8CE7BDD9}" srcOrd="2" destOrd="0" presId="urn:microsoft.com/office/officeart/2018/2/layout/IconVerticalSolidList"/>
    <dgm:cxn modelId="{D0F9F840-5495-4DDD-A56F-D4F5FC0C5B86}" type="presParOf" srcId="{74694C8C-CA39-4FE4-AAA9-5CB8031BB016}" destId="{9BA108D3-4B98-4FB4-BDCA-D9AA4108BFC6}" srcOrd="3" destOrd="0" presId="urn:microsoft.com/office/officeart/2018/2/layout/IconVerticalSolidList"/>
    <dgm:cxn modelId="{EC14B241-A4ED-4275-9A27-C54E7CBC1261}" type="presParOf" srcId="{AD9491EE-BC48-42B8-8623-80C021A7F83B}" destId="{C248434B-3F44-46B9-A840-D1B11F9F6F88}" srcOrd="9" destOrd="0" presId="urn:microsoft.com/office/officeart/2018/2/layout/IconVerticalSolidList"/>
    <dgm:cxn modelId="{B1C39561-B0D8-454C-9FE3-E65E07932103}" type="presParOf" srcId="{AD9491EE-BC48-42B8-8623-80C021A7F83B}" destId="{E8949FF6-BA02-4EAF-A1FC-90006088EC8D}" srcOrd="10" destOrd="0" presId="urn:microsoft.com/office/officeart/2018/2/layout/IconVerticalSolidList"/>
    <dgm:cxn modelId="{B47C0196-2B5E-441A-A7A8-674F85571745}" type="presParOf" srcId="{E8949FF6-BA02-4EAF-A1FC-90006088EC8D}" destId="{1C873AB9-3A8D-49CF-B67E-E117B4F489EC}" srcOrd="0" destOrd="0" presId="urn:microsoft.com/office/officeart/2018/2/layout/IconVerticalSolidList"/>
    <dgm:cxn modelId="{EF344C75-1597-4ADA-B8A8-F3D367BEAFC9}" type="presParOf" srcId="{E8949FF6-BA02-4EAF-A1FC-90006088EC8D}" destId="{B887CE0B-7344-4E2D-8A89-801F58670D3E}" srcOrd="1" destOrd="0" presId="urn:microsoft.com/office/officeart/2018/2/layout/IconVerticalSolidList"/>
    <dgm:cxn modelId="{A53A298F-A1CB-4478-A9BF-8FFE8EFA9B20}" type="presParOf" srcId="{E8949FF6-BA02-4EAF-A1FC-90006088EC8D}" destId="{1FB983B1-80F4-4F9E-8D57-EECA137B68FE}" srcOrd="2" destOrd="0" presId="urn:microsoft.com/office/officeart/2018/2/layout/IconVerticalSolidList"/>
    <dgm:cxn modelId="{15692A6E-A119-4A1C-8225-DCCDEE62FE1A}" type="presParOf" srcId="{E8949FF6-BA02-4EAF-A1FC-90006088EC8D}" destId="{F63028E1-3774-4093-AB63-4F3614E5EB7B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316A0F8E-0B3C-4153-A856-62961B5B3514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FFEF07F2-B24D-44E8-83A2-478DEF4E1917}">
      <dgm:prSet custT="1"/>
      <dgm:spPr/>
      <dgm:t>
        <a:bodyPr/>
        <a:lstStyle/>
        <a:p>
          <a:r>
            <a:rPr lang="es-CR" sz="2400"/>
            <a:t>Artesanal</a:t>
          </a:r>
          <a:endParaRPr lang="en-US" sz="2400"/>
        </a:p>
      </dgm:t>
    </dgm:pt>
    <dgm:pt modelId="{FF25B3F3-6CF7-4AD9-8391-F9CA181DF642}" type="parTrans" cxnId="{F77A80FE-9B61-4F40-9722-16A0FDE4F7BB}">
      <dgm:prSet/>
      <dgm:spPr/>
      <dgm:t>
        <a:bodyPr/>
        <a:lstStyle/>
        <a:p>
          <a:endParaRPr lang="en-US" sz="2400"/>
        </a:p>
      </dgm:t>
    </dgm:pt>
    <dgm:pt modelId="{B19622DB-9E7D-4A88-B664-A37298F7F4CF}" type="sibTrans" cxnId="{F77A80FE-9B61-4F40-9722-16A0FDE4F7BB}">
      <dgm:prSet/>
      <dgm:spPr/>
      <dgm:t>
        <a:bodyPr/>
        <a:lstStyle/>
        <a:p>
          <a:endParaRPr lang="en-US" sz="2400"/>
        </a:p>
      </dgm:t>
    </dgm:pt>
    <dgm:pt modelId="{AEAFB2DB-9814-44CE-99CF-053F45278750}">
      <dgm:prSet custT="1"/>
      <dgm:spPr/>
      <dgm:t>
        <a:bodyPr/>
        <a:lstStyle/>
        <a:p>
          <a:r>
            <a:rPr lang="es-CR" sz="2400"/>
            <a:t>Industrialización</a:t>
          </a:r>
          <a:endParaRPr lang="en-US" sz="2400"/>
        </a:p>
      </dgm:t>
    </dgm:pt>
    <dgm:pt modelId="{73CB2C50-1538-401D-905D-19DD1405ED55}" type="parTrans" cxnId="{BA62BCDB-11EB-4238-80ED-F6E3D7FB4BDE}">
      <dgm:prSet/>
      <dgm:spPr/>
      <dgm:t>
        <a:bodyPr/>
        <a:lstStyle/>
        <a:p>
          <a:endParaRPr lang="en-US" sz="2400"/>
        </a:p>
      </dgm:t>
    </dgm:pt>
    <dgm:pt modelId="{4CDA561D-D338-4DEC-BA47-05EE000B7FFB}" type="sibTrans" cxnId="{BA62BCDB-11EB-4238-80ED-F6E3D7FB4BDE}">
      <dgm:prSet/>
      <dgm:spPr/>
      <dgm:t>
        <a:bodyPr/>
        <a:lstStyle/>
        <a:p>
          <a:endParaRPr lang="en-US" sz="2400"/>
        </a:p>
      </dgm:t>
    </dgm:pt>
    <dgm:pt modelId="{0CE2BCC7-63CF-4C2D-9355-54A110064FAD}">
      <dgm:prSet custT="1"/>
      <dgm:spPr/>
      <dgm:t>
        <a:bodyPr/>
        <a:lstStyle/>
        <a:p>
          <a:r>
            <a:rPr lang="es-CR" sz="2400"/>
            <a:t>Control final</a:t>
          </a:r>
          <a:endParaRPr lang="en-US" sz="2400"/>
        </a:p>
      </dgm:t>
    </dgm:pt>
    <dgm:pt modelId="{F577E497-27A0-4606-A22B-92503615AF66}" type="parTrans" cxnId="{A86DE72B-9266-445C-9DC1-3BEA9CBB4DF5}">
      <dgm:prSet/>
      <dgm:spPr/>
      <dgm:t>
        <a:bodyPr/>
        <a:lstStyle/>
        <a:p>
          <a:endParaRPr lang="en-US" sz="2400"/>
        </a:p>
      </dgm:t>
    </dgm:pt>
    <dgm:pt modelId="{B447BB4F-764D-4C3D-AA51-448D0058F15E}" type="sibTrans" cxnId="{A86DE72B-9266-445C-9DC1-3BEA9CBB4DF5}">
      <dgm:prSet/>
      <dgm:spPr/>
      <dgm:t>
        <a:bodyPr/>
        <a:lstStyle/>
        <a:p>
          <a:endParaRPr lang="en-US" sz="2400"/>
        </a:p>
      </dgm:t>
    </dgm:pt>
    <dgm:pt modelId="{2F06F4B7-4880-44CF-9CCD-C72701D02362}">
      <dgm:prSet custT="1"/>
      <dgm:spPr/>
      <dgm:t>
        <a:bodyPr/>
        <a:lstStyle/>
        <a:p>
          <a:r>
            <a:rPr lang="es-CR" sz="2400"/>
            <a:t>Control en el proceso</a:t>
          </a:r>
          <a:endParaRPr lang="en-US" sz="2400"/>
        </a:p>
      </dgm:t>
    </dgm:pt>
    <dgm:pt modelId="{BD7645A4-D3CD-4589-957E-5C5295C1E16D}" type="parTrans" cxnId="{DDE9E2ED-345D-4449-9952-4E968DBFC47F}">
      <dgm:prSet/>
      <dgm:spPr/>
      <dgm:t>
        <a:bodyPr/>
        <a:lstStyle/>
        <a:p>
          <a:endParaRPr lang="en-US" sz="2400"/>
        </a:p>
      </dgm:t>
    </dgm:pt>
    <dgm:pt modelId="{78F1F875-D5C0-429D-B02F-A90DC530B71F}" type="sibTrans" cxnId="{DDE9E2ED-345D-4449-9952-4E968DBFC47F}">
      <dgm:prSet/>
      <dgm:spPr/>
      <dgm:t>
        <a:bodyPr/>
        <a:lstStyle/>
        <a:p>
          <a:endParaRPr lang="en-US" sz="2400"/>
        </a:p>
      </dgm:t>
    </dgm:pt>
    <dgm:pt modelId="{61B8725B-6A4B-4185-996E-635DDFDDE242}">
      <dgm:prSet custT="1"/>
      <dgm:spPr/>
      <dgm:t>
        <a:bodyPr/>
        <a:lstStyle/>
        <a:p>
          <a:r>
            <a:rPr lang="es-CR" sz="2400"/>
            <a:t>Control en diseño</a:t>
          </a:r>
          <a:endParaRPr lang="en-US" sz="2400"/>
        </a:p>
      </dgm:t>
    </dgm:pt>
    <dgm:pt modelId="{BF6414A4-3286-4F1A-9DB6-73C5BDB126D2}" type="parTrans" cxnId="{669237B5-F961-477E-AAF9-937FD97754A4}">
      <dgm:prSet/>
      <dgm:spPr/>
      <dgm:t>
        <a:bodyPr/>
        <a:lstStyle/>
        <a:p>
          <a:endParaRPr lang="en-US" sz="2400"/>
        </a:p>
      </dgm:t>
    </dgm:pt>
    <dgm:pt modelId="{CCB51BF8-3954-4D35-BB52-643FF3FB5BD1}" type="sibTrans" cxnId="{669237B5-F961-477E-AAF9-937FD97754A4}">
      <dgm:prSet/>
      <dgm:spPr/>
      <dgm:t>
        <a:bodyPr/>
        <a:lstStyle/>
        <a:p>
          <a:endParaRPr lang="en-US" sz="2400"/>
        </a:p>
      </dgm:t>
    </dgm:pt>
    <dgm:pt modelId="{A82BE647-2BCF-4803-92A1-3F1B13C59763}">
      <dgm:prSet custT="1"/>
      <dgm:spPr/>
      <dgm:t>
        <a:bodyPr/>
        <a:lstStyle/>
        <a:p>
          <a:r>
            <a:rPr lang="es-CR" sz="2400"/>
            <a:t>Mejora continua</a:t>
          </a:r>
          <a:endParaRPr lang="en-US" sz="2400"/>
        </a:p>
      </dgm:t>
    </dgm:pt>
    <dgm:pt modelId="{7B53DC8B-21C3-430A-8BBB-BB96EBAF04F3}" type="parTrans" cxnId="{B70A402A-1F9F-449E-9B03-FA39092A78DE}">
      <dgm:prSet/>
      <dgm:spPr/>
      <dgm:t>
        <a:bodyPr/>
        <a:lstStyle/>
        <a:p>
          <a:endParaRPr lang="en-US" sz="2400"/>
        </a:p>
      </dgm:t>
    </dgm:pt>
    <dgm:pt modelId="{566E2042-5EB8-405C-99C9-9D905A465A36}" type="sibTrans" cxnId="{B70A402A-1F9F-449E-9B03-FA39092A78DE}">
      <dgm:prSet/>
      <dgm:spPr/>
      <dgm:t>
        <a:bodyPr/>
        <a:lstStyle/>
        <a:p>
          <a:endParaRPr lang="en-US" sz="2400"/>
        </a:p>
      </dgm:t>
    </dgm:pt>
    <dgm:pt modelId="{AD9491EE-BC48-42B8-8623-80C021A7F83B}" type="pres">
      <dgm:prSet presAssocID="{316A0F8E-0B3C-4153-A856-62961B5B3514}" presName="root" presStyleCnt="0">
        <dgm:presLayoutVars>
          <dgm:dir/>
          <dgm:resizeHandles val="exact"/>
        </dgm:presLayoutVars>
      </dgm:prSet>
      <dgm:spPr/>
    </dgm:pt>
    <dgm:pt modelId="{FA324806-3948-4126-8549-1EFA633D5755}" type="pres">
      <dgm:prSet presAssocID="{FFEF07F2-B24D-44E8-83A2-478DEF4E1917}" presName="compNode" presStyleCnt="0"/>
      <dgm:spPr/>
    </dgm:pt>
    <dgm:pt modelId="{9E1AE32E-AB0A-4464-86B2-672DDB83C842}" type="pres">
      <dgm:prSet presAssocID="{FFEF07F2-B24D-44E8-83A2-478DEF4E1917}" presName="bgRect" presStyleLbl="bgShp" presStyleIdx="0" presStyleCnt="6"/>
      <dgm:spPr/>
    </dgm:pt>
    <dgm:pt modelId="{05CC2E9A-454C-4EA4-94DD-D1289DEB372D}" type="pres">
      <dgm:prSet presAssocID="{FFEF07F2-B24D-44E8-83A2-478DEF4E1917}" presName="iconRect" presStyleLbl="node1" presStyleIdx="0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ábrica"/>
        </a:ext>
      </dgm:extLst>
    </dgm:pt>
    <dgm:pt modelId="{49DFBACF-55FF-4754-B0EE-1008C894DC4A}" type="pres">
      <dgm:prSet presAssocID="{FFEF07F2-B24D-44E8-83A2-478DEF4E1917}" presName="spaceRect" presStyleCnt="0"/>
      <dgm:spPr/>
    </dgm:pt>
    <dgm:pt modelId="{9EF80625-09A6-4F0A-9956-18AF5D745DED}" type="pres">
      <dgm:prSet presAssocID="{FFEF07F2-B24D-44E8-83A2-478DEF4E1917}" presName="parTx" presStyleLbl="revTx" presStyleIdx="0" presStyleCnt="6">
        <dgm:presLayoutVars>
          <dgm:chMax val="0"/>
          <dgm:chPref val="0"/>
        </dgm:presLayoutVars>
      </dgm:prSet>
      <dgm:spPr/>
    </dgm:pt>
    <dgm:pt modelId="{6FA482F4-81B2-4AFB-89BC-051B73771104}" type="pres">
      <dgm:prSet presAssocID="{B19622DB-9E7D-4A88-B664-A37298F7F4CF}" presName="sibTrans" presStyleCnt="0"/>
      <dgm:spPr/>
    </dgm:pt>
    <dgm:pt modelId="{CC3CA5E1-1152-4AC9-A671-5B9BDE06AC61}" type="pres">
      <dgm:prSet presAssocID="{AEAFB2DB-9814-44CE-99CF-053F45278750}" presName="compNode" presStyleCnt="0"/>
      <dgm:spPr/>
    </dgm:pt>
    <dgm:pt modelId="{19759390-10B0-40E5-AECA-ACA56E5C22FF}" type="pres">
      <dgm:prSet presAssocID="{AEAFB2DB-9814-44CE-99CF-053F45278750}" presName="bgRect" presStyleLbl="bgShp" presStyleIdx="1" presStyleCnt="6"/>
      <dgm:spPr/>
    </dgm:pt>
    <dgm:pt modelId="{46C03F0D-EE0A-4DDA-9A1F-04C7AC575B0B}" type="pres">
      <dgm:prSet presAssocID="{AEAFB2DB-9814-44CE-99CF-053F45278750}" presName="iconRect" presStyleLbl="node1" presStyleIdx="1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ngranajes"/>
        </a:ext>
      </dgm:extLst>
    </dgm:pt>
    <dgm:pt modelId="{5E135923-86FC-40D7-B970-5C65636A27B6}" type="pres">
      <dgm:prSet presAssocID="{AEAFB2DB-9814-44CE-99CF-053F45278750}" presName="spaceRect" presStyleCnt="0"/>
      <dgm:spPr/>
    </dgm:pt>
    <dgm:pt modelId="{0DAC7D41-2F1D-4CEA-A4EC-4D4C0EB66484}" type="pres">
      <dgm:prSet presAssocID="{AEAFB2DB-9814-44CE-99CF-053F45278750}" presName="parTx" presStyleLbl="revTx" presStyleIdx="1" presStyleCnt="6">
        <dgm:presLayoutVars>
          <dgm:chMax val="0"/>
          <dgm:chPref val="0"/>
        </dgm:presLayoutVars>
      </dgm:prSet>
      <dgm:spPr/>
    </dgm:pt>
    <dgm:pt modelId="{A1C7CE76-88ED-4BD4-85B4-93AA17A0D145}" type="pres">
      <dgm:prSet presAssocID="{4CDA561D-D338-4DEC-BA47-05EE000B7FFB}" presName="sibTrans" presStyleCnt="0"/>
      <dgm:spPr/>
    </dgm:pt>
    <dgm:pt modelId="{0F273F75-514D-4DCC-A601-809D56C3C58A}" type="pres">
      <dgm:prSet presAssocID="{0CE2BCC7-63CF-4C2D-9355-54A110064FAD}" presName="compNode" presStyleCnt="0"/>
      <dgm:spPr/>
    </dgm:pt>
    <dgm:pt modelId="{7A138571-410E-42E3-8CF8-289544D2E461}" type="pres">
      <dgm:prSet presAssocID="{0CE2BCC7-63CF-4C2D-9355-54A110064FAD}" presName="bgRect" presStyleLbl="bgShp" presStyleIdx="2" presStyleCnt="6"/>
      <dgm:spPr/>
    </dgm:pt>
    <dgm:pt modelId="{526E4507-2784-4E2E-ABDB-EF7270A0907B}" type="pres">
      <dgm:prSet presAssocID="{0CE2BCC7-63CF-4C2D-9355-54A110064FAD}" presName="iconRect" presStyleLbl="node1" presStyleIdx="2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rofeo"/>
        </a:ext>
      </dgm:extLst>
    </dgm:pt>
    <dgm:pt modelId="{E49413C6-95D6-470C-93FC-EDE02D39BAEC}" type="pres">
      <dgm:prSet presAssocID="{0CE2BCC7-63CF-4C2D-9355-54A110064FAD}" presName="spaceRect" presStyleCnt="0"/>
      <dgm:spPr/>
    </dgm:pt>
    <dgm:pt modelId="{32517815-0B3D-4400-8EE8-F8771D085BD2}" type="pres">
      <dgm:prSet presAssocID="{0CE2BCC7-63CF-4C2D-9355-54A110064FAD}" presName="parTx" presStyleLbl="revTx" presStyleIdx="2" presStyleCnt="6">
        <dgm:presLayoutVars>
          <dgm:chMax val="0"/>
          <dgm:chPref val="0"/>
        </dgm:presLayoutVars>
      </dgm:prSet>
      <dgm:spPr/>
    </dgm:pt>
    <dgm:pt modelId="{DDB6874A-E5E3-4474-88DA-2387B52A509B}" type="pres">
      <dgm:prSet presAssocID="{B447BB4F-764D-4C3D-AA51-448D0058F15E}" presName="sibTrans" presStyleCnt="0"/>
      <dgm:spPr/>
    </dgm:pt>
    <dgm:pt modelId="{FA355264-A849-47E5-8A88-7BE92244D655}" type="pres">
      <dgm:prSet presAssocID="{2F06F4B7-4880-44CF-9CCD-C72701D02362}" presName="compNode" presStyleCnt="0"/>
      <dgm:spPr/>
    </dgm:pt>
    <dgm:pt modelId="{9A75C388-5329-4CA2-890D-DD1D50E15CFE}" type="pres">
      <dgm:prSet presAssocID="{2F06F4B7-4880-44CF-9CCD-C72701D02362}" presName="bgRect" presStyleLbl="bgShp" presStyleIdx="3" presStyleCnt="6"/>
      <dgm:spPr/>
    </dgm:pt>
    <dgm:pt modelId="{E21739C8-3B2E-4392-9633-56DC0584B167}" type="pres">
      <dgm:prSet presAssocID="{2F06F4B7-4880-44CF-9CCD-C72701D02362}" presName="iconRect" presStyleLbl="node1" presStyleIdx="3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sta de comprobación"/>
        </a:ext>
      </dgm:extLst>
    </dgm:pt>
    <dgm:pt modelId="{3A7341FC-159E-4B76-BF7C-6D367B78F4D6}" type="pres">
      <dgm:prSet presAssocID="{2F06F4B7-4880-44CF-9CCD-C72701D02362}" presName="spaceRect" presStyleCnt="0"/>
      <dgm:spPr/>
    </dgm:pt>
    <dgm:pt modelId="{F59C2858-FD31-45ED-BA57-E7EAB7F19F89}" type="pres">
      <dgm:prSet presAssocID="{2F06F4B7-4880-44CF-9CCD-C72701D02362}" presName="parTx" presStyleLbl="revTx" presStyleIdx="3" presStyleCnt="6">
        <dgm:presLayoutVars>
          <dgm:chMax val="0"/>
          <dgm:chPref val="0"/>
        </dgm:presLayoutVars>
      </dgm:prSet>
      <dgm:spPr/>
    </dgm:pt>
    <dgm:pt modelId="{092072AB-12AF-4029-A25C-C2872C84FABF}" type="pres">
      <dgm:prSet presAssocID="{78F1F875-D5C0-429D-B02F-A90DC530B71F}" presName="sibTrans" presStyleCnt="0"/>
      <dgm:spPr/>
    </dgm:pt>
    <dgm:pt modelId="{74694C8C-CA39-4FE4-AAA9-5CB8031BB016}" type="pres">
      <dgm:prSet presAssocID="{61B8725B-6A4B-4185-996E-635DDFDDE242}" presName="compNode" presStyleCnt="0"/>
      <dgm:spPr/>
    </dgm:pt>
    <dgm:pt modelId="{98A5D22F-8F58-4C83-B6B1-72E4963AC87B}" type="pres">
      <dgm:prSet presAssocID="{61B8725B-6A4B-4185-996E-635DDFDDE242}" presName="bgRect" presStyleLbl="bgShp" presStyleIdx="4" presStyleCnt="6"/>
      <dgm:spPr>
        <a:solidFill>
          <a:schemeClr val="accent6"/>
        </a:solidFill>
      </dgm:spPr>
    </dgm:pt>
    <dgm:pt modelId="{C45FCD49-8E96-44E0-BC44-43AC9F7107F5}" type="pres">
      <dgm:prSet presAssocID="{61B8725B-6A4B-4185-996E-635DDFDDE242}" presName="iconRect" presStyleLbl="node1" presStyleIdx="4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rdenador"/>
        </a:ext>
      </dgm:extLst>
    </dgm:pt>
    <dgm:pt modelId="{64F383D8-A68A-437B-A965-D38A8CE7BDD9}" type="pres">
      <dgm:prSet presAssocID="{61B8725B-6A4B-4185-996E-635DDFDDE242}" presName="spaceRect" presStyleCnt="0"/>
      <dgm:spPr/>
    </dgm:pt>
    <dgm:pt modelId="{9BA108D3-4B98-4FB4-BDCA-D9AA4108BFC6}" type="pres">
      <dgm:prSet presAssocID="{61B8725B-6A4B-4185-996E-635DDFDDE242}" presName="parTx" presStyleLbl="revTx" presStyleIdx="4" presStyleCnt="6">
        <dgm:presLayoutVars>
          <dgm:chMax val="0"/>
          <dgm:chPref val="0"/>
        </dgm:presLayoutVars>
      </dgm:prSet>
      <dgm:spPr/>
    </dgm:pt>
    <dgm:pt modelId="{C248434B-3F44-46B9-A840-D1B11F9F6F88}" type="pres">
      <dgm:prSet presAssocID="{CCB51BF8-3954-4D35-BB52-643FF3FB5BD1}" presName="sibTrans" presStyleCnt="0"/>
      <dgm:spPr/>
    </dgm:pt>
    <dgm:pt modelId="{E8949FF6-BA02-4EAF-A1FC-90006088EC8D}" type="pres">
      <dgm:prSet presAssocID="{A82BE647-2BCF-4803-92A1-3F1B13C59763}" presName="compNode" presStyleCnt="0"/>
      <dgm:spPr/>
    </dgm:pt>
    <dgm:pt modelId="{1C873AB9-3A8D-49CF-B67E-E117B4F489EC}" type="pres">
      <dgm:prSet presAssocID="{A82BE647-2BCF-4803-92A1-3F1B13C59763}" presName="bgRect" presStyleLbl="bgShp" presStyleIdx="5" presStyleCnt="6"/>
      <dgm:spPr/>
    </dgm:pt>
    <dgm:pt modelId="{B887CE0B-7344-4E2D-8A89-801F58670D3E}" type="pres">
      <dgm:prSet presAssocID="{A82BE647-2BCF-4803-92A1-3F1B13C59763}" presName="iconRect" presStyleLbl="node1" presStyleIdx="5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1FB983B1-80F4-4F9E-8D57-EECA137B68FE}" type="pres">
      <dgm:prSet presAssocID="{A82BE647-2BCF-4803-92A1-3F1B13C59763}" presName="spaceRect" presStyleCnt="0"/>
      <dgm:spPr/>
    </dgm:pt>
    <dgm:pt modelId="{F63028E1-3774-4093-AB63-4F3614E5EB7B}" type="pres">
      <dgm:prSet presAssocID="{A82BE647-2BCF-4803-92A1-3F1B13C59763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C8C96D10-07D6-448B-ACE2-31189F96ECA5}" type="presOf" srcId="{A82BE647-2BCF-4803-92A1-3F1B13C59763}" destId="{F63028E1-3774-4093-AB63-4F3614E5EB7B}" srcOrd="0" destOrd="0" presId="urn:microsoft.com/office/officeart/2018/2/layout/IconVerticalSolidList"/>
    <dgm:cxn modelId="{9A549113-B8BE-437C-B95D-4291D36AEEEA}" type="presOf" srcId="{FFEF07F2-B24D-44E8-83A2-478DEF4E1917}" destId="{9EF80625-09A6-4F0A-9956-18AF5D745DED}" srcOrd="0" destOrd="0" presId="urn:microsoft.com/office/officeart/2018/2/layout/IconVerticalSolidList"/>
    <dgm:cxn modelId="{B70A402A-1F9F-449E-9B03-FA39092A78DE}" srcId="{316A0F8E-0B3C-4153-A856-62961B5B3514}" destId="{A82BE647-2BCF-4803-92A1-3F1B13C59763}" srcOrd="5" destOrd="0" parTransId="{7B53DC8B-21C3-430A-8BBB-BB96EBAF04F3}" sibTransId="{566E2042-5EB8-405C-99C9-9D905A465A36}"/>
    <dgm:cxn modelId="{A86DE72B-9266-445C-9DC1-3BEA9CBB4DF5}" srcId="{316A0F8E-0B3C-4153-A856-62961B5B3514}" destId="{0CE2BCC7-63CF-4C2D-9355-54A110064FAD}" srcOrd="2" destOrd="0" parTransId="{F577E497-27A0-4606-A22B-92503615AF66}" sibTransId="{B447BB4F-764D-4C3D-AA51-448D0058F15E}"/>
    <dgm:cxn modelId="{9CCB6467-4903-4698-98D4-6B584B477AAE}" type="presOf" srcId="{316A0F8E-0B3C-4153-A856-62961B5B3514}" destId="{AD9491EE-BC48-42B8-8623-80C021A7F83B}" srcOrd="0" destOrd="0" presId="urn:microsoft.com/office/officeart/2018/2/layout/IconVerticalSolidList"/>
    <dgm:cxn modelId="{A47AAD7C-9732-4944-BDCC-98E574347549}" type="presOf" srcId="{0CE2BCC7-63CF-4C2D-9355-54A110064FAD}" destId="{32517815-0B3D-4400-8EE8-F8771D085BD2}" srcOrd="0" destOrd="0" presId="urn:microsoft.com/office/officeart/2018/2/layout/IconVerticalSolidList"/>
    <dgm:cxn modelId="{669237B5-F961-477E-AAF9-937FD97754A4}" srcId="{316A0F8E-0B3C-4153-A856-62961B5B3514}" destId="{61B8725B-6A4B-4185-996E-635DDFDDE242}" srcOrd="4" destOrd="0" parTransId="{BF6414A4-3286-4F1A-9DB6-73C5BDB126D2}" sibTransId="{CCB51BF8-3954-4D35-BB52-643FF3FB5BD1}"/>
    <dgm:cxn modelId="{BA62BCDB-11EB-4238-80ED-F6E3D7FB4BDE}" srcId="{316A0F8E-0B3C-4153-A856-62961B5B3514}" destId="{AEAFB2DB-9814-44CE-99CF-053F45278750}" srcOrd="1" destOrd="0" parTransId="{73CB2C50-1538-401D-905D-19DD1405ED55}" sibTransId="{4CDA561D-D338-4DEC-BA47-05EE000B7FFB}"/>
    <dgm:cxn modelId="{A0CD75EC-0C9E-4FB4-84D4-F14BCE7D455E}" type="presOf" srcId="{AEAFB2DB-9814-44CE-99CF-053F45278750}" destId="{0DAC7D41-2F1D-4CEA-A4EC-4D4C0EB66484}" srcOrd="0" destOrd="0" presId="urn:microsoft.com/office/officeart/2018/2/layout/IconVerticalSolidList"/>
    <dgm:cxn modelId="{DDE9E2ED-345D-4449-9952-4E968DBFC47F}" srcId="{316A0F8E-0B3C-4153-A856-62961B5B3514}" destId="{2F06F4B7-4880-44CF-9CCD-C72701D02362}" srcOrd="3" destOrd="0" parTransId="{BD7645A4-D3CD-4589-957E-5C5295C1E16D}" sibTransId="{78F1F875-D5C0-429D-B02F-A90DC530B71F}"/>
    <dgm:cxn modelId="{8D2F91F2-88F5-4762-8560-47535AB15571}" type="presOf" srcId="{61B8725B-6A4B-4185-996E-635DDFDDE242}" destId="{9BA108D3-4B98-4FB4-BDCA-D9AA4108BFC6}" srcOrd="0" destOrd="0" presId="urn:microsoft.com/office/officeart/2018/2/layout/IconVerticalSolidList"/>
    <dgm:cxn modelId="{F70F3DF4-1BD7-4A29-87F7-2B12FC61C2F8}" type="presOf" srcId="{2F06F4B7-4880-44CF-9CCD-C72701D02362}" destId="{F59C2858-FD31-45ED-BA57-E7EAB7F19F89}" srcOrd="0" destOrd="0" presId="urn:microsoft.com/office/officeart/2018/2/layout/IconVerticalSolidList"/>
    <dgm:cxn modelId="{F77A80FE-9B61-4F40-9722-16A0FDE4F7BB}" srcId="{316A0F8E-0B3C-4153-A856-62961B5B3514}" destId="{FFEF07F2-B24D-44E8-83A2-478DEF4E1917}" srcOrd="0" destOrd="0" parTransId="{FF25B3F3-6CF7-4AD9-8391-F9CA181DF642}" sibTransId="{B19622DB-9E7D-4A88-B664-A37298F7F4CF}"/>
    <dgm:cxn modelId="{022DF22C-DC80-4806-82CF-FA9FA69EF82D}" type="presParOf" srcId="{AD9491EE-BC48-42B8-8623-80C021A7F83B}" destId="{FA324806-3948-4126-8549-1EFA633D5755}" srcOrd="0" destOrd="0" presId="urn:microsoft.com/office/officeart/2018/2/layout/IconVerticalSolidList"/>
    <dgm:cxn modelId="{B2A65D7B-3015-45A7-A107-32B4E8B821A7}" type="presParOf" srcId="{FA324806-3948-4126-8549-1EFA633D5755}" destId="{9E1AE32E-AB0A-4464-86B2-672DDB83C842}" srcOrd="0" destOrd="0" presId="urn:microsoft.com/office/officeart/2018/2/layout/IconVerticalSolidList"/>
    <dgm:cxn modelId="{047294A1-B13D-42D4-B853-2FADB8EB80A5}" type="presParOf" srcId="{FA324806-3948-4126-8549-1EFA633D5755}" destId="{05CC2E9A-454C-4EA4-94DD-D1289DEB372D}" srcOrd="1" destOrd="0" presId="urn:microsoft.com/office/officeart/2018/2/layout/IconVerticalSolidList"/>
    <dgm:cxn modelId="{95814B09-AD07-4BEF-93EF-4E6507E94F6C}" type="presParOf" srcId="{FA324806-3948-4126-8549-1EFA633D5755}" destId="{49DFBACF-55FF-4754-B0EE-1008C894DC4A}" srcOrd="2" destOrd="0" presId="urn:microsoft.com/office/officeart/2018/2/layout/IconVerticalSolidList"/>
    <dgm:cxn modelId="{47B8BFFF-2A2E-447F-9726-69A9064BA4F4}" type="presParOf" srcId="{FA324806-3948-4126-8549-1EFA633D5755}" destId="{9EF80625-09A6-4F0A-9956-18AF5D745DED}" srcOrd="3" destOrd="0" presId="urn:microsoft.com/office/officeart/2018/2/layout/IconVerticalSolidList"/>
    <dgm:cxn modelId="{ACBF2692-7D56-4C6A-AE59-CB0B3056C0DA}" type="presParOf" srcId="{AD9491EE-BC48-42B8-8623-80C021A7F83B}" destId="{6FA482F4-81B2-4AFB-89BC-051B73771104}" srcOrd="1" destOrd="0" presId="urn:microsoft.com/office/officeart/2018/2/layout/IconVerticalSolidList"/>
    <dgm:cxn modelId="{E762412D-EFC9-437B-B728-62FD9191D768}" type="presParOf" srcId="{AD9491EE-BC48-42B8-8623-80C021A7F83B}" destId="{CC3CA5E1-1152-4AC9-A671-5B9BDE06AC61}" srcOrd="2" destOrd="0" presId="urn:microsoft.com/office/officeart/2018/2/layout/IconVerticalSolidList"/>
    <dgm:cxn modelId="{AA3DEC23-4101-44B8-9703-026C4005D091}" type="presParOf" srcId="{CC3CA5E1-1152-4AC9-A671-5B9BDE06AC61}" destId="{19759390-10B0-40E5-AECA-ACA56E5C22FF}" srcOrd="0" destOrd="0" presId="urn:microsoft.com/office/officeart/2018/2/layout/IconVerticalSolidList"/>
    <dgm:cxn modelId="{EF48362F-7236-4FC6-9731-53AB43107EB4}" type="presParOf" srcId="{CC3CA5E1-1152-4AC9-A671-5B9BDE06AC61}" destId="{46C03F0D-EE0A-4DDA-9A1F-04C7AC575B0B}" srcOrd="1" destOrd="0" presId="urn:microsoft.com/office/officeart/2018/2/layout/IconVerticalSolidList"/>
    <dgm:cxn modelId="{B9F825F9-AAF0-45CD-A88D-9C25FE5ADFCE}" type="presParOf" srcId="{CC3CA5E1-1152-4AC9-A671-5B9BDE06AC61}" destId="{5E135923-86FC-40D7-B970-5C65636A27B6}" srcOrd="2" destOrd="0" presId="urn:microsoft.com/office/officeart/2018/2/layout/IconVerticalSolidList"/>
    <dgm:cxn modelId="{83F69443-D927-4AB9-B725-D8A7E65CE69A}" type="presParOf" srcId="{CC3CA5E1-1152-4AC9-A671-5B9BDE06AC61}" destId="{0DAC7D41-2F1D-4CEA-A4EC-4D4C0EB66484}" srcOrd="3" destOrd="0" presId="urn:microsoft.com/office/officeart/2018/2/layout/IconVerticalSolidList"/>
    <dgm:cxn modelId="{53E2B4C7-675C-48F3-BFE4-E7FB5EF88BB1}" type="presParOf" srcId="{AD9491EE-BC48-42B8-8623-80C021A7F83B}" destId="{A1C7CE76-88ED-4BD4-85B4-93AA17A0D145}" srcOrd="3" destOrd="0" presId="urn:microsoft.com/office/officeart/2018/2/layout/IconVerticalSolidList"/>
    <dgm:cxn modelId="{A6A816EF-58BF-4DDB-B082-552F3CBF9E78}" type="presParOf" srcId="{AD9491EE-BC48-42B8-8623-80C021A7F83B}" destId="{0F273F75-514D-4DCC-A601-809D56C3C58A}" srcOrd="4" destOrd="0" presId="urn:microsoft.com/office/officeart/2018/2/layout/IconVerticalSolidList"/>
    <dgm:cxn modelId="{F113D8A9-061A-497C-B4FD-157BA3AEA2CE}" type="presParOf" srcId="{0F273F75-514D-4DCC-A601-809D56C3C58A}" destId="{7A138571-410E-42E3-8CF8-289544D2E461}" srcOrd="0" destOrd="0" presId="urn:microsoft.com/office/officeart/2018/2/layout/IconVerticalSolidList"/>
    <dgm:cxn modelId="{D38C6269-1C51-444B-999A-82F314CB7365}" type="presParOf" srcId="{0F273F75-514D-4DCC-A601-809D56C3C58A}" destId="{526E4507-2784-4E2E-ABDB-EF7270A0907B}" srcOrd="1" destOrd="0" presId="urn:microsoft.com/office/officeart/2018/2/layout/IconVerticalSolidList"/>
    <dgm:cxn modelId="{A9DD748D-782F-45D7-92F8-5AF470108CEF}" type="presParOf" srcId="{0F273F75-514D-4DCC-A601-809D56C3C58A}" destId="{E49413C6-95D6-470C-93FC-EDE02D39BAEC}" srcOrd="2" destOrd="0" presId="urn:microsoft.com/office/officeart/2018/2/layout/IconVerticalSolidList"/>
    <dgm:cxn modelId="{3B207046-AA28-4B93-9CC5-0C6A8642B8A7}" type="presParOf" srcId="{0F273F75-514D-4DCC-A601-809D56C3C58A}" destId="{32517815-0B3D-4400-8EE8-F8771D085BD2}" srcOrd="3" destOrd="0" presId="urn:microsoft.com/office/officeart/2018/2/layout/IconVerticalSolidList"/>
    <dgm:cxn modelId="{16ABBC94-4482-469C-8406-AD6DC0E585F9}" type="presParOf" srcId="{AD9491EE-BC48-42B8-8623-80C021A7F83B}" destId="{DDB6874A-E5E3-4474-88DA-2387B52A509B}" srcOrd="5" destOrd="0" presId="urn:microsoft.com/office/officeart/2018/2/layout/IconVerticalSolidList"/>
    <dgm:cxn modelId="{DA37B9F0-16A2-40A6-A164-DDDC827704F1}" type="presParOf" srcId="{AD9491EE-BC48-42B8-8623-80C021A7F83B}" destId="{FA355264-A849-47E5-8A88-7BE92244D655}" srcOrd="6" destOrd="0" presId="urn:microsoft.com/office/officeart/2018/2/layout/IconVerticalSolidList"/>
    <dgm:cxn modelId="{798912E2-BAD1-4336-99AD-BECADF751188}" type="presParOf" srcId="{FA355264-A849-47E5-8A88-7BE92244D655}" destId="{9A75C388-5329-4CA2-890D-DD1D50E15CFE}" srcOrd="0" destOrd="0" presId="urn:microsoft.com/office/officeart/2018/2/layout/IconVerticalSolidList"/>
    <dgm:cxn modelId="{7E172151-5BBF-4D63-A705-D3BC77C76155}" type="presParOf" srcId="{FA355264-A849-47E5-8A88-7BE92244D655}" destId="{E21739C8-3B2E-4392-9633-56DC0584B167}" srcOrd="1" destOrd="0" presId="urn:microsoft.com/office/officeart/2018/2/layout/IconVerticalSolidList"/>
    <dgm:cxn modelId="{54E1349D-4C55-4640-9323-8544CA7D35C8}" type="presParOf" srcId="{FA355264-A849-47E5-8A88-7BE92244D655}" destId="{3A7341FC-159E-4B76-BF7C-6D367B78F4D6}" srcOrd="2" destOrd="0" presId="urn:microsoft.com/office/officeart/2018/2/layout/IconVerticalSolidList"/>
    <dgm:cxn modelId="{A6E505EB-D282-4B38-86C3-0AC189161119}" type="presParOf" srcId="{FA355264-A849-47E5-8A88-7BE92244D655}" destId="{F59C2858-FD31-45ED-BA57-E7EAB7F19F89}" srcOrd="3" destOrd="0" presId="urn:microsoft.com/office/officeart/2018/2/layout/IconVerticalSolidList"/>
    <dgm:cxn modelId="{3439E8C1-C27A-4B86-8734-A9583BE2D77B}" type="presParOf" srcId="{AD9491EE-BC48-42B8-8623-80C021A7F83B}" destId="{092072AB-12AF-4029-A25C-C2872C84FABF}" srcOrd="7" destOrd="0" presId="urn:microsoft.com/office/officeart/2018/2/layout/IconVerticalSolidList"/>
    <dgm:cxn modelId="{23BF4C12-B441-4B89-9EB9-CAB98B486FF6}" type="presParOf" srcId="{AD9491EE-BC48-42B8-8623-80C021A7F83B}" destId="{74694C8C-CA39-4FE4-AAA9-5CB8031BB016}" srcOrd="8" destOrd="0" presId="urn:microsoft.com/office/officeart/2018/2/layout/IconVerticalSolidList"/>
    <dgm:cxn modelId="{F76C8242-58C6-42C6-B676-FF3210DBC13B}" type="presParOf" srcId="{74694C8C-CA39-4FE4-AAA9-5CB8031BB016}" destId="{98A5D22F-8F58-4C83-B6B1-72E4963AC87B}" srcOrd="0" destOrd="0" presId="urn:microsoft.com/office/officeart/2018/2/layout/IconVerticalSolidList"/>
    <dgm:cxn modelId="{A1363532-22D2-404C-8723-C7D871685376}" type="presParOf" srcId="{74694C8C-CA39-4FE4-AAA9-5CB8031BB016}" destId="{C45FCD49-8E96-44E0-BC44-43AC9F7107F5}" srcOrd="1" destOrd="0" presId="urn:microsoft.com/office/officeart/2018/2/layout/IconVerticalSolidList"/>
    <dgm:cxn modelId="{3576436B-F5E8-4310-95E2-298377C416DA}" type="presParOf" srcId="{74694C8C-CA39-4FE4-AAA9-5CB8031BB016}" destId="{64F383D8-A68A-437B-A965-D38A8CE7BDD9}" srcOrd="2" destOrd="0" presId="urn:microsoft.com/office/officeart/2018/2/layout/IconVerticalSolidList"/>
    <dgm:cxn modelId="{D0F9F840-5495-4DDD-A56F-D4F5FC0C5B86}" type="presParOf" srcId="{74694C8C-CA39-4FE4-AAA9-5CB8031BB016}" destId="{9BA108D3-4B98-4FB4-BDCA-D9AA4108BFC6}" srcOrd="3" destOrd="0" presId="urn:microsoft.com/office/officeart/2018/2/layout/IconVerticalSolidList"/>
    <dgm:cxn modelId="{EC14B241-A4ED-4275-9A27-C54E7CBC1261}" type="presParOf" srcId="{AD9491EE-BC48-42B8-8623-80C021A7F83B}" destId="{C248434B-3F44-46B9-A840-D1B11F9F6F88}" srcOrd="9" destOrd="0" presId="urn:microsoft.com/office/officeart/2018/2/layout/IconVerticalSolidList"/>
    <dgm:cxn modelId="{B1C39561-B0D8-454C-9FE3-E65E07932103}" type="presParOf" srcId="{AD9491EE-BC48-42B8-8623-80C021A7F83B}" destId="{E8949FF6-BA02-4EAF-A1FC-90006088EC8D}" srcOrd="10" destOrd="0" presId="urn:microsoft.com/office/officeart/2018/2/layout/IconVerticalSolidList"/>
    <dgm:cxn modelId="{B47C0196-2B5E-441A-A7A8-674F85571745}" type="presParOf" srcId="{E8949FF6-BA02-4EAF-A1FC-90006088EC8D}" destId="{1C873AB9-3A8D-49CF-B67E-E117B4F489EC}" srcOrd="0" destOrd="0" presId="urn:microsoft.com/office/officeart/2018/2/layout/IconVerticalSolidList"/>
    <dgm:cxn modelId="{EF344C75-1597-4ADA-B8A8-F3D367BEAFC9}" type="presParOf" srcId="{E8949FF6-BA02-4EAF-A1FC-90006088EC8D}" destId="{B887CE0B-7344-4E2D-8A89-801F58670D3E}" srcOrd="1" destOrd="0" presId="urn:microsoft.com/office/officeart/2018/2/layout/IconVerticalSolidList"/>
    <dgm:cxn modelId="{A53A298F-A1CB-4478-A9BF-8FFE8EFA9B20}" type="presParOf" srcId="{E8949FF6-BA02-4EAF-A1FC-90006088EC8D}" destId="{1FB983B1-80F4-4F9E-8D57-EECA137B68FE}" srcOrd="2" destOrd="0" presId="urn:microsoft.com/office/officeart/2018/2/layout/IconVerticalSolidList"/>
    <dgm:cxn modelId="{15692A6E-A119-4A1C-8225-DCCDEE62FE1A}" type="presParOf" srcId="{E8949FF6-BA02-4EAF-A1FC-90006088EC8D}" destId="{F63028E1-3774-4093-AB63-4F3614E5EB7B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316A0F8E-0B3C-4153-A856-62961B5B3514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FFEF07F2-B24D-44E8-83A2-478DEF4E1917}">
      <dgm:prSet custT="1"/>
      <dgm:spPr/>
      <dgm:t>
        <a:bodyPr/>
        <a:lstStyle/>
        <a:p>
          <a:r>
            <a:rPr lang="es-CR" sz="2400"/>
            <a:t>Artesanal</a:t>
          </a:r>
          <a:endParaRPr lang="en-US" sz="2400"/>
        </a:p>
      </dgm:t>
    </dgm:pt>
    <dgm:pt modelId="{FF25B3F3-6CF7-4AD9-8391-F9CA181DF642}" type="parTrans" cxnId="{F77A80FE-9B61-4F40-9722-16A0FDE4F7BB}">
      <dgm:prSet/>
      <dgm:spPr/>
      <dgm:t>
        <a:bodyPr/>
        <a:lstStyle/>
        <a:p>
          <a:endParaRPr lang="en-US" sz="2400"/>
        </a:p>
      </dgm:t>
    </dgm:pt>
    <dgm:pt modelId="{B19622DB-9E7D-4A88-B664-A37298F7F4CF}" type="sibTrans" cxnId="{F77A80FE-9B61-4F40-9722-16A0FDE4F7BB}">
      <dgm:prSet/>
      <dgm:spPr/>
      <dgm:t>
        <a:bodyPr/>
        <a:lstStyle/>
        <a:p>
          <a:endParaRPr lang="en-US" sz="2400"/>
        </a:p>
      </dgm:t>
    </dgm:pt>
    <dgm:pt modelId="{AEAFB2DB-9814-44CE-99CF-053F45278750}">
      <dgm:prSet custT="1"/>
      <dgm:spPr/>
      <dgm:t>
        <a:bodyPr/>
        <a:lstStyle/>
        <a:p>
          <a:r>
            <a:rPr lang="es-CR" sz="2400"/>
            <a:t>Industrialización</a:t>
          </a:r>
          <a:endParaRPr lang="en-US" sz="2400"/>
        </a:p>
      </dgm:t>
    </dgm:pt>
    <dgm:pt modelId="{73CB2C50-1538-401D-905D-19DD1405ED55}" type="parTrans" cxnId="{BA62BCDB-11EB-4238-80ED-F6E3D7FB4BDE}">
      <dgm:prSet/>
      <dgm:spPr/>
      <dgm:t>
        <a:bodyPr/>
        <a:lstStyle/>
        <a:p>
          <a:endParaRPr lang="en-US" sz="2400"/>
        </a:p>
      </dgm:t>
    </dgm:pt>
    <dgm:pt modelId="{4CDA561D-D338-4DEC-BA47-05EE000B7FFB}" type="sibTrans" cxnId="{BA62BCDB-11EB-4238-80ED-F6E3D7FB4BDE}">
      <dgm:prSet/>
      <dgm:spPr/>
      <dgm:t>
        <a:bodyPr/>
        <a:lstStyle/>
        <a:p>
          <a:endParaRPr lang="en-US" sz="2400"/>
        </a:p>
      </dgm:t>
    </dgm:pt>
    <dgm:pt modelId="{0CE2BCC7-63CF-4C2D-9355-54A110064FAD}">
      <dgm:prSet custT="1"/>
      <dgm:spPr/>
      <dgm:t>
        <a:bodyPr/>
        <a:lstStyle/>
        <a:p>
          <a:r>
            <a:rPr lang="es-CR" sz="2400"/>
            <a:t>Control final</a:t>
          </a:r>
          <a:endParaRPr lang="en-US" sz="2400"/>
        </a:p>
      </dgm:t>
    </dgm:pt>
    <dgm:pt modelId="{F577E497-27A0-4606-A22B-92503615AF66}" type="parTrans" cxnId="{A86DE72B-9266-445C-9DC1-3BEA9CBB4DF5}">
      <dgm:prSet/>
      <dgm:spPr/>
      <dgm:t>
        <a:bodyPr/>
        <a:lstStyle/>
        <a:p>
          <a:endParaRPr lang="en-US" sz="2400"/>
        </a:p>
      </dgm:t>
    </dgm:pt>
    <dgm:pt modelId="{B447BB4F-764D-4C3D-AA51-448D0058F15E}" type="sibTrans" cxnId="{A86DE72B-9266-445C-9DC1-3BEA9CBB4DF5}">
      <dgm:prSet/>
      <dgm:spPr/>
      <dgm:t>
        <a:bodyPr/>
        <a:lstStyle/>
        <a:p>
          <a:endParaRPr lang="en-US" sz="2400"/>
        </a:p>
      </dgm:t>
    </dgm:pt>
    <dgm:pt modelId="{2F06F4B7-4880-44CF-9CCD-C72701D02362}">
      <dgm:prSet custT="1"/>
      <dgm:spPr/>
      <dgm:t>
        <a:bodyPr/>
        <a:lstStyle/>
        <a:p>
          <a:r>
            <a:rPr lang="es-CR" sz="2400"/>
            <a:t>Control en el proceso</a:t>
          </a:r>
          <a:endParaRPr lang="en-US" sz="2400"/>
        </a:p>
      </dgm:t>
    </dgm:pt>
    <dgm:pt modelId="{BD7645A4-D3CD-4589-957E-5C5295C1E16D}" type="parTrans" cxnId="{DDE9E2ED-345D-4449-9952-4E968DBFC47F}">
      <dgm:prSet/>
      <dgm:spPr/>
      <dgm:t>
        <a:bodyPr/>
        <a:lstStyle/>
        <a:p>
          <a:endParaRPr lang="en-US" sz="2400"/>
        </a:p>
      </dgm:t>
    </dgm:pt>
    <dgm:pt modelId="{78F1F875-D5C0-429D-B02F-A90DC530B71F}" type="sibTrans" cxnId="{DDE9E2ED-345D-4449-9952-4E968DBFC47F}">
      <dgm:prSet/>
      <dgm:spPr/>
      <dgm:t>
        <a:bodyPr/>
        <a:lstStyle/>
        <a:p>
          <a:endParaRPr lang="en-US" sz="2400"/>
        </a:p>
      </dgm:t>
    </dgm:pt>
    <dgm:pt modelId="{61B8725B-6A4B-4185-996E-635DDFDDE242}">
      <dgm:prSet custT="1"/>
      <dgm:spPr/>
      <dgm:t>
        <a:bodyPr/>
        <a:lstStyle/>
        <a:p>
          <a:r>
            <a:rPr lang="es-CR" sz="2400"/>
            <a:t>Control en diseño</a:t>
          </a:r>
          <a:endParaRPr lang="en-US" sz="2400"/>
        </a:p>
      </dgm:t>
    </dgm:pt>
    <dgm:pt modelId="{BF6414A4-3286-4F1A-9DB6-73C5BDB126D2}" type="parTrans" cxnId="{669237B5-F961-477E-AAF9-937FD97754A4}">
      <dgm:prSet/>
      <dgm:spPr/>
      <dgm:t>
        <a:bodyPr/>
        <a:lstStyle/>
        <a:p>
          <a:endParaRPr lang="en-US" sz="2400"/>
        </a:p>
      </dgm:t>
    </dgm:pt>
    <dgm:pt modelId="{CCB51BF8-3954-4D35-BB52-643FF3FB5BD1}" type="sibTrans" cxnId="{669237B5-F961-477E-AAF9-937FD97754A4}">
      <dgm:prSet/>
      <dgm:spPr/>
      <dgm:t>
        <a:bodyPr/>
        <a:lstStyle/>
        <a:p>
          <a:endParaRPr lang="en-US" sz="2400"/>
        </a:p>
      </dgm:t>
    </dgm:pt>
    <dgm:pt modelId="{A82BE647-2BCF-4803-92A1-3F1B13C59763}">
      <dgm:prSet custT="1"/>
      <dgm:spPr/>
      <dgm:t>
        <a:bodyPr/>
        <a:lstStyle/>
        <a:p>
          <a:r>
            <a:rPr lang="es-CR" sz="2400"/>
            <a:t>Mejora continua</a:t>
          </a:r>
          <a:endParaRPr lang="en-US" sz="2400"/>
        </a:p>
      </dgm:t>
    </dgm:pt>
    <dgm:pt modelId="{7B53DC8B-21C3-430A-8BBB-BB96EBAF04F3}" type="parTrans" cxnId="{B70A402A-1F9F-449E-9B03-FA39092A78DE}">
      <dgm:prSet/>
      <dgm:spPr/>
      <dgm:t>
        <a:bodyPr/>
        <a:lstStyle/>
        <a:p>
          <a:endParaRPr lang="en-US" sz="2400"/>
        </a:p>
      </dgm:t>
    </dgm:pt>
    <dgm:pt modelId="{566E2042-5EB8-405C-99C9-9D905A465A36}" type="sibTrans" cxnId="{B70A402A-1F9F-449E-9B03-FA39092A78DE}">
      <dgm:prSet/>
      <dgm:spPr/>
      <dgm:t>
        <a:bodyPr/>
        <a:lstStyle/>
        <a:p>
          <a:endParaRPr lang="en-US" sz="2400"/>
        </a:p>
      </dgm:t>
    </dgm:pt>
    <dgm:pt modelId="{AD9491EE-BC48-42B8-8623-80C021A7F83B}" type="pres">
      <dgm:prSet presAssocID="{316A0F8E-0B3C-4153-A856-62961B5B3514}" presName="root" presStyleCnt="0">
        <dgm:presLayoutVars>
          <dgm:dir/>
          <dgm:resizeHandles val="exact"/>
        </dgm:presLayoutVars>
      </dgm:prSet>
      <dgm:spPr/>
    </dgm:pt>
    <dgm:pt modelId="{FA324806-3948-4126-8549-1EFA633D5755}" type="pres">
      <dgm:prSet presAssocID="{FFEF07F2-B24D-44E8-83A2-478DEF4E1917}" presName="compNode" presStyleCnt="0"/>
      <dgm:spPr/>
    </dgm:pt>
    <dgm:pt modelId="{9E1AE32E-AB0A-4464-86B2-672DDB83C842}" type="pres">
      <dgm:prSet presAssocID="{FFEF07F2-B24D-44E8-83A2-478DEF4E1917}" presName="bgRect" presStyleLbl="bgShp" presStyleIdx="0" presStyleCnt="6"/>
      <dgm:spPr/>
    </dgm:pt>
    <dgm:pt modelId="{05CC2E9A-454C-4EA4-94DD-D1289DEB372D}" type="pres">
      <dgm:prSet presAssocID="{FFEF07F2-B24D-44E8-83A2-478DEF4E1917}" presName="iconRect" presStyleLbl="node1" presStyleIdx="0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ábrica"/>
        </a:ext>
      </dgm:extLst>
    </dgm:pt>
    <dgm:pt modelId="{49DFBACF-55FF-4754-B0EE-1008C894DC4A}" type="pres">
      <dgm:prSet presAssocID="{FFEF07F2-B24D-44E8-83A2-478DEF4E1917}" presName="spaceRect" presStyleCnt="0"/>
      <dgm:spPr/>
    </dgm:pt>
    <dgm:pt modelId="{9EF80625-09A6-4F0A-9956-18AF5D745DED}" type="pres">
      <dgm:prSet presAssocID="{FFEF07F2-B24D-44E8-83A2-478DEF4E1917}" presName="parTx" presStyleLbl="revTx" presStyleIdx="0" presStyleCnt="6">
        <dgm:presLayoutVars>
          <dgm:chMax val="0"/>
          <dgm:chPref val="0"/>
        </dgm:presLayoutVars>
      </dgm:prSet>
      <dgm:spPr/>
    </dgm:pt>
    <dgm:pt modelId="{6FA482F4-81B2-4AFB-89BC-051B73771104}" type="pres">
      <dgm:prSet presAssocID="{B19622DB-9E7D-4A88-B664-A37298F7F4CF}" presName="sibTrans" presStyleCnt="0"/>
      <dgm:spPr/>
    </dgm:pt>
    <dgm:pt modelId="{CC3CA5E1-1152-4AC9-A671-5B9BDE06AC61}" type="pres">
      <dgm:prSet presAssocID="{AEAFB2DB-9814-44CE-99CF-053F45278750}" presName="compNode" presStyleCnt="0"/>
      <dgm:spPr/>
    </dgm:pt>
    <dgm:pt modelId="{19759390-10B0-40E5-AECA-ACA56E5C22FF}" type="pres">
      <dgm:prSet presAssocID="{AEAFB2DB-9814-44CE-99CF-053F45278750}" presName="bgRect" presStyleLbl="bgShp" presStyleIdx="1" presStyleCnt="6"/>
      <dgm:spPr/>
    </dgm:pt>
    <dgm:pt modelId="{46C03F0D-EE0A-4DDA-9A1F-04C7AC575B0B}" type="pres">
      <dgm:prSet presAssocID="{AEAFB2DB-9814-44CE-99CF-053F45278750}" presName="iconRect" presStyleLbl="node1" presStyleIdx="1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ngranajes"/>
        </a:ext>
      </dgm:extLst>
    </dgm:pt>
    <dgm:pt modelId="{5E135923-86FC-40D7-B970-5C65636A27B6}" type="pres">
      <dgm:prSet presAssocID="{AEAFB2DB-9814-44CE-99CF-053F45278750}" presName="spaceRect" presStyleCnt="0"/>
      <dgm:spPr/>
    </dgm:pt>
    <dgm:pt modelId="{0DAC7D41-2F1D-4CEA-A4EC-4D4C0EB66484}" type="pres">
      <dgm:prSet presAssocID="{AEAFB2DB-9814-44CE-99CF-053F45278750}" presName="parTx" presStyleLbl="revTx" presStyleIdx="1" presStyleCnt="6">
        <dgm:presLayoutVars>
          <dgm:chMax val="0"/>
          <dgm:chPref val="0"/>
        </dgm:presLayoutVars>
      </dgm:prSet>
      <dgm:spPr/>
    </dgm:pt>
    <dgm:pt modelId="{A1C7CE76-88ED-4BD4-85B4-93AA17A0D145}" type="pres">
      <dgm:prSet presAssocID="{4CDA561D-D338-4DEC-BA47-05EE000B7FFB}" presName="sibTrans" presStyleCnt="0"/>
      <dgm:spPr/>
    </dgm:pt>
    <dgm:pt modelId="{0F273F75-514D-4DCC-A601-809D56C3C58A}" type="pres">
      <dgm:prSet presAssocID="{0CE2BCC7-63CF-4C2D-9355-54A110064FAD}" presName="compNode" presStyleCnt="0"/>
      <dgm:spPr/>
    </dgm:pt>
    <dgm:pt modelId="{7A138571-410E-42E3-8CF8-289544D2E461}" type="pres">
      <dgm:prSet presAssocID="{0CE2BCC7-63CF-4C2D-9355-54A110064FAD}" presName="bgRect" presStyleLbl="bgShp" presStyleIdx="2" presStyleCnt="6"/>
      <dgm:spPr/>
    </dgm:pt>
    <dgm:pt modelId="{526E4507-2784-4E2E-ABDB-EF7270A0907B}" type="pres">
      <dgm:prSet presAssocID="{0CE2BCC7-63CF-4C2D-9355-54A110064FAD}" presName="iconRect" presStyleLbl="node1" presStyleIdx="2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rofeo"/>
        </a:ext>
      </dgm:extLst>
    </dgm:pt>
    <dgm:pt modelId="{E49413C6-95D6-470C-93FC-EDE02D39BAEC}" type="pres">
      <dgm:prSet presAssocID="{0CE2BCC7-63CF-4C2D-9355-54A110064FAD}" presName="spaceRect" presStyleCnt="0"/>
      <dgm:spPr/>
    </dgm:pt>
    <dgm:pt modelId="{32517815-0B3D-4400-8EE8-F8771D085BD2}" type="pres">
      <dgm:prSet presAssocID="{0CE2BCC7-63CF-4C2D-9355-54A110064FAD}" presName="parTx" presStyleLbl="revTx" presStyleIdx="2" presStyleCnt="6">
        <dgm:presLayoutVars>
          <dgm:chMax val="0"/>
          <dgm:chPref val="0"/>
        </dgm:presLayoutVars>
      </dgm:prSet>
      <dgm:spPr/>
    </dgm:pt>
    <dgm:pt modelId="{DDB6874A-E5E3-4474-88DA-2387B52A509B}" type="pres">
      <dgm:prSet presAssocID="{B447BB4F-764D-4C3D-AA51-448D0058F15E}" presName="sibTrans" presStyleCnt="0"/>
      <dgm:spPr/>
    </dgm:pt>
    <dgm:pt modelId="{FA355264-A849-47E5-8A88-7BE92244D655}" type="pres">
      <dgm:prSet presAssocID="{2F06F4B7-4880-44CF-9CCD-C72701D02362}" presName="compNode" presStyleCnt="0"/>
      <dgm:spPr/>
    </dgm:pt>
    <dgm:pt modelId="{9A75C388-5329-4CA2-890D-DD1D50E15CFE}" type="pres">
      <dgm:prSet presAssocID="{2F06F4B7-4880-44CF-9CCD-C72701D02362}" presName="bgRect" presStyleLbl="bgShp" presStyleIdx="3" presStyleCnt="6"/>
      <dgm:spPr/>
    </dgm:pt>
    <dgm:pt modelId="{E21739C8-3B2E-4392-9633-56DC0584B167}" type="pres">
      <dgm:prSet presAssocID="{2F06F4B7-4880-44CF-9CCD-C72701D02362}" presName="iconRect" presStyleLbl="node1" presStyleIdx="3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sta de comprobación"/>
        </a:ext>
      </dgm:extLst>
    </dgm:pt>
    <dgm:pt modelId="{3A7341FC-159E-4B76-BF7C-6D367B78F4D6}" type="pres">
      <dgm:prSet presAssocID="{2F06F4B7-4880-44CF-9CCD-C72701D02362}" presName="spaceRect" presStyleCnt="0"/>
      <dgm:spPr/>
    </dgm:pt>
    <dgm:pt modelId="{F59C2858-FD31-45ED-BA57-E7EAB7F19F89}" type="pres">
      <dgm:prSet presAssocID="{2F06F4B7-4880-44CF-9CCD-C72701D02362}" presName="parTx" presStyleLbl="revTx" presStyleIdx="3" presStyleCnt="6">
        <dgm:presLayoutVars>
          <dgm:chMax val="0"/>
          <dgm:chPref val="0"/>
        </dgm:presLayoutVars>
      </dgm:prSet>
      <dgm:spPr/>
    </dgm:pt>
    <dgm:pt modelId="{092072AB-12AF-4029-A25C-C2872C84FABF}" type="pres">
      <dgm:prSet presAssocID="{78F1F875-D5C0-429D-B02F-A90DC530B71F}" presName="sibTrans" presStyleCnt="0"/>
      <dgm:spPr/>
    </dgm:pt>
    <dgm:pt modelId="{74694C8C-CA39-4FE4-AAA9-5CB8031BB016}" type="pres">
      <dgm:prSet presAssocID="{61B8725B-6A4B-4185-996E-635DDFDDE242}" presName="compNode" presStyleCnt="0"/>
      <dgm:spPr/>
    </dgm:pt>
    <dgm:pt modelId="{98A5D22F-8F58-4C83-B6B1-72E4963AC87B}" type="pres">
      <dgm:prSet presAssocID="{61B8725B-6A4B-4185-996E-635DDFDDE242}" presName="bgRect" presStyleLbl="bgShp" presStyleIdx="4" presStyleCnt="6"/>
      <dgm:spPr/>
    </dgm:pt>
    <dgm:pt modelId="{C45FCD49-8E96-44E0-BC44-43AC9F7107F5}" type="pres">
      <dgm:prSet presAssocID="{61B8725B-6A4B-4185-996E-635DDFDDE242}" presName="iconRect" presStyleLbl="node1" presStyleIdx="4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rdenador"/>
        </a:ext>
      </dgm:extLst>
    </dgm:pt>
    <dgm:pt modelId="{64F383D8-A68A-437B-A965-D38A8CE7BDD9}" type="pres">
      <dgm:prSet presAssocID="{61B8725B-6A4B-4185-996E-635DDFDDE242}" presName="spaceRect" presStyleCnt="0"/>
      <dgm:spPr/>
    </dgm:pt>
    <dgm:pt modelId="{9BA108D3-4B98-4FB4-BDCA-D9AA4108BFC6}" type="pres">
      <dgm:prSet presAssocID="{61B8725B-6A4B-4185-996E-635DDFDDE242}" presName="parTx" presStyleLbl="revTx" presStyleIdx="4" presStyleCnt="6">
        <dgm:presLayoutVars>
          <dgm:chMax val="0"/>
          <dgm:chPref val="0"/>
        </dgm:presLayoutVars>
      </dgm:prSet>
      <dgm:spPr/>
    </dgm:pt>
    <dgm:pt modelId="{C248434B-3F44-46B9-A840-D1B11F9F6F88}" type="pres">
      <dgm:prSet presAssocID="{CCB51BF8-3954-4D35-BB52-643FF3FB5BD1}" presName="sibTrans" presStyleCnt="0"/>
      <dgm:spPr/>
    </dgm:pt>
    <dgm:pt modelId="{E8949FF6-BA02-4EAF-A1FC-90006088EC8D}" type="pres">
      <dgm:prSet presAssocID="{A82BE647-2BCF-4803-92A1-3F1B13C59763}" presName="compNode" presStyleCnt="0"/>
      <dgm:spPr/>
    </dgm:pt>
    <dgm:pt modelId="{1C873AB9-3A8D-49CF-B67E-E117B4F489EC}" type="pres">
      <dgm:prSet presAssocID="{A82BE647-2BCF-4803-92A1-3F1B13C59763}" presName="bgRect" presStyleLbl="bgShp" presStyleIdx="5" presStyleCnt="6"/>
      <dgm:spPr>
        <a:solidFill>
          <a:schemeClr val="accent6"/>
        </a:solidFill>
      </dgm:spPr>
    </dgm:pt>
    <dgm:pt modelId="{B887CE0B-7344-4E2D-8A89-801F58670D3E}" type="pres">
      <dgm:prSet presAssocID="{A82BE647-2BCF-4803-92A1-3F1B13C59763}" presName="iconRect" presStyleLbl="node1" presStyleIdx="5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1FB983B1-80F4-4F9E-8D57-EECA137B68FE}" type="pres">
      <dgm:prSet presAssocID="{A82BE647-2BCF-4803-92A1-3F1B13C59763}" presName="spaceRect" presStyleCnt="0"/>
      <dgm:spPr/>
    </dgm:pt>
    <dgm:pt modelId="{F63028E1-3774-4093-AB63-4F3614E5EB7B}" type="pres">
      <dgm:prSet presAssocID="{A82BE647-2BCF-4803-92A1-3F1B13C59763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C8C96D10-07D6-448B-ACE2-31189F96ECA5}" type="presOf" srcId="{A82BE647-2BCF-4803-92A1-3F1B13C59763}" destId="{F63028E1-3774-4093-AB63-4F3614E5EB7B}" srcOrd="0" destOrd="0" presId="urn:microsoft.com/office/officeart/2018/2/layout/IconVerticalSolidList"/>
    <dgm:cxn modelId="{9A549113-B8BE-437C-B95D-4291D36AEEEA}" type="presOf" srcId="{FFEF07F2-B24D-44E8-83A2-478DEF4E1917}" destId="{9EF80625-09A6-4F0A-9956-18AF5D745DED}" srcOrd="0" destOrd="0" presId="urn:microsoft.com/office/officeart/2018/2/layout/IconVerticalSolidList"/>
    <dgm:cxn modelId="{B70A402A-1F9F-449E-9B03-FA39092A78DE}" srcId="{316A0F8E-0B3C-4153-A856-62961B5B3514}" destId="{A82BE647-2BCF-4803-92A1-3F1B13C59763}" srcOrd="5" destOrd="0" parTransId="{7B53DC8B-21C3-430A-8BBB-BB96EBAF04F3}" sibTransId="{566E2042-5EB8-405C-99C9-9D905A465A36}"/>
    <dgm:cxn modelId="{A86DE72B-9266-445C-9DC1-3BEA9CBB4DF5}" srcId="{316A0F8E-0B3C-4153-A856-62961B5B3514}" destId="{0CE2BCC7-63CF-4C2D-9355-54A110064FAD}" srcOrd="2" destOrd="0" parTransId="{F577E497-27A0-4606-A22B-92503615AF66}" sibTransId="{B447BB4F-764D-4C3D-AA51-448D0058F15E}"/>
    <dgm:cxn modelId="{9CCB6467-4903-4698-98D4-6B584B477AAE}" type="presOf" srcId="{316A0F8E-0B3C-4153-A856-62961B5B3514}" destId="{AD9491EE-BC48-42B8-8623-80C021A7F83B}" srcOrd="0" destOrd="0" presId="urn:microsoft.com/office/officeart/2018/2/layout/IconVerticalSolidList"/>
    <dgm:cxn modelId="{A47AAD7C-9732-4944-BDCC-98E574347549}" type="presOf" srcId="{0CE2BCC7-63CF-4C2D-9355-54A110064FAD}" destId="{32517815-0B3D-4400-8EE8-F8771D085BD2}" srcOrd="0" destOrd="0" presId="urn:microsoft.com/office/officeart/2018/2/layout/IconVerticalSolidList"/>
    <dgm:cxn modelId="{669237B5-F961-477E-AAF9-937FD97754A4}" srcId="{316A0F8E-0B3C-4153-A856-62961B5B3514}" destId="{61B8725B-6A4B-4185-996E-635DDFDDE242}" srcOrd="4" destOrd="0" parTransId="{BF6414A4-3286-4F1A-9DB6-73C5BDB126D2}" sibTransId="{CCB51BF8-3954-4D35-BB52-643FF3FB5BD1}"/>
    <dgm:cxn modelId="{BA62BCDB-11EB-4238-80ED-F6E3D7FB4BDE}" srcId="{316A0F8E-0B3C-4153-A856-62961B5B3514}" destId="{AEAFB2DB-9814-44CE-99CF-053F45278750}" srcOrd="1" destOrd="0" parTransId="{73CB2C50-1538-401D-905D-19DD1405ED55}" sibTransId="{4CDA561D-D338-4DEC-BA47-05EE000B7FFB}"/>
    <dgm:cxn modelId="{A0CD75EC-0C9E-4FB4-84D4-F14BCE7D455E}" type="presOf" srcId="{AEAFB2DB-9814-44CE-99CF-053F45278750}" destId="{0DAC7D41-2F1D-4CEA-A4EC-4D4C0EB66484}" srcOrd="0" destOrd="0" presId="urn:microsoft.com/office/officeart/2018/2/layout/IconVerticalSolidList"/>
    <dgm:cxn modelId="{DDE9E2ED-345D-4449-9952-4E968DBFC47F}" srcId="{316A0F8E-0B3C-4153-A856-62961B5B3514}" destId="{2F06F4B7-4880-44CF-9CCD-C72701D02362}" srcOrd="3" destOrd="0" parTransId="{BD7645A4-D3CD-4589-957E-5C5295C1E16D}" sibTransId="{78F1F875-D5C0-429D-B02F-A90DC530B71F}"/>
    <dgm:cxn modelId="{8D2F91F2-88F5-4762-8560-47535AB15571}" type="presOf" srcId="{61B8725B-6A4B-4185-996E-635DDFDDE242}" destId="{9BA108D3-4B98-4FB4-BDCA-D9AA4108BFC6}" srcOrd="0" destOrd="0" presId="urn:microsoft.com/office/officeart/2018/2/layout/IconVerticalSolidList"/>
    <dgm:cxn modelId="{F70F3DF4-1BD7-4A29-87F7-2B12FC61C2F8}" type="presOf" srcId="{2F06F4B7-4880-44CF-9CCD-C72701D02362}" destId="{F59C2858-FD31-45ED-BA57-E7EAB7F19F89}" srcOrd="0" destOrd="0" presId="urn:microsoft.com/office/officeart/2018/2/layout/IconVerticalSolidList"/>
    <dgm:cxn modelId="{F77A80FE-9B61-4F40-9722-16A0FDE4F7BB}" srcId="{316A0F8E-0B3C-4153-A856-62961B5B3514}" destId="{FFEF07F2-B24D-44E8-83A2-478DEF4E1917}" srcOrd="0" destOrd="0" parTransId="{FF25B3F3-6CF7-4AD9-8391-F9CA181DF642}" sibTransId="{B19622DB-9E7D-4A88-B664-A37298F7F4CF}"/>
    <dgm:cxn modelId="{022DF22C-DC80-4806-82CF-FA9FA69EF82D}" type="presParOf" srcId="{AD9491EE-BC48-42B8-8623-80C021A7F83B}" destId="{FA324806-3948-4126-8549-1EFA633D5755}" srcOrd="0" destOrd="0" presId="urn:microsoft.com/office/officeart/2018/2/layout/IconVerticalSolidList"/>
    <dgm:cxn modelId="{B2A65D7B-3015-45A7-A107-32B4E8B821A7}" type="presParOf" srcId="{FA324806-3948-4126-8549-1EFA633D5755}" destId="{9E1AE32E-AB0A-4464-86B2-672DDB83C842}" srcOrd="0" destOrd="0" presId="urn:microsoft.com/office/officeart/2018/2/layout/IconVerticalSolidList"/>
    <dgm:cxn modelId="{047294A1-B13D-42D4-B853-2FADB8EB80A5}" type="presParOf" srcId="{FA324806-3948-4126-8549-1EFA633D5755}" destId="{05CC2E9A-454C-4EA4-94DD-D1289DEB372D}" srcOrd="1" destOrd="0" presId="urn:microsoft.com/office/officeart/2018/2/layout/IconVerticalSolidList"/>
    <dgm:cxn modelId="{95814B09-AD07-4BEF-93EF-4E6507E94F6C}" type="presParOf" srcId="{FA324806-3948-4126-8549-1EFA633D5755}" destId="{49DFBACF-55FF-4754-B0EE-1008C894DC4A}" srcOrd="2" destOrd="0" presId="urn:microsoft.com/office/officeart/2018/2/layout/IconVerticalSolidList"/>
    <dgm:cxn modelId="{47B8BFFF-2A2E-447F-9726-69A9064BA4F4}" type="presParOf" srcId="{FA324806-3948-4126-8549-1EFA633D5755}" destId="{9EF80625-09A6-4F0A-9956-18AF5D745DED}" srcOrd="3" destOrd="0" presId="urn:microsoft.com/office/officeart/2018/2/layout/IconVerticalSolidList"/>
    <dgm:cxn modelId="{ACBF2692-7D56-4C6A-AE59-CB0B3056C0DA}" type="presParOf" srcId="{AD9491EE-BC48-42B8-8623-80C021A7F83B}" destId="{6FA482F4-81B2-4AFB-89BC-051B73771104}" srcOrd="1" destOrd="0" presId="urn:microsoft.com/office/officeart/2018/2/layout/IconVerticalSolidList"/>
    <dgm:cxn modelId="{E762412D-EFC9-437B-B728-62FD9191D768}" type="presParOf" srcId="{AD9491EE-BC48-42B8-8623-80C021A7F83B}" destId="{CC3CA5E1-1152-4AC9-A671-5B9BDE06AC61}" srcOrd="2" destOrd="0" presId="urn:microsoft.com/office/officeart/2018/2/layout/IconVerticalSolidList"/>
    <dgm:cxn modelId="{AA3DEC23-4101-44B8-9703-026C4005D091}" type="presParOf" srcId="{CC3CA5E1-1152-4AC9-A671-5B9BDE06AC61}" destId="{19759390-10B0-40E5-AECA-ACA56E5C22FF}" srcOrd="0" destOrd="0" presId="urn:microsoft.com/office/officeart/2018/2/layout/IconVerticalSolidList"/>
    <dgm:cxn modelId="{EF48362F-7236-4FC6-9731-53AB43107EB4}" type="presParOf" srcId="{CC3CA5E1-1152-4AC9-A671-5B9BDE06AC61}" destId="{46C03F0D-EE0A-4DDA-9A1F-04C7AC575B0B}" srcOrd="1" destOrd="0" presId="urn:microsoft.com/office/officeart/2018/2/layout/IconVerticalSolidList"/>
    <dgm:cxn modelId="{B9F825F9-AAF0-45CD-A88D-9C25FE5ADFCE}" type="presParOf" srcId="{CC3CA5E1-1152-4AC9-A671-5B9BDE06AC61}" destId="{5E135923-86FC-40D7-B970-5C65636A27B6}" srcOrd="2" destOrd="0" presId="urn:microsoft.com/office/officeart/2018/2/layout/IconVerticalSolidList"/>
    <dgm:cxn modelId="{83F69443-D927-4AB9-B725-D8A7E65CE69A}" type="presParOf" srcId="{CC3CA5E1-1152-4AC9-A671-5B9BDE06AC61}" destId="{0DAC7D41-2F1D-4CEA-A4EC-4D4C0EB66484}" srcOrd="3" destOrd="0" presId="urn:microsoft.com/office/officeart/2018/2/layout/IconVerticalSolidList"/>
    <dgm:cxn modelId="{53E2B4C7-675C-48F3-BFE4-E7FB5EF88BB1}" type="presParOf" srcId="{AD9491EE-BC48-42B8-8623-80C021A7F83B}" destId="{A1C7CE76-88ED-4BD4-85B4-93AA17A0D145}" srcOrd="3" destOrd="0" presId="urn:microsoft.com/office/officeart/2018/2/layout/IconVerticalSolidList"/>
    <dgm:cxn modelId="{A6A816EF-58BF-4DDB-B082-552F3CBF9E78}" type="presParOf" srcId="{AD9491EE-BC48-42B8-8623-80C021A7F83B}" destId="{0F273F75-514D-4DCC-A601-809D56C3C58A}" srcOrd="4" destOrd="0" presId="urn:microsoft.com/office/officeart/2018/2/layout/IconVerticalSolidList"/>
    <dgm:cxn modelId="{F113D8A9-061A-497C-B4FD-157BA3AEA2CE}" type="presParOf" srcId="{0F273F75-514D-4DCC-A601-809D56C3C58A}" destId="{7A138571-410E-42E3-8CF8-289544D2E461}" srcOrd="0" destOrd="0" presId="urn:microsoft.com/office/officeart/2018/2/layout/IconVerticalSolidList"/>
    <dgm:cxn modelId="{D38C6269-1C51-444B-999A-82F314CB7365}" type="presParOf" srcId="{0F273F75-514D-4DCC-A601-809D56C3C58A}" destId="{526E4507-2784-4E2E-ABDB-EF7270A0907B}" srcOrd="1" destOrd="0" presId="urn:microsoft.com/office/officeart/2018/2/layout/IconVerticalSolidList"/>
    <dgm:cxn modelId="{A9DD748D-782F-45D7-92F8-5AF470108CEF}" type="presParOf" srcId="{0F273F75-514D-4DCC-A601-809D56C3C58A}" destId="{E49413C6-95D6-470C-93FC-EDE02D39BAEC}" srcOrd="2" destOrd="0" presId="urn:microsoft.com/office/officeart/2018/2/layout/IconVerticalSolidList"/>
    <dgm:cxn modelId="{3B207046-AA28-4B93-9CC5-0C6A8642B8A7}" type="presParOf" srcId="{0F273F75-514D-4DCC-A601-809D56C3C58A}" destId="{32517815-0B3D-4400-8EE8-F8771D085BD2}" srcOrd="3" destOrd="0" presId="urn:microsoft.com/office/officeart/2018/2/layout/IconVerticalSolidList"/>
    <dgm:cxn modelId="{16ABBC94-4482-469C-8406-AD6DC0E585F9}" type="presParOf" srcId="{AD9491EE-BC48-42B8-8623-80C021A7F83B}" destId="{DDB6874A-E5E3-4474-88DA-2387B52A509B}" srcOrd="5" destOrd="0" presId="urn:microsoft.com/office/officeart/2018/2/layout/IconVerticalSolidList"/>
    <dgm:cxn modelId="{DA37B9F0-16A2-40A6-A164-DDDC827704F1}" type="presParOf" srcId="{AD9491EE-BC48-42B8-8623-80C021A7F83B}" destId="{FA355264-A849-47E5-8A88-7BE92244D655}" srcOrd="6" destOrd="0" presId="urn:microsoft.com/office/officeart/2018/2/layout/IconVerticalSolidList"/>
    <dgm:cxn modelId="{798912E2-BAD1-4336-99AD-BECADF751188}" type="presParOf" srcId="{FA355264-A849-47E5-8A88-7BE92244D655}" destId="{9A75C388-5329-4CA2-890D-DD1D50E15CFE}" srcOrd="0" destOrd="0" presId="urn:microsoft.com/office/officeart/2018/2/layout/IconVerticalSolidList"/>
    <dgm:cxn modelId="{7E172151-5BBF-4D63-A705-D3BC77C76155}" type="presParOf" srcId="{FA355264-A849-47E5-8A88-7BE92244D655}" destId="{E21739C8-3B2E-4392-9633-56DC0584B167}" srcOrd="1" destOrd="0" presId="urn:microsoft.com/office/officeart/2018/2/layout/IconVerticalSolidList"/>
    <dgm:cxn modelId="{54E1349D-4C55-4640-9323-8544CA7D35C8}" type="presParOf" srcId="{FA355264-A849-47E5-8A88-7BE92244D655}" destId="{3A7341FC-159E-4B76-BF7C-6D367B78F4D6}" srcOrd="2" destOrd="0" presId="urn:microsoft.com/office/officeart/2018/2/layout/IconVerticalSolidList"/>
    <dgm:cxn modelId="{A6E505EB-D282-4B38-86C3-0AC189161119}" type="presParOf" srcId="{FA355264-A849-47E5-8A88-7BE92244D655}" destId="{F59C2858-FD31-45ED-BA57-E7EAB7F19F89}" srcOrd="3" destOrd="0" presId="urn:microsoft.com/office/officeart/2018/2/layout/IconVerticalSolidList"/>
    <dgm:cxn modelId="{3439E8C1-C27A-4B86-8734-A9583BE2D77B}" type="presParOf" srcId="{AD9491EE-BC48-42B8-8623-80C021A7F83B}" destId="{092072AB-12AF-4029-A25C-C2872C84FABF}" srcOrd="7" destOrd="0" presId="urn:microsoft.com/office/officeart/2018/2/layout/IconVerticalSolidList"/>
    <dgm:cxn modelId="{23BF4C12-B441-4B89-9EB9-CAB98B486FF6}" type="presParOf" srcId="{AD9491EE-BC48-42B8-8623-80C021A7F83B}" destId="{74694C8C-CA39-4FE4-AAA9-5CB8031BB016}" srcOrd="8" destOrd="0" presId="urn:microsoft.com/office/officeart/2018/2/layout/IconVerticalSolidList"/>
    <dgm:cxn modelId="{F76C8242-58C6-42C6-B676-FF3210DBC13B}" type="presParOf" srcId="{74694C8C-CA39-4FE4-AAA9-5CB8031BB016}" destId="{98A5D22F-8F58-4C83-B6B1-72E4963AC87B}" srcOrd="0" destOrd="0" presId="urn:microsoft.com/office/officeart/2018/2/layout/IconVerticalSolidList"/>
    <dgm:cxn modelId="{A1363532-22D2-404C-8723-C7D871685376}" type="presParOf" srcId="{74694C8C-CA39-4FE4-AAA9-5CB8031BB016}" destId="{C45FCD49-8E96-44E0-BC44-43AC9F7107F5}" srcOrd="1" destOrd="0" presId="urn:microsoft.com/office/officeart/2018/2/layout/IconVerticalSolidList"/>
    <dgm:cxn modelId="{3576436B-F5E8-4310-95E2-298377C416DA}" type="presParOf" srcId="{74694C8C-CA39-4FE4-AAA9-5CB8031BB016}" destId="{64F383D8-A68A-437B-A965-D38A8CE7BDD9}" srcOrd="2" destOrd="0" presId="urn:microsoft.com/office/officeart/2018/2/layout/IconVerticalSolidList"/>
    <dgm:cxn modelId="{D0F9F840-5495-4DDD-A56F-D4F5FC0C5B86}" type="presParOf" srcId="{74694C8C-CA39-4FE4-AAA9-5CB8031BB016}" destId="{9BA108D3-4B98-4FB4-BDCA-D9AA4108BFC6}" srcOrd="3" destOrd="0" presId="urn:microsoft.com/office/officeart/2018/2/layout/IconVerticalSolidList"/>
    <dgm:cxn modelId="{EC14B241-A4ED-4275-9A27-C54E7CBC1261}" type="presParOf" srcId="{AD9491EE-BC48-42B8-8623-80C021A7F83B}" destId="{C248434B-3F44-46B9-A840-D1B11F9F6F88}" srcOrd="9" destOrd="0" presId="urn:microsoft.com/office/officeart/2018/2/layout/IconVerticalSolidList"/>
    <dgm:cxn modelId="{B1C39561-B0D8-454C-9FE3-E65E07932103}" type="presParOf" srcId="{AD9491EE-BC48-42B8-8623-80C021A7F83B}" destId="{E8949FF6-BA02-4EAF-A1FC-90006088EC8D}" srcOrd="10" destOrd="0" presId="urn:microsoft.com/office/officeart/2018/2/layout/IconVerticalSolidList"/>
    <dgm:cxn modelId="{B47C0196-2B5E-441A-A7A8-674F85571745}" type="presParOf" srcId="{E8949FF6-BA02-4EAF-A1FC-90006088EC8D}" destId="{1C873AB9-3A8D-49CF-B67E-E117B4F489EC}" srcOrd="0" destOrd="0" presId="urn:microsoft.com/office/officeart/2018/2/layout/IconVerticalSolidList"/>
    <dgm:cxn modelId="{EF344C75-1597-4ADA-B8A8-F3D367BEAFC9}" type="presParOf" srcId="{E8949FF6-BA02-4EAF-A1FC-90006088EC8D}" destId="{B887CE0B-7344-4E2D-8A89-801F58670D3E}" srcOrd="1" destOrd="0" presId="urn:microsoft.com/office/officeart/2018/2/layout/IconVerticalSolidList"/>
    <dgm:cxn modelId="{A53A298F-A1CB-4478-A9BF-8FFE8EFA9B20}" type="presParOf" srcId="{E8949FF6-BA02-4EAF-A1FC-90006088EC8D}" destId="{1FB983B1-80F4-4F9E-8D57-EECA137B68FE}" srcOrd="2" destOrd="0" presId="urn:microsoft.com/office/officeart/2018/2/layout/IconVerticalSolidList"/>
    <dgm:cxn modelId="{15692A6E-A119-4A1C-8225-DCCDEE62FE1A}" type="presParOf" srcId="{E8949FF6-BA02-4EAF-A1FC-90006088EC8D}" destId="{F63028E1-3774-4093-AB63-4F3614E5EB7B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2EE58C36-BD2C-4680-A21A-5F5E3658D62A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C4D9A3B-74D5-4DED-A336-06BA3A60CA80}">
      <dgm:prSet custT="1"/>
      <dgm:spPr/>
      <dgm:t>
        <a:bodyPr/>
        <a:lstStyle/>
        <a:p>
          <a:pPr algn="l"/>
          <a:r>
            <a:rPr lang="es-CR" sz="2400" b="0"/>
            <a:t>Se detectan problemas rápidamente</a:t>
          </a:r>
          <a:endParaRPr lang="en-US" sz="2400" b="0"/>
        </a:p>
      </dgm:t>
    </dgm:pt>
    <dgm:pt modelId="{DFC2579D-AF0F-4787-B66B-B2CE5E4FF083}" type="parTrans" cxnId="{0D061741-311D-4EB7-ABA2-5B3D9AF0A0D0}">
      <dgm:prSet/>
      <dgm:spPr/>
      <dgm:t>
        <a:bodyPr/>
        <a:lstStyle/>
        <a:p>
          <a:endParaRPr lang="en-US" sz="2400" b="0"/>
        </a:p>
      </dgm:t>
    </dgm:pt>
    <dgm:pt modelId="{2D591A01-AB96-450B-B686-8B1E9BA02AA3}" type="sibTrans" cxnId="{0D061741-311D-4EB7-ABA2-5B3D9AF0A0D0}">
      <dgm:prSet/>
      <dgm:spPr/>
      <dgm:t>
        <a:bodyPr/>
        <a:lstStyle/>
        <a:p>
          <a:endParaRPr lang="en-US" sz="2400" b="0"/>
        </a:p>
      </dgm:t>
    </dgm:pt>
    <dgm:pt modelId="{F6A9A3D5-03BF-4349-837D-D24CD529643F}">
      <dgm:prSet custT="1"/>
      <dgm:spPr/>
      <dgm:t>
        <a:bodyPr/>
        <a:lstStyle/>
        <a:p>
          <a:pPr algn="l"/>
          <a:r>
            <a:rPr lang="es-CR" sz="2400" b="0" dirty="0"/>
            <a:t>Se crean y siguen estándares </a:t>
          </a:r>
          <a:r>
            <a:rPr lang="es-CR" sz="2400" b="0"/>
            <a:t>de trabajo </a:t>
          </a:r>
          <a:endParaRPr lang="en-US" sz="2400" b="0" dirty="0"/>
        </a:p>
      </dgm:t>
    </dgm:pt>
    <dgm:pt modelId="{1FDA41BB-822E-4682-B140-C73C1A9BEE17}" type="parTrans" cxnId="{D1A7FABC-6E74-4FE7-88EE-3364D72F05B6}">
      <dgm:prSet/>
      <dgm:spPr/>
      <dgm:t>
        <a:bodyPr/>
        <a:lstStyle/>
        <a:p>
          <a:endParaRPr lang="en-US" sz="2400" b="0"/>
        </a:p>
      </dgm:t>
    </dgm:pt>
    <dgm:pt modelId="{E38A75CD-1D25-459E-8464-8262EEC50E94}" type="sibTrans" cxnId="{D1A7FABC-6E74-4FE7-88EE-3364D72F05B6}">
      <dgm:prSet/>
      <dgm:spPr/>
      <dgm:t>
        <a:bodyPr/>
        <a:lstStyle/>
        <a:p>
          <a:endParaRPr lang="en-US" sz="2400" b="0"/>
        </a:p>
      </dgm:t>
    </dgm:pt>
    <dgm:pt modelId="{25A8B62F-EE0F-4BEF-9B54-626E06723A9B}">
      <dgm:prSet custT="1"/>
      <dgm:spPr/>
      <dgm:t>
        <a:bodyPr/>
        <a:lstStyle/>
        <a:p>
          <a:pPr algn="l"/>
          <a:r>
            <a:rPr lang="es-CR" sz="2400" b="0"/>
            <a:t>Se verifica que los objetivos individuales vayan acordes conlos objetivos de la organización</a:t>
          </a:r>
          <a:endParaRPr lang="en-US" sz="2400" b="0"/>
        </a:p>
      </dgm:t>
    </dgm:pt>
    <dgm:pt modelId="{AFAACCBF-7924-47FF-8EE7-96E52F7859B8}" type="parTrans" cxnId="{A9247567-1C59-47B6-A055-68D8FEF11E9B}">
      <dgm:prSet/>
      <dgm:spPr/>
      <dgm:t>
        <a:bodyPr/>
        <a:lstStyle/>
        <a:p>
          <a:endParaRPr lang="en-US" sz="2400" b="0"/>
        </a:p>
      </dgm:t>
    </dgm:pt>
    <dgm:pt modelId="{4C4FBFEB-584B-42E2-8B83-EB6D23AAC920}" type="sibTrans" cxnId="{A9247567-1C59-47B6-A055-68D8FEF11E9B}">
      <dgm:prSet/>
      <dgm:spPr/>
      <dgm:t>
        <a:bodyPr/>
        <a:lstStyle/>
        <a:p>
          <a:endParaRPr lang="en-US" sz="2400" b="0"/>
        </a:p>
      </dgm:t>
    </dgm:pt>
    <dgm:pt modelId="{20F48BF8-9201-4AB6-9442-C3A41F422AFA}">
      <dgm:prSet custT="1"/>
      <dgm:spPr/>
      <dgm:t>
        <a:bodyPr/>
        <a:lstStyle/>
        <a:p>
          <a:pPr algn="just"/>
          <a:r>
            <a:rPr lang="es-CR" sz="2400" b="0" dirty="0"/>
            <a:t>Se recomiendan métodos para realizar el trabajo</a:t>
          </a:r>
          <a:endParaRPr lang="en-US" sz="2400" b="0" dirty="0"/>
        </a:p>
      </dgm:t>
    </dgm:pt>
    <dgm:pt modelId="{6FAFDF16-B0F3-4AC4-A234-9A7A10943357}" type="parTrans" cxnId="{891F3DBF-791F-4E03-A5E7-D3720055AE55}">
      <dgm:prSet/>
      <dgm:spPr/>
      <dgm:t>
        <a:bodyPr/>
        <a:lstStyle/>
        <a:p>
          <a:endParaRPr lang="en-US" sz="2400" b="0"/>
        </a:p>
      </dgm:t>
    </dgm:pt>
    <dgm:pt modelId="{6C64FB3D-7CAE-48C0-9954-56277969C1F7}" type="sibTrans" cxnId="{891F3DBF-791F-4E03-A5E7-D3720055AE55}">
      <dgm:prSet/>
      <dgm:spPr/>
      <dgm:t>
        <a:bodyPr/>
        <a:lstStyle/>
        <a:p>
          <a:endParaRPr lang="en-US" sz="2400" b="0"/>
        </a:p>
      </dgm:t>
    </dgm:pt>
    <dgm:pt modelId="{FE0AE0DB-9E1E-4EE7-9024-0F324E425457}">
      <dgm:prSet custT="1"/>
      <dgm:spPr/>
      <dgm:t>
        <a:bodyPr/>
        <a:lstStyle/>
        <a:p>
          <a:pPr algn="l"/>
          <a:r>
            <a:rPr lang="es-CR" sz="2400" b="0" dirty="0"/>
            <a:t>Se evita incurrir en costos innecesarios</a:t>
          </a:r>
          <a:endParaRPr lang="en-US" sz="2400" b="0" dirty="0"/>
        </a:p>
      </dgm:t>
    </dgm:pt>
    <dgm:pt modelId="{E035932F-19FC-401B-B94D-9258393B549C}" type="parTrans" cxnId="{8046BBA3-AADF-45F5-977E-6FA81D33B41E}">
      <dgm:prSet/>
      <dgm:spPr/>
      <dgm:t>
        <a:bodyPr/>
        <a:lstStyle/>
        <a:p>
          <a:endParaRPr lang="en-US" sz="2400" b="0"/>
        </a:p>
      </dgm:t>
    </dgm:pt>
    <dgm:pt modelId="{C4184B2F-664A-467A-9F82-9744328954D9}" type="sibTrans" cxnId="{8046BBA3-AADF-45F5-977E-6FA81D33B41E}">
      <dgm:prSet/>
      <dgm:spPr/>
      <dgm:t>
        <a:bodyPr/>
        <a:lstStyle/>
        <a:p>
          <a:endParaRPr lang="en-US" sz="2400" b="0"/>
        </a:p>
      </dgm:t>
    </dgm:pt>
    <dgm:pt modelId="{704D03A9-0F42-4CC2-AD19-AF6BC6552B65}">
      <dgm:prSet custT="1"/>
      <dgm:spPr/>
      <dgm:t>
        <a:bodyPr/>
        <a:lstStyle/>
        <a:p>
          <a:pPr algn="l"/>
          <a:r>
            <a:rPr lang="es-CR" sz="2400" b="0" dirty="0"/>
            <a:t>Se planea la calidad</a:t>
          </a:r>
          <a:endParaRPr lang="en-US" sz="2400" b="0" dirty="0"/>
        </a:p>
      </dgm:t>
    </dgm:pt>
    <dgm:pt modelId="{62F8F43E-D6DE-473F-9DD3-928ED343150A}" type="parTrans" cxnId="{C93D425E-B36E-4DDF-AAC3-DEB04F72B2B3}">
      <dgm:prSet/>
      <dgm:spPr/>
      <dgm:t>
        <a:bodyPr/>
        <a:lstStyle/>
        <a:p>
          <a:endParaRPr lang="en-US" sz="2400" b="0"/>
        </a:p>
      </dgm:t>
    </dgm:pt>
    <dgm:pt modelId="{A72481A0-7A34-4B7C-BC6F-DD8DBB1D8AA0}" type="sibTrans" cxnId="{C93D425E-B36E-4DDF-AAC3-DEB04F72B2B3}">
      <dgm:prSet/>
      <dgm:spPr/>
      <dgm:t>
        <a:bodyPr/>
        <a:lstStyle/>
        <a:p>
          <a:endParaRPr lang="en-US" sz="2400" b="0"/>
        </a:p>
      </dgm:t>
    </dgm:pt>
    <dgm:pt modelId="{6480B253-85DD-405C-8380-2CE691C96C77}" type="pres">
      <dgm:prSet presAssocID="{2EE58C36-BD2C-4680-A21A-5F5E3658D62A}" presName="vert0" presStyleCnt="0">
        <dgm:presLayoutVars>
          <dgm:dir/>
          <dgm:animOne val="branch"/>
          <dgm:animLvl val="lvl"/>
        </dgm:presLayoutVars>
      </dgm:prSet>
      <dgm:spPr/>
    </dgm:pt>
    <dgm:pt modelId="{29AF682F-C319-4ED6-BE12-AC7C92479FC6}" type="pres">
      <dgm:prSet presAssocID="{5C4D9A3B-74D5-4DED-A336-06BA3A60CA80}" presName="thickLine" presStyleLbl="alignNode1" presStyleIdx="0" presStyleCnt="6"/>
      <dgm:spPr/>
    </dgm:pt>
    <dgm:pt modelId="{789BAF43-0E6D-46C5-A129-0ACD315904F2}" type="pres">
      <dgm:prSet presAssocID="{5C4D9A3B-74D5-4DED-A336-06BA3A60CA80}" presName="horz1" presStyleCnt="0"/>
      <dgm:spPr/>
    </dgm:pt>
    <dgm:pt modelId="{390400E5-F45A-447B-B59E-6BCF2BC8EF18}" type="pres">
      <dgm:prSet presAssocID="{5C4D9A3B-74D5-4DED-A336-06BA3A60CA80}" presName="tx1" presStyleLbl="revTx" presStyleIdx="0" presStyleCnt="6"/>
      <dgm:spPr/>
    </dgm:pt>
    <dgm:pt modelId="{8D550884-C584-4B0B-9480-795FD34C12E7}" type="pres">
      <dgm:prSet presAssocID="{5C4D9A3B-74D5-4DED-A336-06BA3A60CA80}" presName="vert1" presStyleCnt="0"/>
      <dgm:spPr/>
    </dgm:pt>
    <dgm:pt modelId="{CA1CB766-DCD1-4532-A0B2-A2A45BA8637B}" type="pres">
      <dgm:prSet presAssocID="{F6A9A3D5-03BF-4349-837D-D24CD529643F}" presName="thickLine" presStyleLbl="alignNode1" presStyleIdx="1" presStyleCnt="6"/>
      <dgm:spPr/>
    </dgm:pt>
    <dgm:pt modelId="{8A3772D0-5A65-443C-B91E-59040E7A0438}" type="pres">
      <dgm:prSet presAssocID="{F6A9A3D5-03BF-4349-837D-D24CD529643F}" presName="horz1" presStyleCnt="0"/>
      <dgm:spPr/>
    </dgm:pt>
    <dgm:pt modelId="{2341EFDD-B03B-4E7C-B7D7-E80ECFF5DA82}" type="pres">
      <dgm:prSet presAssocID="{F6A9A3D5-03BF-4349-837D-D24CD529643F}" presName="tx1" presStyleLbl="revTx" presStyleIdx="1" presStyleCnt="6"/>
      <dgm:spPr/>
    </dgm:pt>
    <dgm:pt modelId="{61C13D9A-480C-4C32-8AD5-76829C4C2D6F}" type="pres">
      <dgm:prSet presAssocID="{F6A9A3D5-03BF-4349-837D-D24CD529643F}" presName="vert1" presStyleCnt="0"/>
      <dgm:spPr/>
    </dgm:pt>
    <dgm:pt modelId="{1C2B8A37-DE2E-40B9-9FDD-933A0499C979}" type="pres">
      <dgm:prSet presAssocID="{25A8B62F-EE0F-4BEF-9B54-626E06723A9B}" presName="thickLine" presStyleLbl="alignNode1" presStyleIdx="2" presStyleCnt="6"/>
      <dgm:spPr/>
    </dgm:pt>
    <dgm:pt modelId="{D0612928-841D-4A74-A669-E033B139604B}" type="pres">
      <dgm:prSet presAssocID="{25A8B62F-EE0F-4BEF-9B54-626E06723A9B}" presName="horz1" presStyleCnt="0"/>
      <dgm:spPr/>
    </dgm:pt>
    <dgm:pt modelId="{24CB2743-D586-4081-A272-59DDD8DD8D37}" type="pres">
      <dgm:prSet presAssocID="{25A8B62F-EE0F-4BEF-9B54-626E06723A9B}" presName="tx1" presStyleLbl="revTx" presStyleIdx="2" presStyleCnt="6"/>
      <dgm:spPr/>
    </dgm:pt>
    <dgm:pt modelId="{A506538A-997F-43AF-8509-DE9B70E124DF}" type="pres">
      <dgm:prSet presAssocID="{25A8B62F-EE0F-4BEF-9B54-626E06723A9B}" presName="vert1" presStyleCnt="0"/>
      <dgm:spPr/>
    </dgm:pt>
    <dgm:pt modelId="{77AD30F8-7FD4-4F13-8250-605567CE3D3B}" type="pres">
      <dgm:prSet presAssocID="{20F48BF8-9201-4AB6-9442-C3A41F422AFA}" presName="thickLine" presStyleLbl="alignNode1" presStyleIdx="3" presStyleCnt="6"/>
      <dgm:spPr/>
    </dgm:pt>
    <dgm:pt modelId="{C0E355BD-153A-4DD3-B555-B131B21A82E1}" type="pres">
      <dgm:prSet presAssocID="{20F48BF8-9201-4AB6-9442-C3A41F422AFA}" presName="horz1" presStyleCnt="0"/>
      <dgm:spPr/>
    </dgm:pt>
    <dgm:pt modelId="{4A78BBF5-3F29-4305-9EEE-D5FEC6F8E814}" type="pres">
      <dgm:prSet presAssocID="{20F48BF8-9201-4AB6-9442-C3A41F422AFA}" presName="tx1" presStyleLbl="revTx" presStyleIdx="3" presStyleCnt="6"/>
      <dgm:spPr/>
    </dgm:pt>
    <dgm:pt modelId="{996E2B7A-B294-44A9-9316-164C1FB9022A}" type="pres">
      <dgm:prSet presAssocID="{20F48BF8-9201-4AB6-9442-C3A41F422AFA}" presName="vert1" presStyleCnt="0"/>
      <dgm:spPr/>
    </dgm:pt>
    <dgm:pt modelId="{0113266B-2988-4914-8E41-8B8BB2B8301E}" type="pres">
      <dgm:prSet presAssocID="{FE0AE0DB-9E1E-4EE7-9024-0F324E425457}" presName="thickLine" presStyleLbl="alignNode1" presStyleIdx="4" presStyleCnt="6"/>
      <dgm:spPr/>
    </dgm:pt>
    <dgm:pt modelId="{6570F315-3039-4963-9F99-0EBA372418A7}" type="pres">
      <dgm:prSet presAssocID="{FE0AE0DB-9E1E-4EE7-9024-0F324E425457}" presName="horz1" presStyleCnt="0"/>
      <dgm:spPr/>
    </dgm:pt>
    <dgm:pt modelId="{9D6C3AFE-19DF-4D59-AB30-30515E2CD262}" type="pres">
      <dgm:prSet presAssocID="{FE0AE0DB-9E1E-4EE7-9024-0F324E425457}" presName="tx1" presStyleLbl="revTx" presStyleIdx="4" presStyleCnt="6"/>
      <dgm:spPr/>
    </dgm:pt>
    <dgm:pt modelId="{3844F659-D93B-4D1C-B5A3-B3845A37DE83}" type="pres">
      <dgm:prSet presAssocID="{FE0AE0DB-9E1E-4EE7-9024-0F324E425457}" presName="vert1" presStyleCnt="0"/>
      <dgm:spPr/>
    </dgm:pt>
    <dgm:pt modelId="{5A09B61C-5442-4575-ADBC-A84D3245DBC3}" type="pres">
      <dgm:prSet presAssocID="{704D03A9-0F42-4CC2-AD19-AF6BC6552B65}" presName="thickLine" presStyleLbl="alignNode1" presStyleIdx="5" presStyleCnt="6"/>
      <dgm:spPr/>
    </dgm:pt>
    <dgm:pt modelId="{B663FA55-ED96-42D7-B407-D234971AD4E3}" type="pres">
      <dgm:prSet presAssocID="{704D03A9-0F42-4CC2-AD19-AF6BC6552B65}" presName="horz1" presStyleCnt="0"/>
      <dgm:spPr/>
    </dgm:pt>
    <dgm:pt modelId="{18183D0B-B10A-4B12-B42C-802F100D1EEC}" type="pres">
      <dgm:prSet presAssocID="{704D03A9-0F42-4CC2-AD19-AF6BC6552B65}" presName="tx1" presStyleLbl="revTx" presStyleIdx="5" presStyleCnt="6"/>
      <dgm:spPr/>
    </dgm:pt>
    <dgm:pt modelId="{3C1816D7-F299-4F86-A57D-894061AB1AE0}" type="pres">
      <dgm:prSet presAssocID="{704D03A9-0F42-4CC2-AD19-AF6BC6552B65}" presName="vert1" presStyleCnt="0"/>
      <dgm:spPr/>
    </dgm:pt>
  </dgm:ptLst>
  <dgm:cxnLst>
    <dgm:cxn modelId="{009BC80F-ABA8-4E81-B645-0A068606FFEE}" type="presOf" srcId="{FE0AE0DB-9E1E-4EE7-9024-0F324E425457}" destId="{9D6C3AFE-19DF-4D59-AB30-30515E2CD262}" srcOrd="0" destOrd="0" presId="urn:microsoft.com/office/officeart/2008/layout/LinedList"/>
    <dgm:cxn modelId="{0D061741-311D-4EB7-ABA2-5B3D9AF0A0D0}" srcId="{2EE58C36-BD2C-4680-A21A-5F5E3658D62A}" destId="{5C4D9A3B-74D5-4DED-A336-06BA3A60CA80}" srcOrd="0" destOrd="0" parTransId="{DFC2579D-AF0F-4787-B66B-B2CE5E4FF083}" sibTransId="{2D591A01-AB96-450B-B686-8B1E9BA02AA3}"/>
    <dgm:cxn modelId="{C93D425E-B36E-4DDF-AAC3-DEB04F72B2B3}" srcId="{2EE58C36-BD2C-4680-A21A-5F5E3658D62A}" destId="{704D03A9-0F42-4CC2-AD19-AF6BC6552B65}" srcOrd="5" destOrd="0" parTransId="{62F8F43E-D6DE-473F-9DD3-928ED343150A}" sibTransId="{A72481A0-7A34-4B7C-BC6F-DD8DBB1D8AA0}"/>
    <dgm:cxn modelId="{2BE67763-FA82-46EC-8449-EEE9B9116986}" type="presOf" srcId="{5C4D9A3B-74D5-4DED-A336-06BA3A60CA80}" destId="{390400E5-F45A-447B-B59E-6BCF2BC8EF18}" srcOrd="0" destOrd="0" presId="urn:microsoft.com/office/officeart/2008/layout/LinedList"/>
    <dgm:cxn modelId="{A9247567-1C59-47B6-A055-68D8FEF11E9B}" srcId="{2EE58C36-BD2C-4680-A21A-5F5E3658D62A}" destId="{25A8B62F-EE0F-4BEF-9B54-626E06723A9B}" srcOrd="2" destOrd="0" parTransId="{AFAACCBF-7924-47FF-8EE7-96E52F7859B8}" sibTransId="{4C4FBFEB-584B-42E2-8B83-EB6D23AAC920}"/>
    <dgm:cxn modelId="{911BA094-4881-4639-951D-3C1957DD7BF6}" type="presOf" srcId="{F6A9A3D5-03BF-4349-837D-D24CD529643F}" destId="{2341EFDD-B03B-4E7C-B7D7-E80ECFF5DA82}" srcOrd="0" destOrd="0" presId="urn:microsoft.com/office/officeart/2008/layout/LinedList"/>
    <dgm:cxn modelId="{8426019C-8856-46F0-844D-DB1895A72968}" type="presOf" srcId="{704D03A9-0F42-4CC2-AD19-AF6BC6552B65}" destId="{18183D0B-B10A-4B12-B42C-802F100D1EEC}" srcOrd="0" destOrd="0" presId="urn:microsoft.com/office/officeart/2008/layout/LinedList"/>
    <dgm:cxn modelId="{3AAF949C-74E2-4B36-BC25-B4E561E06921}" type="presOf" srcId="{20F48BF8-9201-4AB6-9442-C3A41F422AFA}" destId="{4A78BBF5-3F29-4305-9EEE-D5FEC6F8E814}" srcOrd="0" destOrd="0" presId="urn:microsoft.com/office/officeart/2008/layout/LinedList"/>
    <dgm:cxn modelId="{8046BBA3-AADF-45F5-977E-6FA81D33B41E}" srcId="{2EE58C36-BD2C-4680-A21A-5F5E3658D62A}" destId="{FE0AE0DB-9E1E-4EE7-9024-0F324E425457}" srcOrd="4" destOrd="0" parTransId="{E035932F-19FC-401B-B94D-9258393B549C}" sibTransId="{C4184B2F-664A-467A-9F82-9744328954D9}"/>
    <dgm:cxn modelId="{D1A7FABC-6E74-4FE7-88EE-3364D72F05B6}" srcId="{2EE58C36-BD2C-4680-A21A-5F5E3658D62A}" destId="{F6A9A3D5-03BF-4349-837D-D24CD529643F}" srcOrd="1" destOrd="0" parTransId="{1FDA41BB-822E-4682-B140-C73C1A9BEE17}" sibTransId="{E38A75CD-1D25-459E-8464-8262EEC50E94}"/>
    <dgm:cxn modelId="{891F3DBF-791F-4E03-A5E7-D3720055AE55}" srcId="{2EE58C36-BD2C-4680-A21A-5F5E3658D62A}" destId="{20F48BF8-9201-4AB6-9442-C3A41F422AFA}" srcOrd="3" destOrd="0" parTransId="{6FAFDF16-B0F3-4AC4-A234-9A7A10943357}" sibTransId="{6C64FB3D-7CAE-48C0-9954-56277969C1F7}"/>
    <dgm:cxn modelId="{3D0004EB-348E-4028-A171-1D452BDE8BFB}" type="presOf" srcId="{25A8B62F-EE0F-4BEF-9B54-626E06723A9B}" destId="{24CB2743-D586-4081-A272-59DDD8DD8D37}" srcOrd="0" destOrd="0" presId="urn:microsoft.com/office/officeart/2008/layout/LinedList"/>
    <dgm:cxn modelId="{97CDBEEE-442D-471A-9018-7FC271DD166F}" type="presOf" srcId="{2EE58C36-BD2C-4680-A21A-5F5E3658D62A}" destId="{6480B253-85DD-405C-8380-2CE691C96C77}" srcOrd="0" destOrd="0" presId="urn:microsoft.com/office/officeart/2008/layout/LinedList"/>
    <dgm:cxn modelId="{12E6053B-5657-448F-8892-5DDE94B60750}" type="presParOf" srcId="{6480B253-85DD-405C-8380-2CE691C96C77}" destId="{29AF682F-C319-4ED6-BE12-AC7C92479FC6}" srcOrd="0" destOrd="0" presId="urn:microsoft.com/office/officeart/2008/layout/LinedList"/>
    <dgm:cxn modelId="{69014909-2E13-4818-BE3E-52C757B551C8}" type="presParOf" srcId="{6480B253-85DD-405C-8380-2CE691C96C77}" destId="{789BAF43-0E6D-46C5-A129-0ACD315904F2}" srcOrd="1" destOrd="0" presId="urn:microsoft.com/office/officeart/2008/layout/LinedList"/>
    <dgm:cxn modelId="{156F71D4-84A8-47CA-91B0-143A586C5E54}" type="presParOf" srcId="{789BAF43-0E6D-46C5-A129-0ACD315904F2}" destId="{390400E5-F45A-447B-B59E-6BCF2BC8EF18}" srcOrd="0" destOrd="0" presId="urn:microsoft.com/office/officeart/2008/layout/LinedList"/>
    <dgm:cxn modelId="{D97683BA-7C0E-4AF4-94D9-69066D5153BC}" type="presParOf" srcId="{789BAF43-0E6D-46C5-A129-0ACD315904F2}" destId="{8D550884-C584-4B0B-9480-795FD34C12E7}" srcOrd="1" destOrd="0" presId="urn:microsoft.com/office/officeart/2008/layout/LinedList"/>
    <dgm:cxn modelId="{9B63D2D8-90AD-48FD-9E37-230BAD37F284}" type="presParOf" srcId="{6480B253-85DD-405C-8380-2CE691C96C77}" destId="{CA1CB766-DCD1-4532-A0B2-A2A45BA8637B}" srcOrd="2" destOrd="0" presId="urn:microsoft.com/office/officeart/2008/layout/LinedList"/>
    <dgm:cxn modelId="{EBEFBFE0-09AA-4527-AA95-EE59136ED4FD}" type="presParOf" srcId="{6480B253-85DD-405C-8380-2CE691C96C77}" destId="{8A3772D0-5A65-443C-B91E-59040E7A0438}" srcOrd="3" destOrd="0" presId="urn:microsoft.com/office/officeart/2008/layout/LinedList"/>
    <dgm:cxn modelId="{3D58896C-AA38-4599-B4A2-84C21B25DA8F}" type="presParOf" srcId="{8A3772D0-5A65-443C-B91E-59040E7A0438}" destId="{2341EFDD-B03B-4E7C-B7D7-E80ECFF5DA82}" srcOrd="0" destOrd="0" presId="urn:microsoft.com/office/officeart/2008/layout/LinedList"/>
    <dgm:cxn modelId="{501CE820-C6F8-4770-BD98-3602628F87E1}" type="presParOf" srcId="{8A3772D0-5A65-443C-B91E-59040E7A0438}" destId="{61C13D9A-480C-4C32-8AD5-76829C4C2D6F}" srcOrd="1" destOrd="0" presId="urn:microsoft.com/office/officeart/2008/layout/LinedList"/>
    <dgm:cxn modelId="{669C829B-BE89-4CA9-872C-C6D5B56094C6}" type="presParOf" srcId="{6480B253-85DD-405C-8380-2CE691C96C77}" destId="{1C2B8A37-DE2E-40B9-9FDD-933A0499C979}" srcOrd="4" destOrd="0" presId="urn:microsoft.com/office/officeart/2008/layout/LinedList"/>
    <dgm:cxn modelId="{2F1BFC02-B71F-4E92-85D5-49EFEABEBB60}" type="presParOf" srcId="{6480B253-85DD-405C-8380-2CE691C96C77}" destId="{D0612928-841D-4A74-A669-E033B139604B}" srcOrd="5" destOrd="0" presId="urn:microsoft.com/office/officeart/2008/layout/LinedList"/>
    <dgm:cxn modelId="{A56DD198-3420-4266-BCDE-1741E9996CFB}" type="presParOf" srcId="{D0612928-841D-4A74-A669-E033B139604B}" destId="{24CB2743-D586-4081-A272-59DDD8DD8D37}" srcOrd="0" destOrd="0" presId="urn:microsoft.com/office/officeart/2008/layout/LinedList"/>
    <dgm:cxn modelId="{AC828829-4AB4-4CED-92BA-B86353AA289F}" type="presParOf" srcId="{D0612928-841D-4A74-A669-E033B139604B}" destId="{A506538A-997F-43AF-8509-DE9B70E124DF}" srcOrd="1" destOrd="0" presId="urn:microsoft.com/office/officeart/2008/layout/LinedList"/>
    <dgm:cxn modelId="{A6D571DC-05A5-4D2D-BE01-AB3D450265A7}" type="presParOf" srcId="{6480B253-85DD-405C-8380-2CE691C96C77}" destId="{77AD30F8-7FD4-4F13-8250-605567CE3D3B}" srcOrd="6" destOrd="0" presId="urn:microsoft.com/office/officeart/2008/layout/LinedList"/>
    <dgm:cxn modelId="{F223E107-6949-4D52-9BFC-CE93C72E4DE9}" type="presParOf" srcId="{6480B253-85DD-405C-8380-2CE691C96C77}" destId="{C0E355BD-153A-4DD3-B555-B131B21A82E1}" srcOrd="7" destOrd="0" presId="urn:microsoft.com/office/officeart/2008/layout/LinedList"/>
    <dgm:cxn modelId="{110520BD-219B-41D8-9C7F-F8EFD27D94CE}" type="presParOf" srcId="{C0E355BD-153A-4DD3-B555-B131B21A82E1}" destId="{4A78BBF5-3F29-4305-9EEE-D5FEC6F8E814}" srcOrd="0" destOrd="0" presId="urn:microsoft.com/office/officeart/2008/layout/LinedList"/>
    <dgm:cxn modelId="{C154F8C4-AFB1-47A9-83E6-24F3A03D5E48}" type="presParOf" srcId="{C0E355BD-153A-4DD3-B555-B131B21A82E1}" destId="{996E2B7A-B294-44A9-9316-164C1FB9022A}" srcOrd="1" destOrd="0" presId="urn:microsoft.com/office/officeart/2008/layout/LinedList"/>
    <dgm:cxn modelId="{F7FEDD3A-3989-4AD9-9842-1F19DAC15677}" type="presParOf" srcId="{6480B253-85DD-405C-8380-2CE691C96C77}" destId="{0113266B-2988-4914-8E41-8B8BB2B8301E}" srcOrd="8" destOrd="0" presId="urn:microsoft.com/office/officeart/2008/layout/LinedList"/>
    <dgm:cxn modelId="{42FBF010-2E8C-437C-BFC8-89A3686AD2AF}" type="presParOf" srcId="{6480B253-85DD-405C-8380-2CE691C96C77}" destId="{6570F315-3039-4963-9F99-0EBA372418A7}" srcOrd="9" destOrd="0" presId="urn:microsoft.com/office/officeart/2008/layout/LinedList"/>
    <dgm:cxn modelId="{B7A42384-2EB8-42C4-AC59-AEAECBA569D7}" type="presParOf" srcId="{6570F315-3039-4963-9F99-0EBA372418A7}" destId="{9D6C3AFE-19DF-4D59-AB30-30515E2CD262}" srcOrd="0" destOrd="0" presId="urn:microsoft.com/office/officeart/2008/layout/LinedList"/>
    <dgm:cxn modelId="{6330860E-058E-477B-8EFE-A9DDDB1F8A6A}" type="presParOf" srcId="{6570F315-3039-4963-9F99-0EBA372418A7}" destId="{3844F659-D93B-4D1C-B5A3-B3845A37DE83}" srcOrd="1" destOrd="0" presId="urn:microsoft.com/office/officeart/2008/layout/LinedList"/>
    <dgm:cxn modelId="{F2764EE7-BCA7-4A69-91FE-5845304B801D}" type="presParOf" srcId="{6480B253-85DD-405C-8380-2CE691C96C77}" destId="{5A09B61C-5442-4575-ADBC-A84D3245DBC3}" srcOrd="10" destOrd="0" presId="urn:microsoft.com/office/officeart/2008/layout/LinedList"/>
    <dgm:cxn modelId="{0F454592-9F50-4B42-9DCA-C6F39B2BBDD7}" type="presParOf" srcId="{6480B253-85DD-405C-8380-2CE691C96C77}" destId="{B663FA55-ED96-42D7-B407-D234971AD4E3}" srcOrd="11" destOrd="0" presId="urn:microsoft.com/office/officeart/2008/layout/LinedList"/>
    <dgm:cxn modelId="{E8D7C398-DC7F-4EB9-9F08-40427625763A}" type="presParOf" srcId="{B663FA55-ED96-42D7-B407-D234971AD4E3}" destId="{18183D0B-B10A-4B12-B42C-802F100D1EEC}" srcOrd="0" destOrd="0" presId="urn:microsoft.com/office/officeart/2008/layout/LinedList"/>
    <dgm:cxn modelId="{2F3162C1-B115-48D4-A82B-34FE82663F9C}" type="presParOf" srcId="{B663FA55-ED96-42D7-B407-D234971AD4E3}" destId="{3C1816D7-F299-4F86-A57D-894061AB1AE0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1C64B83-3E47-43D7-BA46-3548F3CF4485}">
      <dsp:nvSpPr>
        <dsp:cNvPr id="0" name=""/>
        <dsp:cNvSpPr/>
      </dsp:nvSpPr>
      <dsp:spPr>
        <a:xfrm>
          <a:off x="0" y="0"/>
          <a:ext cx="6502400" cy="102260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R" sz="1400" kern="1200">
              <a:solidFill>
                <a:schemeClr val="bg1"/>
              </a:solidFill>
            </a:rPr>
            <a:t>Trabaje en grupos de 4 personas.</a:t>
          </a:r>
          <a:endParaRPr lang="es-CR" sz="1400" kern="1200" dirty="0">
            <a:solidFill>
              <a:schemeClr val="bg1"/>
            </a:solidFill>
          </a:endParaRPr>
        </a:p>
      </dsp:txBody>
      <dsp:txXfrm>
        <a:off x="29951" y="29951"/>
        <a:ext cx="5312520" cy="962702"/>
      </dsp:txXfrm>
    </dsp:sp>
    <dsp:sp modelId="{E5A65C7B-1202-4C97-82B9-1A112B5DFE6E}">
      <dsp:nvSpPr>
        <dsp:cNvPr id="0" name=""/>
        <dsp:cNvSpPr/>
      </dsp:nvSpPr>
      <dsp:spPr>
        <a:xfrm>
          <a:off x="544575" y="1208532"/>
          <a:ext cx="6502400" cy="102260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R" sz="1400" kern="1200" dirty="0">
              <a:solidFill>
                <a:schemeClr val="bg1"/>
              </a:solidFill>
            </a:rPr>
            <a:t>Primeramente, trabaje de manera individual, pero considerando la pertenencia a su grupo. Cada integrante durante 5’ escribe (en un </a:t>
          </a:r>
          <a:r>
            <a:rPr lang="es-CR" sz="1400" kern="1200" dirty="0" err="1">
              <a:solidFill>
                <a:schemeClr val="bg1"/>
              </a:solidFill>
            </a:rPr>
            <a:t>post-it</a:t>
          </a:r>
          <a:r>
            <a:rPr lang="es-CR" sz="1400" kern="1200" dirty="0">
              <a:solidFill>
                <a:schemeClr val="bg1"/>
              </a:solidFill>
            </a:rPr>
            <a:t> en </a:t>
          </a:r>
          <a:r>
            <a:rPr lang="es-CR" sz="1400" kern="1200" dirty="0" err="1">
              <a:solidFill>
                <a:schemeClr val="bg1"/>
              </a:solidFill>
            </a:rPr>
            <a:t>Figma</a:t>
          </a:r>
          <a:r>
            <a:rPr lang="es-CR" sz="1400" kern="1200" dirty="0">
              <a:solidFill>
                <a:schemeClr val="bg1"/>
              </a:solidFill>
            </a:rPr>
            <a:t>, en la página de su grupo) un primer borrador de la definición del constructo (concepto) de calidad.</a:t>
          </a:r>
        </a:p>
      </dsp:txBody>
      <dsp:txXfrm>
        <a:off x="574526" y="1238483"/>
        <a:ext cx="5233229" cy="962702"/>
      </dsp:txXfrm>
    </dsp:sp>
    <dsp:sp modelId="{0D66A334-4D4F-4B0E-86F7-33497AFF4BAA}">
      <dsp:nvSpPr>
        <dsp:cNvPr id="0" name=""/>
        <dsp:cNvSpPr/>
      </dsp:nvSpPr>
      <dsp:spPr>
        <a:xfrm>
          <a:off x="1081024" y="2417064"/>
          <a:ext cx="6502400" cy="102260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R" sz="1400" kern="1200">
              <a:solidFill>
                <a:schemeClr val="bg1"/>
              </a:solidFill>
            </a:rPr>
            <a:t>Luego, en grupos durante 15’, elaboran un segundo borrador consensuado de una definición del constructo (concepto) que será presentada en una plenaria.</a:t>
          </a:r>
          <a:endParaRPr lang="es-CR" sz="1400" kern="1200" dirty="0">
            <a:solidFill>
              <a:schemeClr val="bg1"/>
            </a:solidFill>
          </a:endParaRPr>
        </a:p>
      </dsp:txBody>
      <dsp:txXfrm>
        <a:off x="1110975" y="2447015"/>
        <a:ext cx="5241357" cy="962701"/>
      </dsp:txXfrm>
    </dsp:sp>
    <dsp:sp modelId="{70B85A5F-7C12-4A24-AAD2-1C3559ACCC71}">
      <dsp:nvSpPr>
        <dsp:cNvPr id="0" name=""/>
        <dsp:cNvSpPr/>
      </dsp:nvSpPr>
      <dsp:spPr>
        <a:xfrm>
          <a:off x="1625599" y="3625596"/>
          <a:ext cx="6502400" cy="102260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R" sz="1400" kern="1200">
              <a:solidFill>
                <a:schemeClr val="bg1"/>
              </a:solidFill>
            </a:rPr>
            <a:t>Los grupos deben tomar nota de las observaciones de los demás compañeros y el profesor.</a:t>
          </a:r>
          <a:endParaRPr lang="es-CR" sz="1400" kern="1200" dirty="0">
            <a:solidFill>
              <a:schemeClr val="bg1"/>
            </a:solidFill>
          </a:endParaRPr>
        </a:p>
      </dsp:txBody>
      <dsp:txXfrm>
        <a:off x="1655550" y="3655547"/>
        <a:ext cx="5233229" cy="962702"/>
      </dsp:txXfrm>
    </dsp:sp>
    <dsp:sp modelId="{7EFE311A-ED7F-4D23-893A-6ABBAF5E1BB0}">
      <dsp:nvSpPr>
        <dsp:cNvPr id="0" name=""/>
        <dsp:cNvSpPr/>
      </dsp:nvSpPr>
      <dsp:spPr>
        <a:xfrm>
          <a:off x="5837707" y="783221"/>
          <a:ext cx="664692" cy="664692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CR" sz="2800" kern="1200">
            <a:solidFill>
              <a:schemeClr val="bg1"/>
            </a:solidFill>
          </a:endParaRPr>
        </a:p>
      </dsp:txBody>
      <dsp:txXfrm>
        <a:off x="5987263" y="783221"/>
        <a:ext cx="365580" cy="500181"/>
      </dsp:txXfrm>
    </dsp:sp>
    <dsp:sp modelId="{65437A71-FCCE-4745-B480-0D827D3B060B}">
      <dsp:nvSpPr>
        <dsp:cNvPr id="0" name=""/>
        <dsp:cNvSpPr/>
      </dsp:nvSpPr>
      <dsp:spPr>
        <a:xfrm>
          <a:off x="6382283" y="1991753"/>
          <a:ext cx="664692" cy="664692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CR" sz="2800" kern="1200">
            <a:solidFill>
              <a:schemeClr val="bg1"/>
            </a:solidFill>
          </a:endParaRPr>
        </a:p>
      </dsp:txBody>
      <dsp:txXfrm>
        <a:off x="6531839" y="1991753"/>
        <a:ext cx="365580" cy="500181"/>
      </dsp:txXfrm>
    </dsp:sp>
    <dsp:sp modelId="{CA104A61-202A-4C4E-9182-3631C6D63942}">
      <dsp:nvSpPr>
        <dsp:cNvPr id="0" name=""/>
        <dsp:cNvSpPr/>
      </dsp:nvSpPr>
      <dsp:spPr>
        <a:xfrm>
          <a:off x="6918731" y="3200285"/>
          <a:ext cx="664692" cy="664692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CR" sz="2800" kern="1200">
            <a:solidFill>
              <a:schemeClr val="bg1"/>
            </a:solidFill>
          </a:endParaRPr>
        </a:p>
      </dsp:txBody>
      <dsp:txXfrm>
        <a:off x="7068287" y="3200285"/>
        <a:ext cx="365580" cy="50018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E1AE32E-AB0A-4464-86B2-672DDB83C842}">
      <dsp:nvSpPr>
        <dsp:cNvPr id="0" name=""/>
        <dsp:cNvSpPr/>
      </dsp:nvSpPr>
      <dsp:spPr>
        <a:xfrm>
          <a:off x="0" y="1808"/>
          <a:ext cx="6245265" cy="77044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5CC2E9A-454C-4EA4-94DD-D1289DEB372D}">
      <dsp:nvSpPr>
        <dsp:cNvPr id="0" name=""/>
        <dsp:cNvSpPr/>
      </dsp:nvSpPr>
      <dsp:spPr>
        <a:xfrm>
          <a:off x="233059" y="175158"/>
          <a:ext cx="423745" cy="42374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EF80625-09A6-4F0A-9956-18AF5D745DED}">
      <dsp:nvSpPr>
        <dsp:cNvPr id="0" name=""/>
        <dsp:cNvSpPr/>
      </dsp:nvSpPr>
      <dsp:spPr>
        <a:xfrm>
          <a:off x="889864" y="1808"/>
          <a:ext cx="5355400" cy="7704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539" tIns="81539" rIns="81539" bIns="81539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R" sz="2400" kern="1200"/>
            <a:t>Artesanal</a:t>
          </a:r>
          <a:endParaRPr lang="en-US" sz="2400" kern="1200"/>
        </a:p>
      </dsp:txBody>
      <dsp:txXfrm>
        <a:off x="889864" y="1808"/>
        <a:ext cx="5355400" cy="770445"/>
      </dsp:txXfrm>
    </dsp:sp>
    <dsp:sp modelId="{19759390-10B0-40E5-AECA-ACA56E5C22FF}">
      <dsp:nvSpPr>
        <dsp:cNvPr id="0" name=""/>
        <dsp:cNvSpPr/>
      </dsp:nvSpPr>
      <dsp:spPr>
        <a:xfrm>
          <a:off x="0" y="964865"/>
          <a:ext cx="6245265" cy="77044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6C03F0D-EE0A-4DDA-9A1F-04C7AC575B0B}">
      <dsp:nvSpPr>
        <dsp:cNvPr id="0" name=""/>
        <dsp:cNvSpPr/>
      </dsp:nvSpPr>
      <dsp:spPr>
        <a:xfrm>
          <a:off x="233059" y="1138215"/>
          <a:ext cx="423745" cy="42374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AC7D41-2F1D-4CEA-A4EC-4D4C0EB66484}">
      <dsp:nvSpPr>
        <dsp:cNvPr id="0" name=""/>
        <dsp:cNvSpPr/>
      </dsp:nvSpPr>
      <dsp:spPr>
        <a:xfrm>
          <a:off x="889864" y="964865"/>
          <a:ext cx="5355400" cy="7704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539" tIns="81539" rIns="81539" bIns="81539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R" sz="2400" kern="1200"/>
            <a:t>Industrialización</a:t>
          </a:r>
          <a:endParaRPr lang="en-US" sz="2400" kern="1200"/>
        </a:p>
      </dsp:txBody>
      <dsp:txXfrm>
        <a:off x="889864" y="964865"/>
        <a:ext cx="5355400" cy="770445"/>
      </dsp:txXfrm>
    </dsp:sp>
    <dsp:sp modelId="{7A138571-410E-42E3-8CF8-289544D2E461}">
      <dsp:nvSpPr>
        <dsp:cNvPr id="0" name=""/>
        <dsp:cNvSpPr/>
      </dsp:nvSpPr>
      <dsp:spPr>
        <a:xfrm>
          <a:off x="0" y="1927922"/>
          <a:ext cx="6245265" cy="77044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26E4507-2784-4E2E-ABDB-EF7270A0907B}">
      <dsp:nvSpPr>
        <dsp:cNvPr id="0" name=""/>
        <dsp:cNvSpPr/>
      </dsp:nvSpPr>
      <dsp:spPr>
        <a:xfrm>
          <a:off x="233059" y="2101272"/>
          <a:ext cx="423745" cy="42374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2517815-0B3D-4400-8EE8-F8771D085BD2}">
      <dsp:nvSpPr>
        <dsp:cNvPr id="0" name=""/>
        <dsp:cNvSpPr/>
      </dsp:nvSpPr>
      <dsp:spPr>
        <a:xfrm>
          <a:off x="889864" y="1927922"/>
          <a:ext cx="5355400" cy="7704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539" tIns="81539" rIns="81539" bIns="81539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R" sz="2400" kern="1200"/>
            <a:t>Control final</a:t>
          </a:r>
          <a:endParaRPr lang="en-US" sz="2400" kern="1200"/>
        </a:p>
      </dsp:txBody>
      <dsp:txXfrm>
        <a:off x="889864" y="1927922"/>
        <a:ext cx="5355400" cy="770445"/>
      </dsp:txXfrm>
    </dsp:sp>
    <dsp:sp modelId="{9A75C388-5329-4CA2-890D-DD1D50E15CFE}">
      <dsp:nvSpPr>
        <dsp:cNvPr id="0" name=""/>
        <dsp:cNvSpPr/>
      </dsp:nvSpPr>
      <dsp:spPr>
        <a:xfrm>
          <a:off x="0" y="2890979"/>
          <a:ext cx="6245265" cy="77044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21739C8-3B2E-4392-9633-56DC0584B167}">
      <dsp:nvSpPr>
        <dsp:cNvPr id="0" name=""/>
        <dsp:cNvSpPr/>
      </dsp:nvSpPr>
      <dsp:spPr>
        <a:xfrm>
          <a:off x="233059" y="3064329"/>
          <a:ext cx="423745" cy="42374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59C2858-FD31-45ED-BA57-E7EAB7F19F89}">
      <dsp:nvSpPr>
        <dsp:cNvPr id="0" name=""/>
        <dsp:cNvSpPr/>
      </dsp:nvSpPr>
      <dsp:spPr>
        <a:xfrm>
          <a:off x="889864" y="2890979"/>
          <a:ext cx="5355400" cy="7704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539" tIns="81539" rIns="81539" bIns="81539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R" sz="2400" kern="1200"/>
            <a:t>Control en el proceso</a:t>
          </a:r>
          <a:endParaRPr lang="en-US" sz="2400" kern="1200"/>
        </a:p>
      </dsp:txBody>
      <dsp:txXfrm>
        <a:off x="889864" y="2890979"/>
        <a:ext cx="5355400" cy="770445"/>
      </dsp:txXfrm>
    </dsp:sp>
    <dsp:sp modelId="{98A5D22F-8F58-4C83-B6B1-72E4963AC87B}">
      <dsp:nvSpPr>
        <dsp:cNvPr id="0" name=""/>
        <dsp:cNvSpPr/>
      </dsp:nvSpPr>
      <dsp:spPr>
        <a:xfrm>
          <a:off x="0" y="3854036"/>
          <a:ext cx="6245265" cy="77044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45FCD49-8E96-44E0-BC44-43AC9F7107F5}">
      <dsp:nvSpPr>
        <dsp:cNvPr id="0" name=""/>
        <dsp:cNvSpPr/>
      </dsp:nvSpPr>
      <dsp:spPr>
        <a:xfrm>
          <a:off x="233059" y="4027386"/>
          <a:ext cx="423745" cy="42374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BA108D3-4B98-4FB4-BDCA-D9AA4108BFC6}">
      <dsp:nvSpPr>
        <dsp:cNvPr id="0" name=""/>
        <dsp:cNvSpPr/>
      </dsp:nvSpPr>
      <dsp:spPr>
        <a:xfrm>
          <a:off x="889864" y="3854036"/>
          <a:ext cx="5355400" cy="7704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539" tIns="81539" rIns="81539" bIns="81539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R" sz="2400" kern="1200"/>
            <a:t>Control en diseño</a:t>
          </a:r>
          <a:endParaRPr lang="en-US" sz="2400" kern="1200"/>
        </a:p>
      </dsp:txBody>
      <dsp:txXfrm>
        <a:off x="889864" y="3854036"/>
        <a:ext cx="5355400" cy="770445"/>
      </dsp:txXfrm>
    </dsp:sp>
    <dsp:sp modelId="{1C873AB9-3A8D-49CF-B67E-E117B4F489EC}">
      <dsp:nvSpPr>
        <dsp:cNvPr id="0" name=""/>
        <dsp:cNvSpPr/>
      </dsp:nvSpPr>
      <dsp:spPr>
        <a:xfrm>
          <a:off x="0" y="4817093"/>
          <a:ext cx="6245265" cy="77044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887CE0B-7344-4E2D-8A89-801F58670D3E}">
      <dsp:nvSpPr>
        <dsp:cNvPr id="0" name=""/>
        <dsp:cNvSpPr/>
      </dsp:nvSpPr>
      <dsp:spPr>
        <a:xfrm>
          <a:off x="233059" y="4990443"/>
          <a:ext cx="423745" cy="42374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3028E1-3774-4093-AB63-4F3614E5EB7B}">
      <dsp:nvSpPr>
        <dsp:cNvPr id="0" name=""/>
        <dsp:cNvSpPr/>
      </dsp:nvSpPr>
      <dsp:spPr>
        <a:xfrm>
          <a:off x="889864" y="4817093"/>
          <a:ext cx="5355400" cy="7704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539" tIns="81539" rIns="81539" bIns="81539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R" sz="2400" kern="1200"/>
            <a:t>Mejora continua</a:t>
          </a:r>
          <a:endParaRPr lang="en-US" sz="2400" kern="1200"/>
        </a:p>
      </dsp:txBody>
      <dsp:txXfrm>
        <a:off x="889864" y="4817093"/>
        <a:ext cx="5355400" cy="77044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E1AE32E-AB0A-4464-86B2-672DDB83C842}">
      <dsp:nvSpPr>
        <dsp:cNvPr id="0" name=""/>
        <dsp:cNvSpPr/>
      </dsp:nvSpPr>
      <dsp:spPr>
        <a:xfrm>
          <a:off x="0" y="1808"/>
          <a:ext cx="6245265" cy="770445"/>
        </a:xfrm>
        <a:prstGeom prst="roundRect">
          <a:avLst>
            <a:gd name="adj" fmla="val 10000"/>
          </a:avLst>
        </a:prstGeom>
        <a:solidFill>
          <a:schemeClr val="accent6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5CC2E9A-454C-4EA4-94DD-D1289DEB372D}">
      <dsp:nvSpPr>
        <dsp:cNvPr id="0" name=""/>
        <dsp:cNvSpPr/>
      </dsp:nvSpPr>
      <dsp:spPr>
        <a:xfrm>
          <a:off x="233059" y="175158"/>
          <a:ext cx="423745" cy="42374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EF80625-09A6-4F0A-9956-18AF5D745DED}">
      <dsp:nvSpPr>
        <dsp:cNvPr id="0" name=""/>
        <dsp:cNvSpPr/>
      </dsp:nvSpPr>
      <dsp:spPr>
        <a:xfrm>
          <a:off x="889864" y="1808"/>
          <a:ext cx="5355400" cy="7704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539" tIns="81539" rIns="81539" bIns="81539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R" sz="2400" kern="1200"/>
            <a:t>Artesanal</a:t>
          </a:r>
          <a:endParaRPr lang="en-US" sz="2400" kern="1200"/>
        </a:p>
      </dsp:txBody>
      <dsp:txXfrm>
        <a:off x="889864" y="1808"/>
        <a:ext cx="5355400" cy="770445"/>
      </dsp:txXfrm>
    </dsp:sp>
    <dsp:sp modelId="{19759390-10B0-40E5-AECA-ACA56E5C22FF}">
      <dsp:nvSpPr>
        <dsp:cNvPr id="0" name=""/>
        <dsp:cNvSpPr/>
      </dsp:nvSpPr>
      <dsp:spPr>
        <a:xfrm>
          <a:off x="0" y="964865"/>
          <a:ext cx="6245265" cy="77044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6C03F0D-EE0A-4DDA-9A1F-04C7AC575B0B}">
      <dsp:nvSpPr>
        <dsp:cNvPr id="0" name=""/>
        <dsp:cNvSpPr/>
      </dsp:nvSpPr>
      <dsp:spPr>
        <a:xfrm>
          <a:off x="233059" y="1138215"/>
          <a:ext cx="423745" cy="42374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AC7D41-2F1D-4CEA-A4EC-4D4C0EB66484}">
      <dsp:nvSpPr>
        <dsp:cNvPr id="0" name=""/>
        <dsp:cNvSpPr/>
      </dsp:nvSpPr>
      <dsp:spPr>
        <a:xfrm>
          <a:off x="889864" y="964865"/>
          <a:ext cx="5355400" cy="7704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539" tIns="81539" rIns="81539" bIns="81539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R" sz="2400" kern="1200"/>
            <a:t>Industrialización</a:t>
          </a:r>
          <a:endParaRPr lang="en-US" sz="2400" kern="1200"/>
        </a:p>
      </dsp:txBody>
      <dsp:txXfrm>
        <a:off x="889864" y="964865"/>
        <a:ext cx="5355400" cy="770445"/>
      </dsp:txXfrm>
    </dsp:sp>
    <dsp:sp modelId="{7A138571-410E-42E3-8CF8-289544D2E461}">
      <dsp:nvSpPr>
        <dsp:cNvPr id="0" name=""/>
        <dsp:cNvSpPr/>
      </dsp:nvSpPr>
      <dsp:spPr>
        <a:xfrm>
          <a:off x="0" y="1927922"/>
          <a:ext cx="6245265" cy="77044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26E4507-2784-4E2E-ABDB-EF7270A0907B}">
      <dsp:nvSpPr>
        <dsp:cNvPr id="0" name=""/>
        <dsp:cNvSpPr/>
      </dsp:nvSpPr>
      <dsp:spPr>
        <a:xfrm>
          <a:off x="233059" y="2101272"/>
          <a:ext cx="423745" cy="42374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2517815-0B3D-4400-8EE8-F8771D085BD2}">
      <dsp:nvSpPr>
        <dsp:cNvPr id="0" name=""/>
        <dsp:cNvSpPr/>
      </dsp:nvSpPr>
      <dsp:spPr>
        <a:xfrm>
          <a:off x="889864" y="1927922"/>
          <a:ext cx="5355400" cy="7704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539" tIns="81539" rIns="81539" bIns="81539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R" sz="2400" kern="1200"/>
            <a:t>Control final</a:t>
          </a:r>
          <a:endParaRPr lang="en-US" sz="2400" kern="1200"/>
        </a:p>
      </dsp:txBody>
      <dsp:txXfrm>
        <a:off x="889864" y="1927922"/>
        <a:ext cx="5355400" cy="770445"/>
      </dsp:txXfrm>
    </dsp:sp>
    <dsp:sp modelId="{9A75C388-5329-4CA2-890D-DD1D50E15CFE}">
      <dsp:nvSpPr>
        <dsp:cNvPr id="0" name=""/>
        <dsp:cNvSpPr/>
      </dsp:nvSpPr>
      <dsp:spPr>
        <a:xfrm>
          <a:off x="0" y="2890979"/>
          <a:ext cx="6245265" cy="77044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21739C8-3B2E-4392-9633-56DC0584B167}">
      <dsp:nvSpPr>
        <dsp:cNvPr id="0" name=""/>
        <dsp:cNvSpPr/>
      </dsp:nvSpPr>
      <dsp:spPr>
        <a:xfrm>
          <a:off x="233059" y="3064329"/>
          <a:ext cx="423745" cy="42374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59C2858-FD31-45ED-BA57-E7EAB7F19F89}">
      <dsp:nvSpPr>
        <dsp:cNvPr id="0" name=""/>
        <dsp:cNvSpPr/>
      </dsp:nvSpPr>
      <dsp:spPr>
        <a:xfrm>
          <a:off x="889864" y="2890979"/>
          <a:ext cx="5355400" cy="7704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539" tIns="81539" rIns="81539" bIns="81539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R" sz="2400" kern="1200"/>
            <a:t>Control en el proceso</a:t>
          </a:r>
          <a:endParaRPr lang="en-US" sz="2400" kern="1200"/>
        </a:p>
      </dsp:txBody>
      <dsp:txXfrm>
        <a:off x="889864" y="2890979"/>
        <a:ext cx="5355400" cy="770445"/>
      </dsp:txXfrm>
    </dsp:sp>
    <dsp:sp modelId="{98A5D22F-8F58-4C83-B6B1-72E4963AC87B}">
      <dsp:nvSpPr>
        <dsp:cNvPr id="0" name=""/>
        <dsp:cNvSpPr/>
      </dsp:nvSpPr>
      <dsp:spPr>
        <a:xfrm>
          <a:off x="0" y="3854036"/>
          <a:ext cx="6245265" cy="77044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45FCD49-8E96-44E0-BC44-43AC9F7107F5}">
      <dsp:nvSpPr>
        <dsp:cNvPr id="0" name=""/>
        <dsp:cNvSpPr/>
      </dsp:nvSpPr>
      <dsp:spPr>
        <a:xfrm>
          <a:off x="233059" y="4027386"/>
          <a:ext cx="423745" cy="42374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BA108D3-4B98-4FB4-BDCA-D9AA4108BFC6}">
      <dsp:nvSpPr>
        <dsp:cNvPr id="0" name=""/>
        <dsp:cNvSpPr/>
      </dsp:nvSpPr>
      <dsp:spPr>
        <a:xfrm>
          <a:off x="889864" y="3854036"/>
          <a:ext cx="5355400" cy="7704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539" tIns="81539" rIns="81539" bIns="81539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R" sz="2400" kern="1200"/>
            <a:t>Control en diseño</a:t>
          </a:r>
          <a:endParaRPr lang="en-US" sz="2400" kern="1200"/>
        </a:p>
      </dsp:txBody>
      <dsp:txXfrm>
        <a:off x="889864" y="3854036"/>
        <a:ext cx="5355400" cy="770445"/>
      </dsp:txXfrm>
    </dsp:sp>
    <dsp:sp modelId="{1C873AB9-3A8D-49CF-B67E-E117B4F489EC}">
      <dsp:nvSpPr>
        <dsp:cNvPr id="0" name=""/>
        <dsp:cNvSpPr/>
      </dsp:nvSpPr>
      <dsp:spPr>
        <a:xfrm>
          <a:off x="0" y="4817093"/>
          <a:ext cx="6245265" cy="77044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887CE0B-7344-4E2D-8A89-801F58670D3E}">
      <dsp:nvSpPr>
        <dsp:cNvPr id="0" name=""/>
        <dsp:cNvSpPr/>
      </dsp:nvSpPr>
      <dsp:spPr>
        <a:xfrm>
          <a:off x="233059" y="4990443"/>
          <a:ext cx="423745" cy="42374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3028E1-3774-4093-AB63-4F3614E5EB7B}">
      <dsp:nvSpPr>
        <dsp:cNvPr id="0" name=""/>
        <dsp:cNvSpPr/>
      </dsp:nvSpPr>
      <dsp:spPr>
        <a:xfrm>
          <a:off x="889864" y="4817093"/>
          <a:ext cx="5355400" cy="7704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539" tIns="81539" rIns="81539" bIns="81539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R" sz="2400" kern="1200"/>
            <a:t>Mejora continua</a:t>
          </a:r>
          <a:endParaRPr lang="en-US" sz="2400" kern="1200"/>
        </a:p>
      </dsp:txBody>
      <dsp:txXfrm>
        <a:off x="889864" y="4817093"/>
        <a:ext cx="5355400" cy="77044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08437E4-E305-4FA9-9673-FA561A6BFE42}">
      <dsp:nvSpPr>
        <dsp:cNvPr id="0" name=""/>
        <dsp:cNvSpPr/>
      </dsp:nvSpPr>
      <dsp:spPr>
        <a:xfrm>
          <a:off x="0" y="2729"/>
          <a:ext cx="6245265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5587A97-256A-4DF1-B1A3-1C376E8EB3C0}">
      <dsp:nvSpPr>
        <dsp:cNvPr id="0" name=""/>
        <dsp:cNvSpPr/>
      </dsp:nvSpPr>
      <dsp:spPr>
        <a:xfrm>
          <a:off x="0" y="2729"/>
          <a:ext cx="6245265" cy="18612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R" sz="2900" kern="1200"/>
            <a:t>La Calidad suponía hacer las cosas bien a cualquier costo. </a:t>
          </a:r>
          <a:endParaRPr lang="en-US" sz="2900" kern="1200"/>
        </a:p>
      </dsp:txBody>
      <dsp:txXfrm>
        <a:off x="0" y="2729"/>
        <a:ext cx="6245265" cy="1861296"/>
      </dsp:txXfrm>
    </dsp:sp>
    <dsp:sp modelId="{F157FC15-3D8D-4AF6-887D-27B0C6469EF9}">
      <dsp:nvSpPr>
        <dsp:cNvPr id="0" name=""/>
        <dsp:cNvSpPr/>
      </dsp:nvSpPr>
      <dsp:spPr>
        <a:xfrm>
          <a:off x="0" y="1864025"/>
          <a:ext cx="6245265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27708FA-7A1A-4BDB-9AA9-C678A997AF94}">
      <dsp:nvSpPr>
        <dsp:cNvPr id="0" name=""/>
        <dsp:cNvSpPr/>
      </dsp:nvSpPr>
      <dsp:spPr>
        <a:xfrm>
          <a:off x="0" y="1864025"/>
          <a:ext cx="6245265" cy="18612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R" sz="2900" kern="1200"/>
            <a:t>Los objetivos que perseguía el artesano eran su satisfacción personal y la satisfacción de su comprador, no importaba el tiempo que le llevara. </a:t>
          </a:r>
          <a:endParaRPr lang="en-US" sz="2900" kern="1200"/>
        </a:p>
      </dsp:txBody>
      <dsp:txXfrm>
        <a:off x="0" y="1864025"/>
        <a:ext cx="6245265" cy="1861296"/>
      </dsp:txXfrm>
    </dsp:sp>
    <dsp:sp modelId="{8576A865-3B20-481E-BB7D-E7FD99FDF956}">
      <dsp:nvSpPr>
        <dsp:cNvPr id="0" name=""/>
        <dsp:cNvSpPr/>
      </dsp:nvSpPr>
      <dsp:spPr>
        <a:xfrm>
          <a:off x="0" y="3725321"/>
          <a:ext cx="6245265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7B486D0-8DEB-4BD0-9F5D-6F6714982231}">
      <dsp:nvSpPr>
        <dsp:cNvPr id="0" name=""/>
        <dsp:cNvSpPr/>
      </dsp:nvSpPr>
      <dsp:spPr>
        <a:xfrm>
          <a:off x="0" y="3725321"/>
          <a:ext cx="6245265" cy="18612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R" sz="2900" kern="1200"/>
            <a:t>Aún hoy en día podemos encontrar productos que son fabricados siguiendo esta premisa, sobre todo en el sector de la alimentación.</a:t>
          </a:r>
          <a:endParaRPr lang="en-US" sz="2900" kern="1200"/>
        </a:p>
      </dsp:txBody>
      <dsp:txXfrm>
        <a:off x="0" y="3725321"/>
        <a:ext cx="6245265" cy="186129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E1AE32E-AB0A-4464-86B2-672DDB83C842}">
      <dsp:nvSpPr>
        <dsp:cNvPr id="0" name=""/>
        <dsp:cNvSpPr/>
      </dsp:nvSpPr>
      <dsp:spPr>
        <a:xfrm>
          <a:off x="0" y="1808"/>
          <a:ext cx="6245265" cy="77044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5CC2E9A-454C-4EA4-94DD-D1289DEB372D}">
      <dsp:nvSpPr>
        <dsp:cNvPr id="0" name=""/>
        <dsp:cNvSpPr/>
      </dsp:nvSpPr>
      <dsp:spPr>
        <a:xfrm>
          <a:off x="233059" y="175158"/>
          <a:ext cx="423745" cy="42374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EF80625-09A6-4F0A-9956-18AF5D745DED}">
      <dsp:nvSpPr>
        <dsp:cNvPr id="0" name=""/>
        <dsp:cNvSpPr/>
      </dsp:nvSpPr>
      <dsp:spPr>
        <a:xfrm>
          <a:off x="889864" y="1808"/>
          <a:ext cx="5355400" cy="7704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539" tIns="81539" rIns="81539" bIns="81539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R" sz="2400" kern="1200"/>
            <a:t>Artesanal</a:t>
          </a:r>
          <a:endParaRPr lang="en-US" sz="2400" kern="1200"/>
        </a:p>
      </dsp:txBody>
      <dsp:txXfrm>
        <a:off x="889864" y="1808"/>
        <a:ext cx="5355400" cy="770445"/>
      </dsp:txXfrm>
    </dsp:sp>
    <dsp:sp modelId="{19759390-10B0-40E5-AECA-ACA56E5C22FF}">
      <dsp:nvSpPr>
        <dsp:cNvPr id="0" name=""/>
        <dsp:cNvSpPr/>
      </dsp:nvSpPr>
      <dsp:spPr>
        <a:xfrm>
          <a:off x="0" y="964865"/>
          <a:ext cx="6245265" cy="770445"/>
        </a:xfrm>
        <a:prstGeom prst="roundRect">
          <a:avLst>
            <a:gd name="adj" fmla="val 10000"/>
          </a:avLst>
        </a:prstGeom>
        <a:solidFill>
          <a:schemeClr val="accent6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6C03F0D-EE0A-4DDA-9A1F-04C7AC575B0B}">
      <dsp:nvSpPr>
        <dsp:cNvPr id="0" name=""/>
        <dsp:cNvSpPr/>
      </dsp:nvSpPr>
      <dsp:spPr>
        <a:xfrm>
          <a:off x="233059" y="1138215"/>
          <a:ext cx="423745" cy="42374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AC7D41-2F1D-4CEA-A4EC-4D4C0EB66484}">
      <dsp:nvSpPr>
        <dsp:cNvPr id="0" name=""/>
        <dsp:cNvSpPr/>
      </dsp:nvSpPr>
      <dsp:spPr>
        <a:xfrm>
          <a:off x="889864" y="964865"/>
          <a:ext cx="5355400" cy="7704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539" tIns="81539" rIns="81539" bIns="81539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R" sz="2400" kern="1200"/>
            <a:t>Industrialización</a:t>
          </a:r>
          <a:endParaRPr lang="en-US" sz="2400" kern="1200"/>
        </a:p>
      </dsp:txBody>
      <dsp:txXfrm>
        <a:off x="889864" y="964865"/>
        <a:ext cx="5355400" cy="770445"/>
      </dsp:txXfrm>
    </dsp:sp>
    <dsp:sp modelId="{7A138571-410E-42E3-8CF8-289544D2E461}">
      <dsp:nvSpPr>
        <dsp:cNvPr id="0" name=""/>
        <dsp:cNvSpPr/>
      </dsp:nvSpPr>
      <dsp:spPr>
        <a:xfrm>
          <a:off x="0" y="1927922"/>
          <a:ext cx="6245265" cy="77044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26E4507-2784-4E2E-ABDB-EF7270A0907B}">
      <dsp:nvSpPr>
        <dsp:cNvPr id="0" name=""/>
        <dsp:cNvSpPr/>
      </dsp:nvSpPr>
      <dsp:spPr>
        <a:xfrm>
          <a:off x="233059" y="2101272"/>
          <a:ext cx="423745" cy="42374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2517815-0B3D-4400-8EE8-F8771D085BD2}">
      <dsp:nvSpPr>
        <dsp:cNvPr id="0" name=""/>
        <dsp:cNvSpPr/>
      </dsp:nvSpPr>
      <dsp:spPr>
        <a:xfrm>
          <a:off x="889864" y="1927922"/>
          <a:ext cx="5355400" cy="7704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539" tIns="81539" rIns="81539" bIns="81539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R" sz="2400" kern="1200"/>
            <a:t>Control final</a:t>
          </a:r>
          <a:endParaRPr lang="en-US" sz="2400" kern="1200"/>
        </a:p>
      </dsp:txBody>
      <dsp:txXfrm>
        <a:off x="889864" y="1927922"/>
        <a:ext cx="5355400" cy="770445"/>
      </dsp:txXfrm>
    </dsp:sp>
    <dsp:sp modelId="{9A75C388-5329-4CA2-890D-DD1D50E15CFE}">
      <dsp:nvSpPr>
        <dsp:cNvPr id="0" name=""/>
        <dsp:cNvSpPr/>
      </dsp:nvSpPr>
      <dsp:spPr>
        <a:xfrm>
          <a:off x="0" y="2890979"/>
          <a:ext cx="6245265" cy="77044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21739C8-3B2E-4392-9633-56DC0584B167}">
      <dsp:nvSpPr>
        <dsp:cNvPr id="0" name=""/>
        <dsp:cNvSpPr/>
      </dsp:nvSpPr>
      <dsp:spPr>
        <a:xfrm>
          <a:off x="233059" y="3064329"/>
          <a:ext cx="423745" cy="42374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59C2858-FD31-45ED-BA57-E7EAB7F19F89}">
      <dsp:nvSpPr>
        <dsp:cNvPr id="0" name=""/>
        <dsp:cNvSpPr/>
      </dsp:nvSpPr>
      <dsp:spPr>
        <a:xfrm>
          <a:off x="889864" y="2890979"/>
          <a:ext cx="5355400" cy="7704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539" tIns="81539" rIns="81539" bIns="81539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R" sz="2400" kern="1200"/>
            <a:t>Control en el proceso</a:t>
          </a:r>
          <a:endParaRPr lang="en-US" sz="2400" kern="1200"/>
        </a:p>
      </dsp:txBody>
      <dsp:txXfrm>
        <a:off x="889864" y="2890979"/>
        <a:ext cx="5355400" cy="770445"/>
      </dsp:txXfrm>
    </dsp:sp>
    <dsp:sp modelId="{98A5D22F-8F58-4C83-B6B1-72E4963AC87B}">
      <dsp:nvSpPr>
        <dsp:cNvPr id="0" name=""/>
        <dsp:cNvSpPr/>
      </dsp:nvSpPr>
      <dsp:spPr>
        <a:xfrm>
          <a:off x="0" y="3854036"/>
          <a:ext cx="6245265" cy="77044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45FCD49-8E96-44E0-BC44-43AC9F7107F5}">
      <dsp:nvSpPr>
        <dsp:cNvPr id="0" name=""/>
        <dsp:cNvSpPr/>
      </dsp:nvSpPr>
      <dsp:spPr>
        <a:xfrm>
          <a:off x="233059" y="4027386"/>
          <a:ext cx="423745" cy="42374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BA108D3-4B98-4FB4-BDCA-D9AA4108BFC6}">
      <dsp:nvSpPr>
        <dsp:cNvPr id="0" name=""/>
        <dsp:cNvSpPr/>
      </dsp:nvSpPr>
      <dsp:spPr>
        <a:xfrm>
          <a:off x="889864" y="3854036"/>
          <a:ext cx="5355400" cy="7704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539" tIns="81539" rIns="81539" bIns="81539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R" sz="2400" kern="1200"/>
            <a:t>Control en diseño</a:t>
          </a:r>
          <a:endParaRPr lang="en-US" sz="2400" kern="1200"/>
        </a:p>
      </dsp:txBody>
      <dsp:txXfrm>
        <a:off x="889864" y="3854036"/>
        <a:ext cx="5355400" cy="770445"/>
      </dsp:txXfrm>
    </dsp:sp>
    <dsp:sp modelId="{1C873AB9-3A8D-49CF-B67E-E117B4F489EC}">
      <dsp:nvSpPr>
        <dsp:cNvPr id="0" name=""/>
        <dsp:cNvSpPr/>
      </dsp:nvSpPr>
      <dsp:spPr>
        <a:xfrm>
          <a:off x="0" y="4817093"/>
          <a:ext cx="6245265" cy="77044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887CE0B-7344-4E2D-8A89-801F58670D3E}">
      <dsp:nvSpPr>
        <dsp:cNvPr id="0" name=""/>
        <dsp:cNvSpPr/>
      </dsp:nvSpPr>
      <dsp:spPr>
        <a:xfrm>
          <a:off x="233059" y="4990443"/>
          <a:ext cx="423745" cy="42374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3028E1-3774-4093-AB63-4F3614E5EB7B}">
      <dsp:nvSpPr>
        <dsp:cNvPr id="0" name=""/>
        <dsp:cNvSpPr/>
      </dsp:nvSpPr>
      <dsp:spPr>
        <a:xfrm>
          <a:off x="889864" y="4817093"/>
          <a:ext cx="5355400" cy="7704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539" tIns="81539" rIns="81539" bIns="81539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R" sz="2400" kern="1200"/>
            <a:t>Mejora continua</a:t>
          </a:r>
          <a:endParaRPr lang="en-US" sz="2400" kern="1200"/>
        </a:p>
      </dsp:txBody>
      <dsp:txXfrm>
        <a:off x="889864" y="4817093"/>
        <a:ext cx="5355400" cy="770445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E1AE32E-AB0A-4464-86B2-672DDB83C842}">
      <dsp:nvSpPr>
        <dsp:cNvPr id="0" name=""/>
        <dsp:cNvSpPr/>
      </dsp:nvSpPr>
      <dsp:spPr>
        <a:xfrm>
          <a:off x="0" y="1808"/>
          <a:ext cx="6245265" cy="77044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5CC2E9A-454C-4EA4-94DD-D1289DEB372D}">
      <dsp:nvSpPr>
        <dsp:cNvPr id="0" name=""/>
        <dsp:cNvSpPr/>
      </dsp:nvSpPr>
      <dsp:spPr>
        <a:xfrm>
          <a:off x="233059" y="175158"/>
          <a:ext cx="423745" cy="42374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EF80625-09A6-4F0A-9956-18AF5D745DED}">
      <dsp:nvSpPr>
        <dsp:cNvPr id="0" name=""/>
        <dsp:cNvSpPr/>
      </dsp:nvSpPr>
      <dsp:spPr>
        <a:xfrm>
          <a:off x="889864" y="1808"/>
          <a:ext cx="5355400" cy="7704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539" tIns="81539" rIns="81539" bIns="81539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R" sz="2400" kern="1200"/>
            <a:t>Artesanal</a:t>
          </a:r>
          <a:endParaRPr lang="en-US" sz="2400" kern="1200"/>
        </a:p>
      </dsp:txBody>
      <dsp:txXfrm>
        <a:off x="889864" y="1808"/>
        <a:ext cx="5355400" cy="770445"/>
      </dsp:txXfrm>
    </dsp:sp>
    <dsp:sp modelId="{19759390-10B0-40E5-AECA-ACA56E5C22FF}">
      <dsp:nvSpPr>
        <dsp:cNvPr id="0" name=""/>
        <dsp:cNvSpPr/>
      </dsp:nvSpPr>
      <dsp:spPr>
        <a:xfrm>
          <a:off x="0" y="964865"/>
          <a:ext cx="6245265" cy="77044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6C03F0D-EE0A-4DDA-9A1F-04C7AC575B0B}">
      <dsp:nvSpPr>
        <dsp:cNvPr id="0" name=""/>
        <dsp:cNvSpPr/>
      </dsp:nvSpPr>
      <dsp:spPr>
        <a:xfrm>
          <a:off x="233059" y="1138215"/>
          <a:ext cx="423745" cy="42374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AC7D41-2F1D-4CEA-A4EC-4D4C0EB66484}">
      <dsp:nvSpPr>
        <dsp:cNvPr id="0" name=""/>
        <dsp:cNvSpPr/>
      </dsp:nvSpPr>
      <dsp:spPr>
        <a:xfrm>
          <a:off x="889864" y="964865"/>
          <a:ext cx="5355400" cy="7704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539" tIns="81539" rIns="81539" bIns="81539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R" sz="2400" kern="1200"/>
            <a:t>Industrialización</a:t>
          </a:r>
          <a:endParaRPr lang="en-US" sz="2400" kern="1200"/>
        </a:p>
      </dsp:txBody>
      <dsp:txXfrm>
        <a:off x="889864" y="964865"/>
        <a:ext cx="5355400" cy="770445"/>
      </dsp:txXfrm>
    </dsp:sp>
    <dsp:sp modelId="{7A138571-410E-42E3-8CF8-289544D2E461}">
      <dsp:nvSpPr>
        <dsp:cNvPr id="0" name=""/>
        <dsp:cNvSpPr/>
      </dsp:nvSpPr>
      <dsp:spPr>
        <a:xfrm>
          <a:off x="0" y="1927922"/>
          <a:ext cx="6245265" cy="770445"/>
        </a:xfrm>
        <a:prstGeom prst="roundRect">
          <a:avLst>
            <a:gd name="adj" fmla="val 10000"/>
          </a:avLst>
        </a:prstGeom>
        <a:solidFill>
          <a:schemeClr val="accent6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26E4507-2784-4E2E-ABDB-EF7270A0907B}">
      <dsp:nvSpPr>
        <dsp:cNvPr id="0" name=""/>
        <dsp:cNvSpPr/>
      </dsp:nvSpPr>
      <dsp:spPr>
        <a:xfrm>
          <a:off x="233059" y="2101272"/>
          <a:ext cx="423745" cy="42374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2517815-0B3D-4400-8EE8-F8771D085BD2}">
      <dsp:nvSpPr>
        <dsp:cNvPr id="0" name=""/>
        <dsp:cNvSpPr/>
      </dsp:nvSpPr>
      <dsp:spPr>
        <a:xfrm>
          <a:off x="889864" y="1927922"/>
          <a:ext cx="5355400" cy="7704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539" tIns="81539" rIns="81539" bIns="81539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R" sz="2400" kern="1200"/>
            <a:t>Control final</a:t>
          </a:r>
          <a:endParaRPr lang="en-US" sz="2400" kern="1200"/>
        </a:p>
      </dsp:txBody>
      <dsp:txXfrm>
        <a:off x="889864" y="1927922"/>
        <a:ext cx="5355400" cy="770445"/>
      </dsp:txXfrm>
    </dsp:sp>
    <dsp:sp modelId="{9A75C388-5329-4CA2-890D-DD1D50E15CFE}">
      <dsp:nvSpPr>
        <dsp:cNvPr id="0" name=""/>
        <dsp:cNvSpPr/>
      </dsp:nvSpPr>
      <dsp:spPr>
        <a:xfrm>
          <a:off x="0" y="2890979"/>
          <a:ext cx="6245265" cy="77044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21739C8-3B2E-4392-9633-56DC0584B167}">
      <dsp:nvSpPr>
        <dsp:cNvPr id="0" name=""/>
        <dsp:cNvSpPr/>
      </dsp:nvSpPr>
      <dsp:spPr>
        <a:xfrm>
          <a:off x="233059" y="3064329"/>
          <a:ext cx="423745" cy="42374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59C2858-FD31-45ED-BA57-E7EAB7F19F89}">
      <dsp:nvSpPr>
        <dsp:cNvPr id="0" name=""/>
        <dsp:cNvSpPr/>
      </dsp:nvSpPr>
      <dsp:spPr>
        <a:xfrm>
          <a:off x="889864" y="2890979"/>
          <a:ext cx="5355400" cy="7704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539" tIns="81539" rIns="81539" bIns="81539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R" sz="2400" kern="1200"/>
            <a:t>Control en el proceso</a:t>
          </a:r>
          <a:endParaRPr lang="en-US" sz="2400" kern="1200"/>
        </a:p>
      </dsp:txBody>
      <dsp:txXfrm>
        <a:off x="889864" y="2890979"/>
        <a:ext cx="5355400" cy="770445"/>
      </dsp:txXfrm>
    </dsp:sp>
    <dsp:sp modelId="{98A5D22F-8F58-4C83-B6B1-72E4963AC87B}">
      <dsp:nvSpPr>
        <dsp:cNvPr id="0" name=""/>
        <dsp:cNvSpPr/>
      </dsp:nvSpPr>
      <dsp:spPr>
        <a:xfrm>
          <a:off x="0" y="3854036"/>
          <a:ext cx="6245265" cy="77044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45FCD49-8E96-44E0-BC44-43AC9F7107F5}">
      <dsp:nvSpPr>
        <dsp:cNvPr id="0" name=""/>
        <dsp:cNvSpPr/>
      </dsp:nvSpPr>
      <dsp:spPr>
        <a:xfrm>
          <a:off x="233059" y="4027386"/>
          <a:ext cx="423745" cy="42374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BA108D3-4B98-4FB4-BDCA-D9AA4108BFC6}">
      <dsp:nvSpPr>
        <dsp:cNvPr id="0" name=""/>
        <dsp:cNvSpPr/>
      </dsp:nvSpPr>
      <dsp:spPr>
        <a:xfrm>
          <a:off x="889864" y="3854036"/>
          <a:ext cx="5355400" cy="7704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539" tIns="81539" rIns="81539" bIns="81539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R" sz="2400" kern="1200"/>
            <a:t>Control en diseño</a:t>
          </a:r>
          <a:endParaRPr lang="en-US" sz="2400" kern="1200"/>
        </a:p>
      </dsp:txBody>
      <dsp:txXfrm>
        <a:off x="889864" y="3854036"/>
        <a:ext cx="5355400" cy="770445"/>
      </dsp:txXfrm>
    </dsp:sp>
    <dsp:sp modelId="{1C873AB9-3A8D-49CF-B67E-E117B4F489EC}">
      <dsp:nvSpPr>
        <dsp:cNvPr id="0" name=""/>
        <dsp:cNvSpPr/>
      </dsp:nvSpPr>
      <dsp:spPr>
        <a:xfrm>
          <a:off x="0" y="4817093"/>
          <a:ext cx="6245265" cy="77044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887CE0B-7344-4E2D-8A89-801F58670D3E}">
      <dsp:nvSpPr>
        <dsp:cNvPr id="0" name=""/>
        <dsp:cNvSpPr/>
      </dsp:nvSpPr>
      <dsp:spPr>
        <a:xfrm>
          <a:off x="233059" y="4990443"/>
          <a:ext cx="423745" cy="42374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3028E1-3774-4093-AB63-4F3614E5EB7B}">
      <dsp:nvSpPr>
        <dsp:cNvPr id="0" name=""/>
        <dsp:cNvSpPr/>
      </dsp:nvSpPr>
      <dsp:spPr>
        <a:xfrm>
          <a:off x="889864" y="4817093"/>
          <a:ext cx="5355400" cy="7704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539" tIns="81539" rIns="81539" bIns="81539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R" sz="2400" kern="1200"/>
            <a:t>Mejora continua</a:t>
          </a:r>
          <a:endParaRPr lang="en-US" sz="2400" kern="1200"/>
        </a:p>
      </dsp:txBody>
      <dsp:txXfrm>
        <a:off x="889864" y="4817093"/>
        <a:ext cx="5355400" cy="770445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E1AE32E-AB0A-4464-86B2-672DDB83C842}">
      <dsp:nvSpPr>
        <dsp:cNvPr id="0" name=""/>
        <dsp:cNvSpPr/>
      </dsp:nvSpPr>
      <dsp:spPr>
        <a:xfrm>
          <a:off x="0" y="1808"/>
          <a:ext cx="6245265" cy="77044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5CC2E9A-454C-4EA4-94DD-D1289DEB372D}">
      <dsp:nvSpPr>
        <dsp:cNvPr id="0" name=""/>
        <dsp:cNvSpPr/>
      </dsp:nvSpPr>
      <dsp:spPr>
        <a:xfrm>
          <a:off x="233059" y="175158"/>
          <a:ext cx="423745" cy="42374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EF80625-09A6-4F0A-9956-18AF5D745DED}">
      <dsp:nvSpPr>
        <dsp:cNvPr id="0" name=""/>
        <dsp:cNvSpPr/>
      </dsp:nvSpPr>
      <dsp:spPr>
        <a:xfrm>
          <a:off x="889864" y="1808"/>
          <a:ext cx="5355400" cy="7704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539" tIns="81539" rIns="81539" bIns="81539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R" sz="2400" kern="1200"/>
            <a:t>Artesanal</a:t>
          </a:r>
          <a:endParaRPr lang="en-US" sz="2400" kern="1200"/>
        </a:p>
      </dsp:txBody>
      <dsp:txXfrm>
        <a:off x="889864" y="1808"/>
        <a:ext cx="5355400" cy="770445"/>
      </dsp:txXfrm>
    </dsp:sp>
    <dsp:sp modelId="{19759390-10B0-40E5-AECA-ACA56E5C22FF}">
      <dsp:nvSpPr>
        <dsp:cNvPr id="0" name=""/>
        <dsp:cNvSpPr/>
      </dsp:nvSpPr>
      <dsp:spPr>
        <a:xfrm>
          <a:off x="0" y="964865"/>
          <a:ext cx="6245265" cy="77044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6C03F0D-EE0A-4DDA-9A1F-04C7AC575B0B}">
      <dsp:nvSpPr>
        <dsp:cNvPr id="0" name=""/>
        <dsp:cNvSpPr/>
      </dsp:nvSpPr>
      <dsp:spPr>
        <a:xfrm>
          <a:off x="233059" y="1138215"/>
          <a:ext cx="423745" cy="42374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AC7D41-2F1D-4CEA-A4EC-4D4C0EB66484}">
      <dsp:nvSpPr>
        <dsp:cNvPr id="0" name=""/>
        <dsp:cNvSpPr/>
      </dsp:nvSpPr>
      <dsp:spPr>
        <a:xfrm>
          <a:off x="889864" y="964865"/>
          <a:ext cx="5355400" cy="7704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539" tIns="81539" rIns="81539" bIns="81539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R" sz="2400" kern="1200"/>
            <a:t>Industrialización</a:t>
          </a:r>
          <a:endParaRPr lang="en-US" sz="2400" kern="1200"/>
        </a:p>
      </dsp:txBody>
      <dsp:txXfrm>
        <a:off x="889864" y="964865"/>
        <a:ext cx="5355400" cy="770445"/>
      </dsp:txXfrm>
    </dsp:sp>
    <dsp:sp modelId="{7A138571-410E-42E3-8CF8-289544D2E461}">
      <dsp:nvSpPr>
        <dsp:cNvPr id="0" name=""/>
        <dsp:cNvSpPr/>
      </dsp:nvSpPr>
      <dsp:spPr>
        <a:xfrm>
          <a:off x="0" y="1927922"/>
          <a:ext cx="6245265" cy="77044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26E4507-2784-4E2E-ABDB-EF7270A0907B}">
      <dsp:nvSpPr>
        <dsp:cNvPr id="0" name=""/>
        <dsp:cNvSpPr/>
      </dsp:nvSpPr>
      <dsp:spPr>
        <a:xfrm>
          <a:off x="233059" y="2101272"/>
          <a:ext cx="423745" cy="42374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2517815-0B3D-4400-8EE8-F8771D085BD2}">
      <dsp:nvSpPr>
        <dsp:cNvPr id="0" name=""/>
        <dsp:cNvSpPr/>
      </dsp:nvSpPr>
      <dsp:spPr>
        <a:xfrm>
          <a:off x="889864" y="1927922"/>
          <a:ext cx="5355400" cy="7704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539" tIns="81539" rIns="81539" bIns="81539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R" sz="2400" kern="1200"/>
            <a:t>Control final</a:t>
          </a:r>
          <a:endParaRPr lang="en-US" sz="2400" kern="1200"/>
        </a:p>
      </dsp:txBody>
      <dsp:txXfrm>
        <a:off x="889864" y="1927922"/>
        <a:ext cx="5355400" cy="770445"/>
      </dsp:txXfrm>
    </dsp:sp>
    <dsp:sp modelId="{9A75C388-5329-4CA2-890D-DD1D50E15CFE}">
      <dsp:nvSpPr>
        <dsp:cNvPr id="0" name=""/>
        <dsp:cNvSpPr/>
      </dsp:nvSpPr>
      <dsp:spPr>
        <a:xfrm>
          <a:off x="0" y="2890979"/>
          <a:ext cx="6245265" cy="770445"/>
        </a:xfrm>
        <a:prstGeom prst="roundRect">
          <a:avLst>
            <a:gd name="adj" fmla="val 10000"/>
          </a:avLst>
        </a:prstGeom>
        <a:solidFill>
          <a:schemeClr val="accent6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21739C8-3B2E-4392-9633-56DC0584B167}">
      <dsp:nvSpPr>
        <dsp:cNvPr id="0" name=""/>
        <dsp:cNvSpPr/>
      </dsp:nvSpPr>
      <dsp:spPr>
        <a:xfrm>
          <a:off x="233059" y="3064329"/>
          <a:ext cx="423745" cy="42374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59C2858-FD31-45ED-BA57-E7EAB7F19F89}">
      <dsp:nvSpPr>
        <dsp:cNvPr id="0" name=""/>
        <dsp:cNvSpPr/>
      </dsp:nvSpPr>
      <dsp:spPr>
        <a:xfrm>
          <a:off x="889864" y="2890979"/>
          <a:ext cx="5355400" cy="7704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539" tIns="81539" rIns="81539" bIns="81539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R" sz="2400" kern="1200"/>
            <a:t>Control en el proceso</a:t>
          </a:r>
          <a:endParaRPr lang="en-US" sz="2400" kern="1200"/>
        </a:p>
      </dsp:txBody>
      <dsp:txXfrm>
        <a:off x="889864" y="2890979"/>
        <a:ext cx="5355400" cy="770445"/>
      </dsp:txXfrm>
    </dsp:sp>
    <dsp:sp modelId="{98A5D22F-8F58-4C83-B6B1-72E4963AC87B}">
      <dsp:nvSpPr>
        <dsp:cNvPr id="0" name=""/>
        <dsp:cNvSpPr/>
      </dsp:nvSpPr>
      <dsp:spPr>
        <a:xfrm>
          <a:off x="0" y="3854036"/>
          <a:ext cx="6245265" cy="77044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45FCD49-8E96-44E0-BC44-43AC9F7107F5}">
      <dsp:nvSpPr>
        <dsp:cNvPr id="0" name=""/>
        <dsp:cNvSpPr/>
      </dsp:nvSpPr>
      <dsp:spPr>
        <a:xfrm>
          <a:off x="233059" y="4027386"/>
          <a:ext cx="423745" cy="42374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BA108D3-4B98-4FB4-BDCA-D9AA4108BFC6}">
      <dsp:nvSpPr>
        <dsp:cNvPr id="0" name=""/>
        <dsp:cNvSpPr/>
      </dsp:nvSpPr>
      <dsp:spPr>
        <a:xfrm>
          <a:off x="889864" y="3854036"/>
          <a:ext cx="5355400" cy="7704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539" tIns="81539" rIns="81539" bIns="81539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R" sz="2400" kern="1200"/>
            <a:t>Control en diseño</a:t>
          </a:r>
          <a:endParaRPr lang="en-US" sz="2400" kern="1200"/>
        </a:p>
      </dsp:txBody>
      <dsp:txXfrm>
        <a:off x="889864" y="3854036"/>
        <a:ext cx="5355400" cy="770445"/>
      </dsp:txXfrm>
    </dsp:sp>
    <dsp:sp modelId="{1C873AB9-3A8D-49CF-B67E-E117B4F489EC}">
      <dsp:nvSpPr>
        <dsp:cNvPr id="0" name=""/>
        <dsp:cNvSpPr/>
      </dsp:nvSpPr>
      <dsp:spPr>
        <a:xfrm>
          <a:off x="0" y="4817093"/>
          <a:ext cx="6245265" cy="77044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887CE0B-7344-4E2D-8A89-801F58670D3E}">
      <dsp:nvSpPr>
        <dsp:cNvPr id="0" name=""/>
        <dsp:cNvSpPr/>
      </dsp:nvSpPr>
      <dsp:spPr>
        <a:xfrm>
          <a:off x="233059" y="4990443"/>
          <a:ext cx="423745" cy="42374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3028E1-3774-4093-AB63-4F3614E5EB7B}">
      <dsp:nvSpPr>
        <dsp:cNvPr id="0" name=""/>
        <dsp:cNvSpPr/>
      </dsp:nvSpPr>
      <dsp:spPr>
        <a:xfrm>
          <a:off x="889864" y="4817093"/>
          <a:ext cx="5355400" cy="7704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539" tIns="81539" rIns="81539" bIns="81539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R" sz="2400" kern="1200"/>
            <a:t>Mejora continua</a:t>
          </a:r>
          <a:endParaRPr lang="en-US" sz="2400" kern="1200"/>
        </a:p>
      </dsp:txBody>
      <dsp:txXfrm>
        <a:off x="889864" y="4817093"/>
        <a:ext cx="5355400" cy="770445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E1AE32E-AB0A-4464-86B2-672DDB83C842}">
      <dsp:nvSpPr>
        <dsp:cNvPr id="0" name=""/>
        <dsp:cNvSpPr/>
      </dsp:nvSpPr>
      <dsp:spPr>
        <a:xfrm>
          <a:off x="0" y="1808"/>
          <a:ext cx="6245265" cy="77044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5CC2E9A-454C-4EA4-94DD-D1289DEB372D}">
      <dsp:nvSpPr>
        <dsp:cNvPr id="0" name=""/>
        <dsp:cNvSpPr/>
      </dsp:nvSpPr>
      <dsp:spPr>
        <a:xfrm>
          <a:off x="233059" y="175158"/>
          <a:ext cx="423745" cy="42374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EF80625-09A6-4F0A-9956-18AF5D745DED}">
      <dsp:nvSpPr>
        <dsp:cNvPr id="0" name=""/>
        <dsp:cNvSpPr/>
      </dsp:nvSpPr>
      <dsp:spPr>
        <a:xfrm>
          <a:off x="889864" y="1808"/>
          <a:ext cx="5355400" cy="7704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539" tIns="81539" rIns="81539" bIns="81539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R" sz="2400" kern="1200"/>
            <a:t>Artesanal</a:t>
          </a:r>
          <a:endParaRPr lang="en-US" sz="2400" kern="1200"/>
        </a:p>
      </dsp:txBody>
      <dsp:txXfrm>
        <a:off x="889864" y="1808"/>
        <a:ext cx="5355400" cy="770445"/>
      </dsp:txXfrm>
    </dsp:sp>
    <dsp:sp modelId="{19759390-10B0-40E5-AECA-ACA56E5C22FF}">
      <dsp:nvSpPr>
        <dsp:cNvPr id="0" name=""/>
        <dsp:cNvSpPr/>
      </dsp:nvSpPr>
      <dsp:spPr>
        <a:xfrm>
          <a:off x="0" y="964865"/>
          <a:ext cx="6245265" cy="77044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6C03F0D-EE0A-4DDA-9A1F-04C7AC575B0B}">
      <dsp:nvSpPr>
        <dsp:cNvPr id="0" name=""/>
        <dsp:cNvSpPr/>
      </dsp:nvSpPr>
      <dsp:spPr>
        <a:xfrm>
          <a:off x="233059" y="1138215"/>
          <a:ext cx="423745" cy="42374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AC7D41-2F1D-4CEA-A4EC-4D4C0EB66484}">
      <dsp:nvSpPr>
        <dsp:cNvPr id="0" name=""/>
        <dsp:cNvSpPr/>
      </dsp:nvSpPr>
      <dsp:spPr>
        <a:xfrm>
          <a:off x="889864" y="964865"/>
          <a:ext cx="5355400" cy="7704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539" tIns="81539" rIns="81539" bIns="81539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R" sz="2400" kern="1200"/>
            <a:t>Industrialización</a:t>
          </a:r>
          <a:endParaRPr lang="en-US" sz="2400" kern="1200"/>
        </a:p>
      </dsp:txBody>
      <dsp:txXfrm>
        <a:off x="889864" y="964865"/>
        <a:ext cx="5355400" cy="770445"/>
      </dsp:txXfrm>
    </dsp:sp>
    <dsp:sp modelId="{7A138571-410E-42E3-8CF8-289544D2E461}">
      <dsp:nvSpPr>
        <dsp:cNvPr id="0" name=""/>
        <dsp:cNvSpPr/>
      </dsp:nvSpPr>
      <dsp:spPr>
        <a:xfrm>
          <a:off x="0" y="1927922"/>
          <a:ext cx="6245265" cy="77044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26E4507-2784-4E2E-ABDB-EF7270A0907B}">
      <dsp:nvSpPr>
        <dsp:cNvPr id="0" name=""/>
        <dsp:cNvSpPr/>
      </dsp:nvSpPr>
      <dsp:spPr>
        <a:xfrm>
          <a:off x="233059" y="2101272"/>
          <a:ext cx="423745" cy="42374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2517815-0B3D-4400-8EE8-F8771D085BD2}">
      <dsp:nvSpPr>
        <dsp:cNvPr id="0" name=""/>
        <dsp:cNvSpPr/>
      </dsp:nvSpPr>
      <dsp:spPr>
        <a:xfrm>
          <a:off x="889864" y="1927922"/>
          <a:ext cx="5355400" cy="7704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539" tIns="81539" rIns="81539" bIns="81539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R" sz="2400" kern="1200"/>
            <a:t>Control final</a:t>
          </a:r>
          <a:endParaRPr lang="en-US" sz="2400" kern="1200"/>
        </a:p>
      </dsp:txBody>
      <dsp:txXfrm>
        <a:off x="889864" y="1927922"/>
        <a:ext cx="5355400" cy="770445"/>
      </dsp:txXfrm>
    </dsp:sp>
    <dsp:sp modelId="{9A75C388-5329-4CA2-890D-DD1D50E15CFE}">
      <dsp:nvSpPr>
        <dsp:cNvPr id="0" name=""/>
        <dsp:cNvSpPr/>
      </dsp:nvSpPr>
      <dsp:spPr>
        <a:xfrm>
          <a:off x="0" y="2890979"/>
          <a:ext cx="6245265" cy="77044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21739C8-3B2E-4392-9633-56DC0584B167}">
      <dsp:nvSpPr>
        <dsp:cNvPr id="0" name=""/>
        <dsp:cNvSpPr/>
      </dsp:nvSpPr>
      <dsp:spPr>
        <a:xfrm>
          <a:off x="233059" y="3064329"/>
          <a:ext cx="423745" cy="42374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59C2858-FD31-45ED-BA57-E7EAB7F19F89}">
      <dsp:nvSpPr>
        <dsp:cNvPr id="0" name=""/>
        <dsp:cNvSpPr/>
      </dsp:nvSpPr>
      <dsp:spPr>
        <a:xfrm>
          <a:off x="889864" y="2890979"/>
          <a:ext cx="5355400" cy="7704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539" tIns="81539" rIns="81539" bIns="81539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R" sz="2400" kern="1200"/>
            <a:t>Control en el proceso</a:t>
          </a:r>
          <a:endParaRPr lang="en-US" sz="2400" kern="1200"/>
        </a:p>
      </dsp:txBody>
      <dsp:txXfrm>
        <a:off x="889864" y="2890979"/>
        <a:ext cx="5355400" cy="770445"/>
      </dsp:txXfrm>
    </dsp:sp>
    <dsp:sp modelId="{98A5D22F-8F58-4C83-B6B1-72E4963AC87B}">
      <dsp:nvSpPr>
        <dsp:cNvPr id="0" name=""/>
        <dsp:cNvSpPr/>
      </dsp:nvSpPr>
      <dsp:spPr>
        <a:xfrm>
          <a:off x="0" y="3854036"/>
          <a:ext cx="6245265" cy="770445"/>
        </a:xfrm>
        <a:prstGeom prst="roundRect">
          <a:avLst>
            <a:gd name="adj" fmla="val 10000"/>
          </a:avLst>
        </a:prstGeom>
        <a:solidFill>
          <a:schemeClr val="accent6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45FCD49-8E96-44E0-BC44-43AC9F7107F5}">
      <dsp:nvSpPr>
        <dsp:cNvPr id="0" name=""/>
        <dsp:cNvSpPr/>
      </dsp:nvSpPr>
      <dsp:spPr>
        <a:xfrm>
          <a:off x="233059" y="4027386"/>
          <a:ext cx="423745" cy="42374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BA108D3-4B98-4FB4-BDCA-D9AA4108BFC6}">
      <dsp:nvSpPr>
        <dsp:cNvPr id="0" name=""/>
        <dsp:cNvSpPr/>
      </dsp:nvSpPr>
      <dsp:spPr>
        <a:xfrm>
          <a:off x="889864" y="3854036"/>
          <a:ext cx="5355400" cy="7704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539" tIns="81539" rIns="81539" bIns="81539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R" sz="2400" kern="1200"/>
            <a:t>Control en diseño</a:t>
          </a:r>
          <a:endParaRPr lang="en-US" sz="2400" kern="1200"/>
        </a:p>
      </dsp:txBody>
      <dsp:txXfrm>
        <a:off x="889864" y="3854036"/>
        <a:ext cx="5355400" cy="770445"/>
      </dsp:txXfrm>
    </dsp:sp>
    <dsp:sp modelId="{1C873AB9-3A8D-49CF-B67E-E117B4F489EC}">
      <dsp:nvSpPr>
        <dsp:cNvPr id="0" name=""/>
        <dsp:cNvSpPr/>
      </dsp:nvSpPr>
      <dsp:spPr>
        <a:xfrm>
          <a:off x="0" y="4817093"/>
          <a:ext cx="6245265" cy="77044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887CE0B-7344-4E2D-8A89-801F58670D3E}">
      <dsp:nvSpPr>
        <dsp:cNvPr id="0" name=""/>
        <dsp:cNvSpPr/>
      </dsp:nvSpPr>
      <dsp:spPr>
        <a:xfrm>
          <a:off x="233059" y="4990443"/>
          <a:ext cx="423745" cy="42374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3028E1-3774-4093-AB63-4F3614E5EB7B}">
      <dsp:nvSpPr>
        <dsp:cNvPr id="0" name=""/>
        <dsp:cNvSpPr/>
      </dsp:nvSpPr>
      <dsp:spPr>
        <a:xfrm>
          <a:off x="889864" y="4817093"/>
          <a:ext cx="5355400" cy="7704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539" tIns="81539" rIns="81539" bIns="81539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R" sz="2400" kern="1200"/>
            <a:t>Mejora continua</a:t>
          </a:r>
          <a:endParaRPr lang="en-US" sz="2400" kern="1200"/>
        </a:p>
      </dsp:txBody>
      <dsp:txXfrm>
        <a:off x="889864" y="4817093"/>
        <a:ext cx="5355400" cy="770445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E1AE32E-AB0A-4464-86B2-672DDB83C842}">
      <dsp:nvSpPr>
        <dsp:cNvPr id="0" name=""/>
        <dsp:cNvSpPr/>
      </dsp:nvSpPr>
      <dsp:spPr>
        <a:xfrm>
          <a:off x="0" y="1808"/>
          <a:ext cx="6245265" cy="77044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5CC2E9A-454C-4EA4-94DD-D1289DEB372D}">
      <dsp:nvSpPr>
        <dsp:cNvPr id="0" name=""/>
        <dsp:cNvSpPr/>
      </dsp:nvSpPr>
      <dsp:spPr>
        <a:xfrm>
          <a:off x="233059" y="175158"/>
          <a:ext cx="423745" cy="42374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EF80625-09A6-4F0A-9956-18AF5D745DED}">
      <dsp:nvSpPr>
        <dsp:cNvPr id="0" name=""/>
        <dsp:cNvSpPr/>
      </dsp:nvSpPr>
      <dsp:spPr>
        <a:xfrm>
          <a:off x="889864" y="1808"/>
          <a:ext cx="5355400" cy="7704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539" tIns="81539" rIns="81539" bIns="81539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R" sz="2400" kern="1200"/>
            <a:t>Artesanal</a:t>
          </a:r>
          <a:endParaRPr lang="en-US" sz="2400" kern="1200"/>
        </a:p>
      </dsp:txBody>
      <dsp:txXfrm>
        <a:off x="889864" y="1808"/>
        <a:ext cx="5355400" cy="770445"/>
      </dsp:txXfrm>
    </dsp:sp>
    <dsp:sp modelId="{19759390-10B0-40E5-AECA-ACA56E5C22FF}">
      <dsp:nvSpPr>
        <dsp:cNvPr id="0" name=""/>
        <dsp:cNvSpPr/>
      </dsp:nvSpPr>
      <dsp:spPr>
        <a:xfrm>
          <a:off x="0" y="964865"/>
          <a:ext cx="6245265" cy="77044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6C03F0D-EE0A-4DDA-9A1F-04C7AC575B0B}">
      <dsp:nvSpPr>
        <dsp:cNvPr id="0" name=""/>
        <dsp:cNvSpPr/>
      </dsp:nvSpPr>
      <dsp:spPr>
        <a:xfrm>
          <a:off x="233059" y="1138215"/>
          <a:ext cx="423745" cy="42374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AC7D41-2F1D-4CEA-A4EC-4D4C0EB66484}">
      <dsp:nvSpPr>
        <dsp:cNvPr id="0" name=""/>
        <dsp:cNvSpPr/>
      </dsp:nvSpPr>
      <dsp:spPr>
        <a:xfrm>
          <a:off x="889864" y="964865"/>
          <a:ext cx="5355400" cy="7704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539" tIns="81539" rIns="81539" bIns="81539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R" sz="2400" kern="1200"/>
            <a:t>Industrialización</a:t>
          </a:r>
          <a:endParaRPr lang="en-US" sz="2400" kern="1200"/>
        </a:p>
      </dsp:txBody>
      <dsp:txXfrm>
        <a:off x="889864" y="964865"/>
        <a:ext cx="5355400" cy="770445"/>
      </dsp:txXfrm>
    </dsp:sp>
    <dsp:sp modelId="{7A138571-410E-42E3-8CF8-289544D2E461}">
      <dsp:nvSpPr>
        <dsp:cNvPr id="0" name=""/>
        <dsp:cNvSpPr/>
      </dsp:nvSpPr>
      <dsp:spPr>
        <a:xfrm>
          <a:off x="0" y="1927922"/>
          <a:ext cx="6245265" cy="77044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26E4507-2784-4E2E-ABDB-EF7270A0907B}">
      <dsp:nvSpPr>
        <dsp:cNvPr id="0" name=""/>
        <dsp:cNvSpPr/>
      </dsp:nvSpPr>
      <dsp:spPr>
        <a:xfrm>
          <a:off x="233059" y="2101272"/>
          <a:ext cx="423745" cy="42374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2517815-0B3D-4400-8EE8-F8771D085BD2}">
      <dsp:nvSpPr>
        <dsp:cNvPr id="0" name=""/>
        <dsp:cNvSpPr/>
      </dsp:nvSpPr>
      <dsp:spPr>
        <a:xfrm>
          <a:off x="889864" y="1927922"/>
          <a:ext cx="5355400" cy="7704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539" tIns="81539" rIns="81539" bIns="81539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R" sz="2400" kern="1200"/>
            <a:t>Control final</a:t>
          </a:r>
          <a:endParaRPr lang="en-US" sz="2400" kern="1200"/>
        </a:p>
      </dsp:txBody>
      <dsp:txXfrm>
        <a:off x="889864" y="1927922"/>
        <a:ext cx="5355400" cy="770445"/>
      </dsp:txXfrm>
    </dsp:sp>
    <dsp:sp modelId="{9A75C388-5329-4CA2-890D-DD1D50E15CFE}">
      <dsp:nvSpPr>
        <dsp:cNvPr id="0" name=""/>
        <dsp:cNvSpPr/>
      </dsp:nvSpPr>
      <dsp:spPr>
        <a:xfrm>
          <a:off x="0" y="2890979"/>
          <a:ext cx="6245265" cy="77044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21739C8-3B2E-4392-9633-56DC0584B167}">
      <dsp:nvSpPr>
        <dsp:cNvPr id="0" name=""/>
        <dsp:cNvSpPr/>
      </dsp:nvSpPr>
      <dsp:spPr>
        <a:xfrm>
          <a:off x="233059" y="3064329"/>
          <a:ext cx="423745" cy="42374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59C2858-FD31-45ED-BA57-E7EAB7F19F89}">
      <dsp:nvSpPr>
        <dsp:cNvPr id="0" name=""/>
        <dsp:cNvSpPr/>
      </dsp:nvSpPr>
      <dsp:spPr>
        <a:xfrm>
          <a:off x="889864" y="2890979"/>
          <a:ext cx="5355400" cy="7704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539" tIns="81539" rIns="81539" bIns="81539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R" sz="2400" kern="1200"/>
            <a:t>Control en el proceso</a:t>
          </a:r>
          <a:endParaRPr lang="en-US" sz="2400" kern="1200"/>
        </a:p>
      </dsp:txBody>
      <dsp:txXfrm>
        <a:off x="889864" y="2890979"/>
        <a:ext cx="5355400" cy="770445"/>
      </dsp:txXfrm>
    </dsp:sp>
    <dsp:sp modelId="{98A5D22F-8F58-4C83-B6B1-72E4963AC87B}">
      <dsp:nvSpPr>
        <dsp:cNvPr id="0" name=""/>
        <dsp:cNvSpPr/>
      </dsp:nvSpPr>
      <dsp:spPr>
        <a:xfrm>
          <a:off x="0" y="3854036"/>
          <a:ext cx="6245265" cy="77044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45FCD49-8E96-44E0-BC44-43AC9F7107F5}">
      <dsp:nvSpPr>
        <dsp:cNvPr id="0" name=""/>
        <dsp:cNvSpPr/>
      </dsp:nvSpPr>
      <dsp:spPr>
        <a:xfrm>
          <a:off x="233059" y="4027386"/>
          <a:ext cx="423745" cy="42374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BA108D3-4B98-4FB4-BDCA-D9AA4108BFC6}">
      <dsp:nvSpPr>
        <dsp:cNvPr id="0" name=""/>
        <dsp:cNvSpPr/>
      </dsp:nvSpPr>
      <dsp:spPr>
        <a:xfrm>
          <a:off x="889864" y="3854036"/>
          <a:ext cx="5355400" cy="7704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539" tIns="81539" rIns="81539" bIns="81539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R" sz="2400" kern="1200"/>
            <a:t>Control en diseño</a:t>
          </a:r>
          <a:endParaRPr lang="en-US" sz="2400" kern="1200"/>
        </a:p>
      </dsp:txBody>
      <dsp:txXfrm>
        <a:off x="889864" y="3854036"/>
        <a:ext cx="5355400" cy="770445"/>
      </dsp:txXfrm>
    </dsp:sp>
    <dsp:sp modelId="{1C873AB9-3A8D-49CF-B67E-E117B4F489EC}">
      <dsp:nvSpPr>
        <dsp:cNvPr id="0" name=""/>
        <dsp:cNvSpPr/>
      </dsp:nvSpPr>
      <dsp:spPr>
        <a:xfrm>
          <a:off x="0" y="4817093"/>
          <a:ext cx="6245265" cy="770445"/>
        </a:xfrm>
        <a:prstGeom prst="roundRect">
          <a:avLst>
            <a:gd name="adj" fmla="val 10000"/>
          </a:avLst>
        </a:prstGeom>
        <a:solidFill>
          <a:schemeClr val="accent6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887CE0B-7344-4E2D-8A89-801F58670D3E}">
      <dsp:nvSpPr>
        <dsp:cNvPr id="0" name=""/>
        <dsp:cNvSpPr/>
      </dsp:nvSpPr>
      <dsp:spPr>
        <a:xfrm>
          <a:off x="233059" y="4990443"/>
          <a:ext cx="423745" cy="42374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3028E1-3774-4093-AB63-4F3614E5EB7B}">
      <dsp:nvSpPr>
        <dsp:cNvPr id="0" name=""/>
        <dsp:cNvSpPr/>
      </dsp:nvSpPr>
      <dsp:spPr>
        <a:xfrm>
          <a:off x="889864" y="4817093"/>
          <a:ext cx="5355400" cy="7704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539" tIns="81539" rIns="81539" bIns="81539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R" sz="2400" kern="1200"/>
            <a:t>Mejora continua</a:t>
          </a:r>
          <a:endParaRPr lang="en-US" sz="2400" kern="1200"/>
        </a:p>
      </dsp:txBody>
      <dsp:txXfrm>
        <a:off x="889864" y="4817093"/>
        <a:ext cx="5355400" cy="770445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9AF682F-C319-4ED6-BE12-AC7C92479FC6}">
      <dsp:nvSpPr>
        <dsp:cNvPr id="0" name=""/>
        <dsp:cNvSpPr/>
      </dsp:nvSpPr>
      <dsp:spPr>
        <a:xfrm>
          <a:off x="0" y="2591"/>
          <a:ext cx="1125989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0400E5-F45A-447B-B59E-6BCF2BC8EF18}">
      <dsp:nvSpPr>
        <dsp:cNvPr id="0" name=""/>
        <dsp:cNvSpPr/>
      </dsp:nvSpPr>
      <dsp:spPr>
        <a:xfrm>
          <a:off x="0" y="2591"/>
          <a:ext cx="11259890" cy="8836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R" sz="2400" b="0" kern="1200"/>
            <a:t>Se detectan problemas rápidamente</a:t>
          </a:r>
          <a:endParaRPr lang="en-US" sz="2400" b="0" kern="1200"/>
        </a:p>
      </dsp:txBody>
      <dsp:txXfrm>
        <a:off x="0" y="2591"/>
        <a:ext cx="11259890" cy="883653"/>
      </dsp:txXfrm>
    </dsp:sp>
    <dsp:sp modelId="{CA1CB766-DCD1-4532-A0B2-A2A45BA8637B}">
      <dsp:nvSpPr>
        <dsp:cNvPr id="0" name=""/>
        <dsp:cNvSpPr/>
      </dsp:nvSpPr>
      <dsp:spPr>
        <a:xfrm>
          <a:off x="0" y="886245"/>
          <a:ext cx="1125989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41EFDD-B03B-4E7C-B7D7-E80ECFF5DA82}">
      <dsp:nvSpPr>
        <dsp:cNvPr id="0" name=""/>
        <dsp:cNvSpPr/>
      </dsp:nvSpPr>
      <dsp:spPr>
        <a:xfrm>
          <a:off x="0" y="886245"/>
          <a:ext cx="11259890" cy="8836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R" sz="2400" b="0" kern="1200" dirty="0"/>
            <a:t>Se crean y siguen estándares </a:t>
          </a:r>
          <a:r>
            <a:rPr lang="es-CR" sz="2400" b="0" kern="1200"/>
            <a:t>de trabajo </a:t>
          </a:r>
          <a:endParaRPr lang="en-US" sz="2400" b="0" kern="1200" dirty="0"/>
        </a:p>
      </dsp:txBody>
      <dsp:txXfrm>
        <a:off x="0" y="886245"/>
        <a:ext cx="11259890" cy="883653"/>
      </dsp:txXfrm>
    </dsp:sp>
    <dsp:sp modelId="{1C2B8A37-DE2E-40B9-9FDD-933A0499C979}">
      <dsp:nvSpPr>
        <dsp:cNvPr id="0" name=""/>
        <dsp:cNvSpPr/>
      </dsp:nvSpPr>
      <dsp:spPr>
        <a:xfrm>
          <a:off x="0" y="1769898"/>
          <a:ext cx="1125989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CB2743-D586-4081-A272-59DDD8DD8D37}">
      <dsp:nvSpPr>
        <dsp:cNvPr id="0" name=""/>
        <dsp:cNvSpPr/>
      </dsp:nvSpPr>
      <dsp:spPr>
        <a:xfrm>
          <a:off x="0" y="1769898"/>
          <a:ext cx="11259890" cy="8836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R" sz="2400" b="0" kern="1200"/>
            <a:t>Se verifica que los objetivos individuales vayan acordes conlos objetivos de la organización</a:t>
          </a:r>
          <a:endParaRPr lang="en-US" sz="2400" b="0" kern="1200"/>
        </a:p>
      </dsp:txBody>
      <dsp:txXfrm>
        <a:off x="0" y="1769898"/>
        <a:ext cx="11259890" cy="883653"/>
      </dsp:txXfrm>
    </dsp:sp>
    <dsp:sp modelId="{77AD30F8-7FD4-4F13-8250-605567CE3D3B}">
      <dsp:nvSpPr>
        <dsp:cNvPr id="0" name=""/>
        <dsp:cNvSpPr/>
      </dsp:nvSpPr>
      <dsp:spPr>
        <a:xfrm>
          <a:off x="0" y="2653552"/>
          <a:ext cx="1125989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A78BBF5-3F29-4305-9EEE-D5FEC6F8E814}">
      <dsp:nvSpPr>
        <dsp:cNvPr id="0" name=""/>
        <dsp:cNvSpPr/>
      </dsp:nvSpPr>
      <dsp:spPr>
        <a:xfrm>
          <a:off x="0" y="2653552"/>
          <a:ext cx="11259890" cy="8836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just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R" sz="2400" b="0" kern="1200" dirty="0"/>
            <a:t>Se recomiendan métodos para realizar el trabajo</a:t>
          </a:r>
          <a:endParaRPr lang="en-US" sz="2400" b="0" kern="1200" dirty="0"/>
        </a:p>
      </dsp:txBody>
      <dsp:txXfrm>
        <a:off x="0" y="2653552"/>
        <a:ext cx="11259890" cy="883653"/>
      </dsp:txXfrm>
    </dsp:sp>
    <dsp:sp modelId="{0113266B-2988-4914-8E41-8B8BB2B8301E}">
      <dsp:nvSpPr>
        <dsp:cNvPr id="0" name=""/>
        <dsp:cNvSpPr/>
      </dsp:nvSpPr>
      <dsp:spPr>
        <a:xfrm>
          <a:off x="0" y="3537206"/>
          <a:ext cx="1125989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6C3AFE-19DF-4D59-AB30-30515E2CD262}">
      <dsp:nvSpPr>
        <dsp:cNvPr id="0" name=""/>
        <dsp:cNvSpPr/>
      </dsp:nvSpPr>
      <dsp:spPr>
        <a:xfrm>
          <a:off x="0" y="3537206"/>
          <a:ext cx="11259890" cy="8836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R" sz="2400" b="0" kern="1200" dirty="0"/>
            <a:t>Se evita incurrir en costos innecesarios</a:t>
          </a:r>
          <a:endParaRPr lang="en-US" sz="2400" b="0" kern="1200" dirty="0"/>
        </a:p>
      </dsp:txBody>
      <dsp:txXfrm>
        <a:off x="0" y="3537206"/>
        <a:ext cx="11259890" cy="883653"/>
      </dsp:txXfrm>
    </dsp:sp>
    <dsp:sp modelId="{5A09B61C-5442-4575-ADBC-A84D3245DBC3}">
      <dsp:nvSpPr>
        <dsp:cNvPr id="0" name=""/>
        <dsp:cNvSpPr/>
      </dsp:nvSpPr>
      <dsp:spPr>
        <a:xfrm>
          <a:off x="0" y="4420859"/>
          <a:ext cx="1125989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8183D0B-B10A-4B12-B42C-802F100D1EEC}">
      <dsp:nvSpPr>
        <dsp:cNvPr id="0" name=""/>
        <dsp:cNvSpPr/>
      </dsp:nvSpPr>
      <dsp:spPr>
        <a:xfrm>
          <a:off x="0" y="4420859"/>
          <a:ext cx="11259890" cy="8836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R" sz="2400" b="0" kern="1200" dirty="0"/>
            <a:t>Se planea la calidad</a:t>
          </a:r>
          <a:endParaRPr lang="en-US" sz="2400" b="0" kern="1200" dirty="0"/>
        </a:p>
      </dsp:txBody>
      <dsp:txXfrm>
        <a:off x="0" y="4420859"/>
        <a:ext cx="11259890" cy="88365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s-CR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1393D0F4-6944-4F5A-85E4-5F2F0B420259}" type="datetimeFigureOut">
              <a:rPr lang="es-CR" smtClean="0"/>
              <a:t>4/8/26</a:t>
            </a:fld>
            <a:endParaRPr lang="es-CR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s-CR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R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s-CR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A44B0C48-7FCA-4E9E-B093-2588EB367786}" type="slidenum">
              <a:rPr lang="es-CR" smtClean="0"/>
              <a:t>‹#›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16027030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R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4B0C48-7FCA-4E9E-B093-2588EB367786}" type="slidenum">
              <a:rPr lang="es-CR" smtClean="0"/>
              <a:t>1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29752788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R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4B0C48-7FCA-4E9E-B093-2588EB367786}" type="slidenum">
              <a:rPr lang="es-CR" smtClean="0"/>
              <a:t>2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2980018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B9F13F-01C5-6316-4083-D384C1DF77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D5E22AC5-DAF8-399A-EC18-EF59CD42DA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EB1ED99C-388F-CED6-D56A-8BF722BD21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R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CD71A15-93C5-B157-B7A7-6298E67A89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4B0C48-7FCA-4E9E-B093-2588EB367786}" type="slidenum">
              <a:rPr lang="es-CR" smtClean="0"/>
              <a:t>3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29043889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R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4B0C48-7FCA-4E9E-B093-2588EB367786}" type="slidenum">
              <a:rPr lang="es-CR" smtClean="0"/>
              <a:t>4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24228369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R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4B0C48-7FCA-4E9E-B093-2588EB367786}" type="slidenum">
              <a:rPr lang="es-CR" smtClean="0"/>
              <a:t>5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39146724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 err="1"/>
              <a:t>Definición</a:t>
            </a:r>
            <a:r>
              <a:rPr lang="en-US" b="1" dirty="0"/>
              <a:t> formal: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 err="1"/>
              <a:t>Inherente</a:t>
            </a:r>
            <a:r>
              <a:rPr lang="en-US" dirty="0"/>
              <a:t> (del </a:t>
            </a:r>
            <a:r>
              <a:rPr lang="en-US" dirty="0" err="1"/>
              <a:t>latín</a:t>
            </a:r>
            <a:r>
              <a:rPr lang="en-US" dirty="0"/>
              <a:t> </a:t>
            </a:r>
            <a:r>
              <a:rPr lang="en-US" i="1" dirty="0" err="1"/>
              <a:t>inhaerens</a:t>
            </a:r>
            <a:r>
              <a:rPr lang="en-US" dirty="0"/>
              <a:t>, </a:t>
            </a:r>
            <a:r>
              <a:rPr lang="en-US" i="1" dirty="0" err="1"/>
              <a:t>inhaerentis</a:t>
            </a:r>
            <a:r>
              <a:rPr lang="en-US" dirty="0"/>
              <a:t>): Que es </a:t>
            </a:r>
            <a:r>
              <a:rPr lang="en-US" dirty="0" err="1"/>
              <a:t>propio</a:t>
            </a:r>
            <a:r>
              <a:rPr lang="en-US" dirty="0"/>
              <a:t> y </a:t>
            </a:r>
            <a:r>
              <a:rPr lang="en-US" dirty="0" err="1"/>
              <a:t>permanente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un ser o </a:t>
            </a:r>
            <a:r>
              <a:rPr lang="en-US" dirty="0" err="1"/>
              <a:t>cosa</a:t>
            </a:r>
            <a:r>
              <a:rPr lang="en-US" dirty="0"/>
              <a:t>, y no </a:t>
            </a:r>
            <a:r>
              <a:rPr lang="en-US" dirty="0" err="1"/>
              <a:t>puede</a:t>
            </a:r>
            <a:r>
              <a:rPr lang="en-US" dirty="0"/>
              <a:t> </a:t>
            </a:r>
            <a:r>
              <a:rPr lang="en-US" dirty="0" err="1"/>
              <a:t>separarse</a:t>
            </a:r>
            <a:r>
              <a:rPr lang="en-US" dirty="0"/>
              <a:t> de </a:t>
            </a:r>
            <a:r>
              <a:rPr lang="en-US" dirty="0" err="1"/>
              <a:t>él</a:t>
            </a:r>
            <a:r>
              <a:rPr lang="en-US" dirty="0"/>
              <a:t> sin </a:t>
            </a:r>
            <a:r>
              <a:rPr lang="en-US" dirty="0" err="1"/>
              <a:t>alterar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dirty="0" err="1"/>
              <a:t>esencia</a:t>
            </a:r>
            <a:r>
              <a:rPr lang="en-US" dirty="0"/>
              <a:t>. </a:t>
            </a:r>
            <a:br>
              <a:rPr lang="en-US" dirty="0"/>
            </a:br>
            <a:endParaRPr lang="en-US" dirty="0"/>
          </a:p>
          <a:p>
            <a:r>
              <a:rPr lang="en-US" b="1" dirty="0" err="1"/>
              <a:t>Ejemplos</a:t>
            </a:r>
            <a:r>
              <a:rPr lang="en-US" b="1" dirty="0"/>
              <a:t>:</a:t>
            </a:r>
          </a:p>
          <a:p>
            <a:r>
              <a:rPr lang="en-US" dirty="0"/>
              <a:t>La </a:t>
            </a:r>
            <a:r>
              <a:rPr lang="en-US" dirty="0" err="1"/>
              <a:t>dignidad</a:t>
            </a:r>
            <a:r>
              <a:rPr lang="en-US" dirty="0"/>
              <a:t> es </a:t>
            </a:r>
            <a:r>
              <a:rPr lang="en-US" b="1" dirty="0" err="1"/>
              <a:t>inherente</a:t>
            </a:r>
            <a:r>
              <a:rPr lang="en-US" dirty="0"/>
              <a:t> al ser </a:t>
            </a:r>
            <a:r>
              <a:rPr lang="en-US" dirty="0" err="1"/>
              <a:t>humano</a:t>
            </a:r>
            <a:r>
              <a:rPr lang="en-US" dirty="0"/>
              <a:t>.</a:t>
            </a:r>
          </a:p>
          <a:p>
            <a:r>
              <a:rPr lang="en-US" dirty="0"/>
              <a:t>El </a:t>
            </a:r>
            <a:r>
              <a:rPr lang="en-US" dirty="0" err="1"/>
              <a:t>riesgo</a:t>
            </a:r>
            <a:r>
              <a:rPr lang="en-US" dirty="0"/>
              <a:t> es </a:t>
            </a:r>
            <a:r>
              <a:rPr lang="en-US" b="1" dirty="0" err="1"/>
              <a:t>inherente</a:t>
            </a:r>
            <a:r>
              <a:rPr lang="en-US" dirty="0"/>
              <a:t> a </a:t>
            </a:r>
            <a:r>
              <a:rPr lang="en-US" dirty="0" err="1"/>
              <a:t>toda</a:t>
            </a:r>
            <a:r>
              <a:rPr lang="en-US" dirty="0"/>
              <a:t> </a:t>
            </a:r>
            <a:r>
              <a:rPr lang="en-US" dirty="0" err="1"/>
              <a:t>inversión</a:t>
            </a:r>
            <a:r>
              <a:rPr lang="en-US" dirty="0"/>
              <a:t> </a:t>
            </a:r>
            <a:r>
              <a:rPr lang="en-US" dirty="0" err="1"/>
              <a:t>financiera</a:t>
            </a:r>
            <a:r>
              <a:rPr lang="en-US" dirty="0"/>
              <a:t>.</a:t>
            </a:r>
          </a:p>
          <a:p>
            <a:r>
              <a:rPr lang="en-US" dirty="0"/>
              <a:t>La </a:t>
            </a:r>
            <a:r>
              <a:rPr lang="en-US" dirty="0" err="1"/>
              <a:t>creatividad</a:t>
            </a:r>
            <a:r>
              <a:rPr lang="en-US" dirty="0"/>
              <a:t> es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cualidad</a:t>
            </a:r>
            <a:r>
              <a:rPr lang="en-US" dirty="0"/>
              <a:t> </a:t>
            </a:r>
            <a:r>
              <a:rPr lang="en-US" b="1" dirty="0" err="1"/>
              <a:t>inherente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muchos</a:t>
            </a:r>
            <a:r>
              <a:rPr lang="en-US" dirty="0"/>
              <a:t> </a:t>
            </a:r>
            <a:r>
              <a:rPr lang="en-US" dirty="0" err="1"/>
              <a:t>artistas</a:t>
            </a:r>
            <a:r>
              <a:rPr lang="en-US" dirty="0"/>
              <a:t>.</a:t>
            </a:r>
          </a:p>
          <a:p>
            <a:endParaRPr lang="en-C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4B0C48-7FCA-4E9E-B093-2588EB367786}" type="slidenum">
              <a:rPr lang="es-CR" smtClean="0"/>
              <a:t>11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21532010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4B0C48-7FCA-4E9E-B093-2588EB367786}" type="slidenum">
              <a:rPr lang="es-CR" smtClean="0"/>
              <a:t>12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16636259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4B0C48-7FCA-4E9E-B093-2588EB367786}" type="slidenum">
              <a:rPr lang="es-CR" smtClean="0"/>
              <a:t>13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21658784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R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4B0C48-7FCA-4E9E-B093-2588EB367786}" type="slidenum">
              <a:rPr lang="es-CR" smtClean="0"/>
              <a:t>19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216753024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4B0C48-7FCA-4E9E-B093-2588EB367786}" type="slidenum">
              <a:rPr lang="es-CR" smtClean="0"/>
              <a:t>20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299942922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R" dirty="0"/>
              <a:t>Podemos hablar de un sistema completo, un componente o un proceso de software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4B0C48-7FCA-4E9E-B093-2588EB367786}" type="slidenum">
              <a:rPr lang="es-CR" smtClean="0"/>
              <a:t>33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309856642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4B0C48-7FCA-4E9E-B093-2588EB367786}" type="slidenum">
              <a:rPr lang="es-CR" smtClean="0"/>
              <a:t>34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218633283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4B0C48-7FCA-4E9E-B093-2588EB367786}" type="slidenum">
              <a:rPr lang="es-CR" smtClean="0"/>
              <a:t>35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16794162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351091-EF85-422B-A2C9-8253789E8D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2944D78-7717-44E8-A4D2-29AC10AE6A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D1476A1-14DE-4F21-B5BC-B2D86E1AB5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C0E0B0-A642-4A23-8444-47CBE8C3E2CF}" type="datetime1">
              <a:rPr lang="es-CR" smtClean="0"/>
              <a:t>4/8/26</a:t>
            </a:fld>
            <a:endParaRPr lang="es-C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1D5EE21-2E8D-48E6-B9A2-7DD712F9A5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R"/>
              <a:t>Ing. Marlen Treviño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694891B-7BFD-4423-BB64-245072C27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6A4BC-CB6C-4E38-9980-8A7B9F48D36C}" type="slidenum">
              <a:rPr lang="es-CR" smtClean="0"/>
              <a:t>‹#›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20647828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C395F1-1091-4D99-9D07-EAAF9B352C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578D5CE-651D-4179-9DEB-591F833F8F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B4B9C23-45D6-4345-BD90-B1211ACB01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ACAB9-A218-46AE-8D37-8B32F32BBF79}" type="datetime1">
              <a:rPr lang="es-CR" smtClean="0"/>
              <a:t>4/8/26</a:t>
            </a:fld>
            <a:endParaRPr lang="es-C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C7B534E-533B-48DB-9073-67C272E562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R"/>
              <a:t>Ing. Marlen Treviño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C4BE6B7-E6D7-42EF-A148-7FD9D3A4B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6A4BC-CB6C-4E38-9980-8A7B9F48D36C}" type="slidenum">
              <a:rPr lang="es-CR" smtClean="0"/>
              <a:t>‹#›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5493246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FE81DA-314F-4122-A498-0E68B1A9AE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B1DF818-C229-4563-98D4-066BC1F997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31B36E3-F65D-4B1C-9AE5-C034E4CAD2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37099-6F06-4DA4-BCE8-80CC1CFC0C5E}" type="datetime1">
              <a:rPr lang="es-CR" smtClean="0"/>
              <a:t>4/8/26</a:t>
            </a:fld>
            <a:endParaRPr lang="es-C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E6F9C38-DF5B-4B3C-9787-32110689A1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R"/>
              <a:t>Ing. Marlen Treviño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533A283-EC49-41BE-93F5-462FB45F97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6A4BC-CB6C-4E38-9980-8A7B9F48D36C}" type="slidenum">
              <a:rPr lang="es-CR" smtClean="0"/>
              <a:t>‹#›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21254281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8948E8-5B48-4743-8C96-104B59631C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07D8BE3-C173-4C3D-A400-4ACA4B92CD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R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88F663B-A0A1-4F01-AED8-CDD7E0CB1D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R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539ADF4-48E5-4779-9A07-F99852719C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4DAC3-E549-4954-9676-A766EDD63ED9}" type="datetime1">
              <a:rPr lang="es-CR" smtClean="0"/>
              <a:t>4/8/26</a:t>
            </a:fld>
            <a:endParaRPr lang="es-C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F05DD07-E1E6-4162-B7E4-5C960744C6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R"/>
              <a:t>Ing. Marlen Treviño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2ACE0A6-775D-4B58-A3F4-38BB3846A8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6A4BC-CB6C-4E38-9980-8A7B9F48D36C}" type="slidenum">
              <a:rPr lang="es-CR" smtClean="0"/>
              <a:t>‹#›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31458897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E9492E-B9AC-41B4-8308-432EF52728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AE959E5-9169-4AF6-B7E5-A51ECC3DAE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A15778E-2FA8-4115-B9F3-D3DC3E0AFD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R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170112C0-F3E8-45AF-8D7C-3B08434C65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67FE59B4-A27A-485C-BDF2-1EA7CFF63B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R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1A1EA82B-BADE-459A-B1CD-1E81BA1759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08245F-1066-45FF-8323-146A6E96E7F0}" type="datetime1">
              <a:rPr lang="es-CR" smtClean="0"/>
              <a:t>4/8/26</a:t>
            </a:fld>
            <a:endParaRPr lang="es-CR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FC3E9404-8C0F-43BD-B472-7DFB52C6B8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R"/>
              <a:t>Ing. Marlen Treviño</a:t>
            </a:r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73A58BE5-7B32-4D4E-A431-A95DCFB740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6A4BC-CB6C-4E38-9980-8A7B9F48D36C}" type="slidenum">
              <a:rPr lang="es-CR" smtClean="0"/>
              <a:t>‹#›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41682489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1EF861-F773-465E-AC58-64BAE3750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R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4AAE3512-5C8F-4631-8844-0A49234582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64B09-D895-4452-A110-07574210E9F0}" type="datetime1">
              <a:rPr lang="es-CR" smtClean="0"/>
              <a:t>4/8/26</a:t>
            </a:fld>
            <a:endParaRPr lang="es-CR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9C42F6D-9873-4E7C-90F8-B508521D3C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R"/>
              <a:t>Ing. Marlen Treviño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903E6A4-E3C8-4FA2-987E-5C0CCCEF1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6A4BC-CB6C-4E38-9980-8A7B9F48D36C}" type="slidenum">
              <a:rPr lang="es-CR" smtClean="0"/>
              <a:t>‹#›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38295740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B337C332-E17A-4DC7-866B-8D195697C9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EF3D6-6EC3-4B85-AD2A-33187F9C0D47}" type="datetime1">
              <a:rPr lang="es-CR" smtClean="0"/>
              <a:t>4/8/26</a:t>
            </a:fld>
            <a:endParaRPr lang="es-CR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324F2BC-31A0-41B2-9366-9598D7424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R"/>
              <a:t>Ing. Marlen Treviño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E8C13F6-F104-45F5-B82E-AF4CAF6BE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6A4BC-CB6C-4E38-9980-8A7B9F48D36C}" type="slidenum">
              <a:rPr lang="es-CR" smtClean="0"/>
              <a:t>‹#›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2348628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9E7993-4AAE-4452-A8FF-548D420EFA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7A5899B-B93D-4A4C-9B4B-8961ABA5B0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C053D66-607A-4A4F-B29F-82D2A55CD0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05DA2EF-53C7-4E3E-8A5D-2E46905E4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0D1C7-7A4C-4E05-A045-DBCFCE212430}" type="datetime1">
              <a:rPr lang="es-CR" smtClean="0"/>
              <a:t>4/8/26</a:t>
            </a:fld>
            <a:endParaRPr lang="es-C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05CCD5B-CCF0-47F0-8818-1649F566E0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R"/>
              <a:t>Ing. Marlen Treviño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39B2AAE-4E6B-474F-BA8B-9FC9C5468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6A4BC-CB6C-4E38-9980-8A7B9F48D36C}" type="slidenum">
              <a:rPr lang="es-CR" smtClean="0"/>
              <a:t>‹#›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19177831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50F6C6-AB84-49C1-8B41-559D73CADD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R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C8C5E1C1-3E7E-41F5-A195-E0A1AF2C32E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D1CB67C-CFAE-4746-93F5-6BDDE2B948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961F67B-3057-473C-9058-560A104A87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6A7EAA-C177-49A9-8D37-4D83D70D8641}" type="datetime1">
              <a:rPr lang="es-CR" smtClean="0"/>
              <a:t>4/8/26</a:t>
            </a:fld>
            <a:endParaRPr lang="es-C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001C3AE-97ED-4433-9577-E2337882C4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R"/>
              <a:t>Ing. Marlen Treviño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C385F10-FDB8-4459-8FD3-79E49230DE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6A4BC-CB6C-4E38-9980-8A7B9F48D36C}" type="slidenum">
              <a:rPr lang="es-CR" smtClean="0"/>
              <a:t>‹#›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13847330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160309-8B3F-4014-870D-CD29167F6D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E0FB0ED-C328-4EA4-BA21-61FF023ECC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F72F15D-89CE-4D22-84F1-F868D79F3A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7D9C45-7EC4-4992-B824-E78712777ADE}" type="datetime1">
              <a:rPr lang="es-CR" smtClean="0"/>
              <a:t>4/8/26</a:t>
            </a:fld>
            <a:endParaRPr lang="es-C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B673F95-28D4-4CC1-B132-D81A83E29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R"/>
              <a:t>Ing. Marlen Treviño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D05BF77-16CA-4625-8C2E-D7F1257A9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6A4BC-CB6C-4E38-9980-8A7B9F48D36C}" type="slidenum">
              <a:rPr lang="es-CR" smtClean="0"/>
              <a:t>‹#›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31726867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D7BDA0D-1E21-41D3-B61B-1E3194CB8D7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8089A66-C2C8-40BA-BA7F-DEFCD91B6E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3448FA0-8E16-4A56-BEFC-F8A89AA17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31797E-E48C-4D62-AD45-54775855647F}" type="datetime1">
              <a:rPr lang="es-CR" smtClean="0"/>
              <a:t>4/8/26</a:t>
            </a:fld>
            <a:endParaRPr lang="es-C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C7484F6-D262-42AB-8901-41B7C122C5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R"/>
              <a:t>Ing. Marlen Treviño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9528EA5-7527-4C01-81E9-0EB3917CF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6A4BC-CB6C-4E38-9980-8A7B9F48D36C}" type="slidenum">
              <a:rPr lang="es-CR" smtClean="0"/>
              <a:t>‹#›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35907976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upo 12">
            <a:extLst>
              <a:ext uri="{FF2B5EF4-FFF2-40B4-BE49-F238E27FC236}">
                <a16:creationId xmlns:a16="http://schemas.microsoft.com/office/drawing/2014/main" id="{C82066DD-D313-D148-89C7-338EB873A730}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15" name="Forma libre 14">
              <a:extLst>
                <a:ext uri="{FF2B5EF4-FFF2-40B4-BE49-F238E27FC236}">
                  <a16:creationId xmlns:a16="http://schemas.microsoft.com/office/drawing/2014/main" id="{A5BBD7C7-99D1-E841-A081-6912D1F2B855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16" name="Forma libre 15">
              <a:extLst>
                <a:ext uri="{FF2B5EF4-FFF2-40B4-BE49-F238E27FC236}">
                  <a16:creationId xmlns:a16="http://schemas.microsoft.com/office/drawing/2014/main" id="{227A14EE-CB79-754A-8B19-EB9874B3158E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19" name="Forma libre 18">
              <a:extLst>
                <a:ext uri="{FF2B5EF4-FFF2-40B4-BE49-F238E27FC236}">
                  <a16:creationId xmlns:a16="http://schemas.microsoft.com/office/drawing/2014/main" id="{35B38B80-C3D3-4C47-B468-C41A8FF36F2A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ES" noProof="0" dirty="0"/>
            </a:p>
          </p:txBody>
        </p:sp>
      </p:grpSp>
      <p:sp>
        <p:nvSpPr>
          <p:cNvPr id="14" name="Marcador de posición de imagen 2">
            <a:extLst>
              <a:ext uri="{FF2B5EF4-FFF2-40B4-BE49-F238E27FC236}">
                <a16:creationId xmlns:a16="http://schemas.microsoft.com/office/drawing/2014/main" id="{F0C4E8C2-3240-594A-9D5E-1BCD1AF44C5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0" y="-22543"/>
            <a:ext cx="6096000" cy="6903086"/>
          </a:xfrm>
        </p:spPr>
        <p:txBody>
          <a:bodyPr rtlCol="0"/>
          <a:lstStyle/>
          <a:p>
            <a:pPr rtl="0"/>
            <a:r>
              <a:rPr lang="es-ES" noProof="0"/>
              <a:t>Haga clic en el icono para agregar una imagen</a:t>
            </a:r>
            <a:endParaRPr lang="es-ES" noProof="0" dirty="0"/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A5C37098-CEB2-1E45-989B-3DD92F3B1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latin typeface="+mj-lt"/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cxnSp>
        <p:nvCxnSpPr>
          <p:cNvPr id="17" name="Conector recto 16">
            <a:extLst>
              <a:ext uri="{FF2B5EF4-FFF2-40B4-BE49-F238E27FC236}">
                <a16:creationId xmlns:a16="http://schemas.microsoft.com/office/drawing/2014/main" id="{1D23F761-57FC-3649-AE84-0C3EF95EF561}"/>
              </a:ext>
            </a:extLst>
          </p:cNvPr>
          <p:cNvCxnSpPr>
            <a:cxnSpLocks/>
          </p:cNvCxnSpPr>
          <p:nvPr userDrawn="1"/>
        </p:nvCxnSpPr>
        <p:spPr>
          <a:xfrm>
            <a:off x="952500" y="1939108"/>
            <a:ext cx="21348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Marcador de texto 29">
            <a:extLst>
              <a:ext uri="{FF2B5EF4-FFF2-40B4-BE49-F238E27FC236}">
                <a16:creationId xmlns:a16="http://schemas.microsoft.com/office/drawing/2014/main" id="{E66F2BC9-2F8A-1543-9AFD-9BAB0E75B31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52499" y="2289363"/>
            <a:ext cx="4572001" cy="2795232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buNone/>
              <a:defRPr sz="16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CA64E0B3-57C5-4DAF-8531-F39610E77C09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pPr rtl="0"/>
            <a:fld id="{845086BA-4771-4251-A1A0-95AEDDEBD7A7}" type="datetime4">
              <a:rPr lang="es-ES" noProof="0" smtClean="0">
                <a:latin typeface="+mn-lt"/>
              </a:rPr>
              <a:t>4 de agosto de 2026</a:t>
            </a:fld>
            <a:endParaRPr lang="es-ES" noProof="0" dirty="0">
              <a:latin typeface="+mn-lt"/>
            </a:endParaRP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7E0EC46-C626-4D58-AB64-0B3B850D148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 rtlCol="0"/>
          <a:lstStyle/>
          <a:p>
            <a:pPr rtl="0"/>
            <a:r>
              <a:rPr lang="es-ES" noProof="0" dirty="0"/>
              <a:t>Revisión anual</a:t>
            </a:r>
            <a:endParaRPr lang="es-ES" b="0" noProof="0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F25D00C-8F5C-4528-87FA-F9431D96755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rtl="0"/>
            <a:fld id="{294A09A9-5501-47C1-A89A-A340965A2BE2}" type="slidenum">
              <a:rPr lang="es-ES" noProof="0" smtClean="0"/>
              <a:pPr rtl="0"/>
              <a:t>‹#›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41650583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6" pos="3480">
          <p15:clr>
            <a:srgbClr val="FBAE40"/>
          </p15:clr>
        </p15:guide>
        <p15:guide id="7" orient="horz" pos="1440">
          <p15:clr>
            <a:srgbClr val="FBAE40"/>
          </p15:clr>
        </p15:guide>
        <p15:guide id="9" orient="horz" pos="1224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Equip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upo 24">
            <a:extLst>
              <a:ext uri="{FF2B5EF4-FFF2-40B4-BE49-F238E27FC236}">
                <a16:creationId xmlns:a16="http://schemas.microsoft.com/office/drawing/2014/main" id="{A7D9F21A-75CF-6045-8FA1-C4F4E21B699C}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6" name="Forma libre 25">
              <a:extLst>
                <a:ext uri="{FF2B5EF4-FFF2-40B4-BE49-F238E27FC236}">
                  <a16:creationId xmlns:a16="http://schemas.microsoft.com/office/drawing/2014/main" id="{AEA7E377-BB07-FA43-B532-10A92EE030B0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27" name="Forma libre 26">
              <a:extLst>
                <a:ext uri="{FF2B5EF4-FFF2-40B4-BE49-F238E27FC236}">
                  <a16:creationId xmlns:a16="http://schemas.microsoft.com/office/drawing/2014/main" id="{F18DE645-B3D5-2F4E-AAD6-002FEF13A310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6" name="Forma libre 35">
              <a:extLst>
                <a:ext uri="{FF2B5EF4-FFF2-40B4-BE49-F238E27FC236}">
                  <a16:creationId xmlns:a16="http://schemas.microsoft.com/office/drawing/2014/main" id="{B90F6499-BA50-2340-A026-32C79B6BFAF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ES" noProof="0" dirty="0"/>
            </a:p>
          </p:txBody>
        </p:sp>
      </p:grpSp>
      <p:sp>
        <p:nvSpPr>
          <p:cNvPr id="38" name="Marcador de posición de imagen 25">
            <a:extLst>
              <a:ext uri="{FF2B5EF4-FFF2-40B4-BE49-F238E27FC236}">
                <a16:creationId xmlns:a16="http://schemas.microsoft.com/office/drawing/2014/main" id="{2274C164-503B-E746-A155-849A9BC2406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954268" y="2572883"/>
            <a:ext cx="2118245" cy="2037217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s-ES" noProof="0"/>
              <a:t>Haga clic en el icono para agregar una imagen</a:t>
            </a:r>
            <a:endParaRPr lang="es-ES" noProof="0" dirty="0"/>
          </a:p>
        </p:txBody>
      </p:sp>
      <p:sp>
        <p:nvSpPr>
          <p:cNvPr id="61" name="Título 1">
            <a:extLst>
              <a:ext uri="{FF2B5EF4-FFF2-40B4-BE49-F238E27FC236}">
                <a16:creationId xmlns:a16="http://schemas.microsoft.com/office/drawing/2014/main" id="{E2F20AFE-B282-5146-B0D6-F2FC1B6D3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2" y="879063"/>
            <a:ext cx="75322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cxnSp>
        <p:nvCxnSpPr>
          <p:cNvPr id="62" name="Conector recto 61">
            <a:extLst>
              <a:ext uri="{FF2B5EF4-FFF2-40B4-BE49-F238E27FC236}">
                <a16:creationId xmlns:a16="http://schemas.microsoft.com/office/drawing/2014/main" id="{F777D2F0-DE3F-8343-B97A-E7FA440532FD}"/>
              </a:ext>
            </a:extLst>
          </p:cNvPr>
          <p:cNvCxnSpPr>
            <a:cxnSpLocks/>
          </p:cNvCxnSpPr>
          <p:nvPr userDrawn="1"/>
        </p:nvCxnSpPr>
        <p:spPr>
          <a:xfrm>
            <a:off x="952500" y="1939108"/>
            <a:ext cx="2133600" cy="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3" name="Marcador de posición de imagen 25">
            <a:extLst>
              <a:ext uri="{FF2B5EF4-FFF2-40B4-BE49-F238E27FC236}">
                <a16:creationId xmlns:a16="http://schemas.microsoft.com/office/drawing/2014/main" id="{AF1B5ED8-33F6-FB44-AA92-F0D227BB310C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658280" y="2572883"/>
            <a:ext cx="2118245" cy="2037217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s-ES" noProof="0"/>
              <a:t>Haga clic en el icono para agregar una imagen</a:t>
            </a:r>
            <a:endParaRPr lang="es-ES" noProof="0" dirty="0"/>
          </a:p>
        </p:txBody>
      </p:sp>
      <p:sp>
        <p:nvSpPr>
          <p:cNvPr id="72" name="Marcador de texto 29">
            <a:extLst>
              <a:ext uri="{FF2B5EF4-FFF2-40B4-BE49-F238E27FC236}">
                <a16:creationId xmlns:a16="http://schemas.microsoft.com/office/drawing/2014/main" id="{0D824BDD-2D23-C943-8FE9-60B7B23B5EC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52500" y="5393169"/>
            <a:ext cx="2133600" cy="369332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73" name="Marcador de texto 29">
            <a:extLst>
              <a:ext uri="{FF2B5EF4-FFF2-40B4-BE49-F238E27FC236}">
                <a16:creationId xmlns:a16="http://schemas.microsoft.com/office/drawing/2014/main" id="{2F3D441E-DFB1-084B-8192-C6CBECCA40B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52500" y="4986745"/>
            <a:ext cx="2133600" cy="205837"/>
          </a:xfrm>
        </p:spPr>
        <p:txBody>
          <a:bodyPr lIns="0" tIns="0" rIns="0" bIns="0" rtlCol="0">
            <a:noAutofit/>
          </a:bodyPr>
          <a:lstStyle>
            <a:lvl1pPr marL="0" indent="0">
              <a:spcBef>
                <a:spcPts val="400"/>
              </a:spcBef>
              <a:buNone/>
              <a:defRPr sz="1800" b="0" i="0" spc="0" baseline="0">
                <a:solidFill>
                  <a:schemeClr val="bg1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74" name="Marcador de texto 29">
            <a:extLst>
              <a:ext uri="{FF2B5EF4-FFF2-40B4-BE49-F238E27FC236}">
                <a16:creationId xmlns:a16="http://schemas.microsoft.com/office/drawing/2014/main" id="{25797825-E7AE-2C41-A965-E6F0D70D974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663042" y="5393169"/>
            <a:ext cx="2128157" cy="369332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75" name="Marcador de texto 29">
            <a:extLst>
              <a:ext uri="{FF2B5EF4-FFF2-40B4-BE49-F238E27FC236}">
                <a16:creationId xmlns:a16="http://schemas.microsoft.com/office/drawing/2014/main" id="{63C1927C-E23B-204E-9F3A-2A67D2BF702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663042" y="4986745"/>
            <a:ext cx="2128157" cy="205837"/>
          </a:xfrm>
        </p:spPr>
        <p:txBody>
          <a:bodyPr lIns="0" tIns="0" rIns="0" bIns="0" rtlCol="0">
            <a:noAutofit/>
          </a:bodyPr>
          <a:lstStyle>
            <a:lvl1pPr marL="0" indent="0">
              <a:spcBef>
                <a:spcPts val="400"/>
              </a:spcBef>
              <a:buNone/>
              <a:defRPr sz="1800" b="0" i="0" spc="0" baseline="0">
                <a:solidFill>
                  <a:schemeClr val="bg1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76" name="Marcador de texto 29">
            <a:extLst>
              <a:ext uri="{FF2B5EF4-FFF2-40B4-BE49-F238E27FC236}">
                <a16:creationId xmlns:a16="http://schemas.microsoft.com/office/drawing/2014/main" id="{EC81F0F5-C204-7248-A336-A655814A8A3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67054" y="5393169"/>
            <a:ext cx="2129245" cy="369332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77" name="Marcador de texto 29">
            <a:extLst>
              <a:ext uri="{FF2B5EF4-FFF2-40B4-BE49-F238E27FC236}">
                <a16:creationId xmlns:a16="http://schemas.microsoft.com/office/drawing/2014/main" id="{C9FEF82E-4E9C-8343-9D36-C4A00D7137CC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367054" y="4986745"/>
            <a:ext cx="2129245" cy="205837"/>
          </a:xfrm>
        </p:spPr>
        <p:txBody>
          <a:bodyPr lIns="0" tIns="0" rIns="0" bIns="0" rtlCol="0">
            <a:noAutofit/>
          </a:bodyPr>
          <a:lstStyle>
            <a:lvl1pPr marL="0" indent="0">
              <a:spcBef>
                <a:spcPts val="400"/>
              </a:spcBef>
              <a:buNone/>
              <a:defRPr sz="1800" b="0" i="0" spc="0" baseline="0">
                <a:solidFill>
                  <a:schemeClr val="bg1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78" name="Marcador de texto 29">
            <a:extLst>
              <a:ext uri="{FF2B5EF4-FFF2-40B4-BE49-F238E27FC236}">
                <a16:creationId xmlns:a16="http://schemas.microsoft.com/office/drawing/2014/main" id="{F8AF6664-A005-7A42-9AEF-C5AA5603E49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110254" y="5393169"/>
            <a:ext cx="2129245" cy="369332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79" name="Marcador de texto 29">
            <a:extLst>
              <a:ext uri="{FF2B5EF4-FFF2-40B4-BE49-F238E27FC236}">
                <a16:creationId xmlns:a16="http://schemas.microsoft.com/office/drawing/2014/main" id="{5F6C1E52-E2B6-5F45-A863-5BB35ABAFCD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110254" y="4986745"/>
            <a:ext cx="2129245" cy="205837"/>
          </a:xfrm>
        </p:spPr>
        <p:txBody>
          <a:bodyPr lIns="0" tIns="0" rIns="0" bIns="0" rtlCol="0">
            <a:noAutofit/>
          </a:bodyPr>
          <a:lstStyle>
            <a:lvl1pPr marL="0" indent="0">
              <a:spcBef>
                <a:spcPts val="400"/>
              </a:spcBef>
              <a:buNone/>
              <a:defRPr sz="1800" b="0" i="0" spc="0" baseline="0">
                <a:solidFill>
                  <a:schemeClr val="bg1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grpSp>
        <p:nvGrpSpPr>
          <p:cNvPr id="23" name="Grupo 22">
            <a:extLst>
              <a:ext uri="{FF2B5EF4-FFF2-40B4-BE49-F238E27FC236}">
                <a16:creationId xmlns:a16="http://schemas.microsoft.com/office/drawing/2014/main" id="{EFD0B2D5-B3C2-D847-A220-86CB6A37E418}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28" name="Autoforma 24">
              <a:extLst>
                <a:ext uri="{FF2B5EF4-FFF2-40B4-BE49-F238E27FC236}">
                  <a16:creationId xmlns:a16="http://schemas.microsoft.com/office/drawing/2014/main" id="{A7FD25A4-760F-814C-915F-DD6E89CA3A40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29" name="Forma libre 28">
              <a:extLst>
                <a:ext uri="{FF2B5EF4-FFF2-40B4-BE49-F238E27FC236}">
                  <a16:creationId xmlns:a16="http://schemas.microsoft.com/office/drawing/2014/main" id="{A0CC8369-E81F-D447-87D8-1AF0C58EAC07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0" name="Forma libre 29">
              <a:extLst>
                <a:ext uri="{FF2B5EF4-FFF2-40B4-BE49-F238E27FC236}">
                  <a16:creationId xmlns:a16="http://schemas.microsoft.com/office/drawing/2014/main" id="{C41CA81E-EF54-D048-8775-CD4AB37A7DF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1" name="Forma libre 30">
              <a:extLst>
                <a:ext uri="{FF2B5EF4-FFF2-40B4-BE49-F238E27FC236}">
                  <a16:creationId xmlns:a16="http://schemas.microsoft.com/office/drawing/2014/main" id="{D95A4B85-923E-B641-B239-2A1999AB294B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32" name="Forma libre 31">
              <a:extLst>
                <a:ext uri="{FF2B5EF4-FFF2-40B4-BE49-F238E27FC236}">
                  <a16:creationId xmlns:a16="http://schemas.microsoft.com/office/drawing/2014/main" id="{501386DC-76EB-F34E-AD0E-22957D3B38D5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ES" noProof="0" dirty="0"/>
            </a:p>
          </p:txBody>
        </p:sp>
      </p:grpSp>
      <p:sp>
        <p:nvSpPr>
          <p:cNvPr id="66" name="Marcador de posición de imagen 25">
            <a:extLst>
              <a:ext uri="{FF2B5EF4-FFF2-40B4-BE49-F238E27FC236}">
                <a16:creationId xmlns:a16="http://schemas.microsoft.com/office/drawing/2014/main" id="{2D21D633-C51E-E94E-BAE3-96F52F76E496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362292" y="2572883"/>
            <a:ext cx="2118245" cy="2037217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s-ES" noProof="0"/>
              <a:t>Haga clic en el icono para agregar una imagen</a:t>
            </a:r>
            <a:endParaRPr lang="es-ES" noProof="0" dirty="0"/>
          </a:p>
        </p:txBody>
      </p:sp>
      <p:sp>
        <p:nvSpPr>
          <p:cNvPr id="69" name="Marcador de posición de imagen 25">
            <a:extLst>
              <a:ext uri="{FF2B5EF4-FFF2-40B4-BE49-F238E27FC236}">
                <a16:creationId xmlns:a16="http://schemas.microsoft.com/office/drawing/2014/main" id="{639EFA5A-9C69-DF4D-81B7-FA1F8CCCF934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9112023" y="2572883"/>
            <a:ext cx="2118245" cy="2037217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s-ES" noProof="0"/>
              <a:t>Haga clic en el icono para agregar una imagen</a:t>
            </a:r>
            <a:endParaRPr lang="es-ES" noProof="0" dirty="0"/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8ED89364-B1CB-4E72-A6BB-95A34B50661C}"/>
              </a:ext>
            </a:extLst>
          </p:cNvPr>
          <p:cNvSpPr>
            <a:spLocks noGrp="1"/>
          </p:cNvSpPr>
          <p:nvPr>
            <p:ph type="dt" sz="half" idx="32"/>
          </p:nvPr>
        </p:nvSpPr>
        <p:spPr/>
        <p:txBody>
          <a:bodyPr rtlCol="0"/>
          <a:lstStyle/>
          <a:p>
            <a:pPr rtl="0"/>
            <a:fld id="{7BEA095D-F9AB-465B-A2BC-526B797F4865}" type="datetime4">
              <a:rPr lang="es-ES" noProof="0" smtClean="0">
                <a:latin typeface="+mn-lt"/>
              </a:rPr>
              <a:t>4 de agosto de 2026</a:t>
            </a:fld>
            <a:endParaRPr lang="es-ES" noProof="0" dirty="0">
              <a:latin typeface="+mn-lt"/>
            </a:endParaRP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8E09328F-B310-4BF3-883E-BA9A39676AF2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 rtlCol="0"/>
          <a:lstStyle/>
          <a:p>
            <a:pPr rtl="0"/>
            <a:r>
              <a:rPr lang="es-ES" noProof="0" dirty="0"/>
              <a:t>Revisión anual</a:t>
            </a:r>
            <a:endParaRPr lang="es-ES" b="0" noProof="0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4192EF2-9336-43EF-A365-1F54000F7DE9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 rtlCol="0"/>
          <a:lstStyle/>
          <a:p>
            <a:pPr rtl="0"/>
            <a:fld id="{294A09A9-5501-47C1-A89A-A340965A2BE2}" type="slidenum">
              <a:rPr lang="es-ES" noProof="0" smtClean="0"/>
              <a:pPr rtl="0"/>
              <a:t>‹#›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53275086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4008">
          <p15:clr>
            <a:srgbClr val="FBAE40"/>
          </p15:clr>
        </p15:guide>
        <p15:guide id="5" pos="1944">
          <p15:clr>
            <a:srgbClr val="FBAE40"/>
          </p15:clr>
        </p15:guide>
        <p15:guide id="6" pos="3648">
          <p15:clr>
            <a:srgbClr val="FBAE40"/>
          </p15:clr>
        </p15:guide>
        <p15:guide id="7" orient="horz" pos="1392">
          <p15:clr>
            <a:srgbClr val="FBAE40"/>
          </p15:clr>
        </p15:guide>
        <p15:guide id="8" orient="horz" pos="552">
          <p15:clr>
            <a:srgbClr val="FBAE40"/>
          </p15:clr>
        </p15:guide>
        <p15:guide id="9" orient="horz" pos="1224">
          <p15:clr>
            <a:srgbClr val="FBAE40"/>
          </p15:clr>
        </p15:guide>
        <p15:guide id="10" pos="5352">
          <p15:clr>
            <a:srgbClr val="FBAE40"/>
          </p15:clr>
        </p15:guide>
        <p15:guide id="11" pos="5736">
          <p15:clr>
            <a:srgbClr val="FBAE40"/>
          </p15:clr>
        </p15:guide>
        <p15:guide id="12" orient="horz" pos="2904">
          <p15:clr>
            <a:srgbClr val="FBAE40"/>
          </p15:clr>
        </p15:guide>
        <p15:guide id="13" orient="horz" pos="1608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abl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ítulo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64023" y="879063"/>
            <a:ext cx="49414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-ES" noProof="0"/>
              <a:t>Haga clic para editar </a:t>
            </a:r>
          </a:p>
        </p:txBody>
      </p:sp>
      <p:sp>
        <p:nvSpPr>
          <p:cNvPr id="9" name="Marcador de título 2">
            <a:extLst>
              <a:ext uri="{FF2B5EF4-FFF2-40B4-BE49-F238E27FC236}">
                <a16:creationId xmlns:a16="http://schemas.microsoft.com/office/drawing/2014/main" id="{1506B022-475A-6647-98FF-D5C319A0C7C4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952500" y="2209800"/>
            <a:ext cx="10287000" cy="2593109"/>
          </a:xfrm>
        </p:spPr>
        <p:txBody>
          <a:bodyPr rtlCol="0"/>
          <a:lstStyle/>
          <a:p>
            <a:pPr rtl="0"/>
            <a:r>
              <a:rPr lang="es-ES" noProof="0"/>
              <a:t>Haga clic en el icono para agregar una tabla</a:t>
            </a:r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9B2411D2-78FE-46C1-9EA9-C6A882903B5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/>
          <a:p>
            <a:pPr rtl="0"/>
            <a:fld id="{68820299-DC87-4039-A7B5-9AC50CF7A216}" type="datetime4">
              <a:rPr lang="es-ES" noProof="0" smtClean="0">
                <a:latin typeface="+mn-lt"/>
              </a:rPr>
              <a:t>4 de agosto de 2026</a:t>
            </a:fld>
            <a:endParaRPr lang="es-ES" noProof="0">
              <a:latin typeface="+mn-lt"/>
            </a:endParaRP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04DAF8F-82DB-4DBE-9041-71217A4516C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pPr rtl="0"/>
            <a:r>
              <a:rPr lang="es-ES" noProof="0"/>
              <a:t>Revisión anual</a:t>
            </a:r>
            <a:endParaRPr lang="es-ES" b="0" noProof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82F761B-6706-439D-9C75-43E751AB195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 rtlCol="0"/>
          <a:lstStyle/>
          <a:p>
            <a:pPr rtl="0"/>
            <a:fld id="{294A09A9-5501-47C1-A89A-A340965A2BE2}" type="slidenum">
              <a:rPr lang="es-ES" noProof="0" smtClean="0"/>
              <a:pPr rtl="0"/>
              <a:t>‹#›</a:t>
            </a:fld>
            <a:endParaRPr lang="es-ES" noProof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5103000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 Col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upo 18">
            <a:extLst>
              <a:ext uri="{FF2B5EF4-FFF2-40B4-BE49-F238E27FC236}">
                <a16:creationId xmlns:a16="http://schemas.microsoft.com/office/drawing/2014/main" id="{BDEF3328-825B-3946-8472-DB93D6A32867}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orma libre 19">
              <a:extLst>
                <a:ext uri="{FF2B5EF4-FFF2-40B4-BE49-F238E27FC236}">
                  <a16:creationId xmlns:a16="http://schemas.microsoft.com/office/drawing/2014/main" id="{4E4E09DF-AF21-0E4A-9838-14DFBFFED7D7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21" name="Forma libre 20">
              <a:extLst>
                <a:ext uri="{FF2B5EF4-FFF2-40B4-BE49-F238E27FC236}">
                  <a16:creationId xmlns:a16="http://schemas.microsoft.com/office/drawing/2014/main" id="{653F54AE-9BC1-3A45-A129-4028EADE406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ES" noProof="0" dirty="0"/>
            </a:p>
          </p:txBody>
        </p:sp>
        <p:sp>
          <p:nvSpPr>
            <p:cNvPr id="22" name="Forma libre 21">
              <a:extLst>
                <a:ext uri="{FF2B5EF4-FFF2-40B4-BE49-F238E27FC236}">
                  <a16:creationId xmlns:a16="http://schemas.microsoft.com/office/drawing/2014/main" id="{254F6D22-4944-974A-999E-F9E22F159523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ES" noProof="0" dirty="0"/>
            </a:p>
          </p:txBody>
        </p:sp>
      </p:grpSp>
      <p:sp>
        <p:nvSpPr>
          <p:cNvPr id="32" name="Título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latin typeface="+mj-lt"/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cxnSp>
        <p:nvCxnSpPr>
          <p:cNvPr id="33" name="Conector recto 32">
            <a:extLst>
              <a:ext uri="{FF2B5EF4-FFF2-40B4-BE49-F238E27FC236}">
                <a16:creationId xmlns:a16="http://schemas.microsoft.com/office/drawing/2014/main" id="{51DEB652-BD6A-BD41-B85E-704D2C41A1C4}"/>
              </a:ext>
            </a:extLst>
          </p:cNvPr>
          <p:cNvCxnSpPr>
            <a:cxnSpLocks/>
          </p:cNvCxnSpPr>
          <p:nvPr userDrawn="1"/>
        </p:nvCxnSpPr>
        <p:spPr>
          <a:xfrm>
            <a:off x="952500" y="1939108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Marcador de texto 2">
            <a:extLst>
              <a:ext uri="{FF2B5EF4-FFF2-40B4-BE49-F238E27FC236}">
                <a16:creationId xmlns:a16="http://schemas.microsoft.com/office/drawing/2014/main" id="{A6147D10-E7D7-8F40-AF69-7263987293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4023" y="2300984"/>
            <a:ext cx="4827178" cy="404216"/>
          </a:xfrm>
          <a:prstGeom prst="rect">
            <a:avLst/>
          </a:prstGeom>
        </p:spPr>
        <p:txBody>
          <a:bodyPr lIns="0" tIns="0" rIns="0" bIns="0" rtlCol="0" anchor="t" anchorCtr="0">
            <a:normAutofit/>
          </a:bodyPr>
          <a:lstStyle>
            <a:lvl1pPr marL="0" indent="0">
              <a:buNone/>
              <a:defRPr sz="1800" b="0" i="0" spc="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5" name="Marcador de texto 2">
            <a:extLst>
              <a:ext uri="{FF2B5EF4-FFF2-40B4-BE49-F238E27FC236}">
                <a16:creationId xmlns:a16="http://schemas.microsoft.com/office/drawing/2014/main" id="{3A0EE708-F36B-444B-9A8B-D48D69535E45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6362700" y="2300984"/>
            <a:ext cx="4764829" cy="404216"/>
          </a:xfrm>
          <a:prstGeom prst="rect">
            <a:avLst/>
          </a:prstGeom>
        </p:spPr>
        <p:txBody>
          <a:bodyPr lIns="0" tIns="0" rIns="0" bIns="0" rtlCol="0" anchor="t" anchorCtr="0">
            <a:normAutofit/>
          </a:bodyPr>
          <a:lstStyle>
            <a:lvl1pPr marL="0" indent="0">
              <a:buNone/>
              <a:defRPr sz="1800" b="0" i="0" spc="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7" name="Marcador de contenido 3">
            <a:extLst>
              <a:ext uri="{FF2B5EF4-FFF2-40B4-BE49-F238E27FC236}">
                <a16:creationId xmlns:a16="http://schemas.microsoft.com/office/drawing/2014/main" id="{E81957B7-CEA6-A446-A203-471CF9A57F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64023" y="2799146"/>
            <a:ext cx="4827178" cy="1942138"/>
          </a:xfrm>
          <a:prstGeom prst="rect">
            <a:avLst/>
          </a:prstGeom>
        </p:spPr>
        <p:txBody>
          <a:bodyPr lIns="0" tIns="0" rIns="0" bIns="0" rtlCol="0" anchor="t" anchorCtr="0">
            <a:normAutofit/>
          </a:bodyPr>
          <a:lstStyle>
            <a:lvl1pPr marL="285750" indent="-285750">
              <a:lnSpc>
                <a:spcPct val="100000"/>
              </a:lnSpc>
              <a:buFont typeface="Wingdings" pitchFamily="2" charset="2"/>
              <a:buChar char="§"/>
              <a:defRPr sz="1600">
                <a:latin typeface="+mn-lt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8" name="Marcador de posición de contenido 3">
            <a:extLst>
              <a:ext uri="{FF2B5EF4-FFF2-40B4-BE49-F238E27FC236}">
                <a16:creationId xmlns:a16="http://schemas.microsoft.com/office/drawing/2014/main" id="{E40D4044-0F7B-0647-BAB5-16B23EBD9ECD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62700" y="2799146"/>
            <a:ext cx="4756241" cy="1942138"/>
          </a:xfrm>
          <a:prstGeom prst="rect">
            <a:avLst/>
          </a:prstGeom>
        </p:spPr>
        <p:txBody>
          <a:bodyPr lIns="0" tIns="0" rIns="0" bIns="0" rtlCol="0" anchor="t" anchorCtr="0">
            <a:normAutofit/>
          </a:bodyPr>
          <a:lstStyle>
            <a:lvl1pPr marL="285750" indent="-285750">
              <a:lnSpc>
                <a:spcPct val="100000"/>
              </a:lnSpc>
              <a:buFont typeface="Wingdings" pitchFamily="2" charset="2"/>
              <a:buChar char="§"/>
              <a:defRPr sz="1600">
                <a:latin typeface="+mn-lt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ED51C063-0222-064B-8A2E-485FE9EAC10D}"/>
              </a:ext>
            </a:extLst>
          </p:cNvPr>
          <p:cNvCxnSpPr>
            <a:cxnSpLocks/>
          </p:cNvCxnSpPr>
          <p:nvPr userDrawn="1"/>
        </p:nvCxnSpPr>
        <p:spPr>
          <a:xfrm>
            <a:off x="6362700" y="1939108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4914D182-A7DD-4F7B-B207-262854316EDA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pPr rtl="0"/>
            <a:fld id="{7F69136C-C4B2-45F2-BCFC-515A0853BD43}" type="datetime4">
              <a:rPr lang="es-ES" noProof="0" smtClean="0">
                <a:latin typeface="+mn-lt"/>
              </a:rPr>
              <a:t>4 de agosto de 2026</a:t>
            </a:fld>
            <a:endParaRPr lang="es-ES" noProof="0" dirty="0">
              <a:latin typeface="+mn-lt"/>
            </a:endParaRP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0B29252-5D0B-4B9D-9FBD-8EC0929FE09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 rtlCol="0"/>
          <a:lstStyle/>
          <a:p>
            <a:pPr rtl="0"/>
            <a:r>
              <a:rPr lang="es-ES" noProof="0" dirty="0"/>
              <a:t>Revisión anual</a:t>
            </a:r>
            <a:endParaRPr lang="es-ES" b="0" noProof="0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BB4FEF6-E217-4110-BBF5-C4B77ADC845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rtl="0"/>
            <a:fld id="{294A09A9-5501-47C1-A89A-A340965A2BE2}" type="slidenum">
              <a:rPr lang="es-ES" noProof="0" smtClean="0"/>
              <a:pPr rtl="0"/>
              <a:t>‹#›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38912064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Gráfic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posición de gráfico 5">
            <a:extLst>
              <a:ext uri="{FF2B5EF4-FFF2-40B4-BE49-F238E27FC236}">
                <a16:creationId xmlns:a16="http://schemas.microsoft.com/office/drawing/2014/main" id="{75992517-0394-6B43-B15D-2A86A34512F3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952500" y="1939108"/>
            <a:ext cx="10352810" cy="4110702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s-ES" noProof="0"/>
              <a:t>Haga clic en el icono para agregar un gráfico</a:t>
            </a:r>
          </a:p>
        </p:txBody>
      </p:sp>
      <p:sp>
        <p:nvSpPr>
          <p:cNvPr id="16" name="Título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64023" y="879063"/>
            <a:ext cx="49414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-ES" noProof="0"/>
              <a:t>Haga clic para editar </a:t>
            </a:r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371012B1-809A-45CE-9FED-46D08DC8C42B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/>
          <a:p>
            <a:pPr rtl="0"/>
            <a:fld id="{6A99CD11-04C6-421F-AE19-E5D29CCF776B}" type="datetime4">
              <a:rPr lang="es-ES" noProof="0" smtClean="0">
                <a:latin typeface="+mn-lt"/>
              </a:rPr>
              <a:t>4 de agosto de 2026</a:t>
            </a:fld>
            <a:endParaRPr lang="es-ES" noProof="0">
              <a:latin typeface="+mn-lt"/>
            </a:endParaRP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FB6FA27-6601-4107-A3C9-808CB443024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pPr rtl="0"/>
            <a:r>
              <a:rPr lang="es-ES" noProof="0"/>
              <a:t>Revisión anual</a:t>
            </a:r>
            <a:endParaRPr lang="es-ES" b="0" noProof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919432A-F8B5-4A96-AEE6-2E159658D5D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 rtlCol="0"/>
          <a:lstStyle/>
          <a:p>
            <a:pPr rtl="0"/>
            <a:fld id="{294A09A9-5501-47C1-A89A-A340965A2BE2}" type="slidenum">
              <a:rPr lang="es-ES" noProof="0" smtClean="0"/>
              <a:pPr rtl="0"/>
              <a:t>‹#›</a:t>
            </a:fld>
            <a:endParaRPr lang="es-ES" noProof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6170654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7357D4BF-27B7-4442-A52D-9BD17950FC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53318CA-8A7E-42C9-B4E5-3C8F8F2FE7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07AE08B-66D4-4C2F-B58E-BC334FE356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78E5B0-2AD0-4928-B903-DC0E44884640}" type="datetime1">
              <a:rPr lang="es-CR" smtClean="0"/>
              <a:t>4/8/26</a:t>
            </a:fld>
            <a:endParaRPr lang="es-C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F934822-B018-42C9-8B7F-0D98C6CE41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s-CR"/>
              <a:t>Ing. Marlen Treviño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4873476-CE6F-4637-A149-9B942035DA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F6A4BC-CB6C-4E38-9980-8A7B9F48D36C}" type="slidenum">
              <a:rPr lang="es-CR" smtClean="0"/>
              <a:t>‹#›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27987298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4" r:id="rId15"/>
    <p:sldLayoutId id="2147483665" r:id="rId16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emf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mailto:ma.rodriguez@itcr.ac.cr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tinyurl.com/mr2pwn5x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jpeg"/><Relationship Id="rId4" Type="http://schemas.openxmlformats.org/officeDocument/2006/relationships/hyperlink" Target="https://www.menti.com/alokeuoafziu" TargetMode="Externa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figma.com/board/x8OPCAhJB7dFrESUzjp5gb/Concepto-Prueba?node-id=0-1&amp;t=ZnGgHi8Z8t6gNzN0-1" TargetMode="External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Relationship Id="rId9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igma.com/team_invite/redeem/oPi0tIDpd4S75HpGObLWOx?t=27P1NSJvzsIWN696-21" TargetMode="External"/><Relationship Id="rId2" Type="http://schemas.openxmlformats.org/officeDocument/2006/relationships/hyperlink" Target="https://www.figma.com/board/Kk6OtjVKP70b2E0lUzijv6/Definici%C3%B3n-de-Calidad?node-id=0-1&amp;t=tMpeJESIAcDjenGF-1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27.png"/><Relationship Id="rId4" Type="http://schemas.openxmlformats.org/officeDocument/2006/relationships/notesSlide" Target="../notesSlides/notesSlide1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hyperlink" Target="mailto:Ma.rodriguez@itcr.ac.cr" TargetMode="External"/><Relationship Id="rId2" Type="http://schemas.openxmlformats.org/officeDocument/2006/relationships/hyperlink" Target="mailto:mtrevino@itcr.ac.cr" TargetMode="Externa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Manual de Identidad Institucional - Guía rápida | TEC">
            <a:extLst>
              <a:ext uri="{FF2B5EF4-FFF2-40B4-BE49-F238E27FC236}">
                <a16:creationId xmlns:a16="http://schemas.microsoft.com/office/drawing/2014/main" id="{19D8F555-968F-49C4-80A6-7F35CA28F6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88927"/>
            <a:ext cx="4364822" cy="10156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28880A53-870C-4C5C-83CF-2BAD42E8FD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4000" y="64262"/>
            <a:ext cx="12192000" cy="4369482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A24F1C16-D898-4626-B49E-65468B8C1C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8860" y="1041400"/>
            <a:ext cx="10653940" cy="2387600"/>
          </a:xfrm>
        </p:spPr>
        <p:txBody>
          <a:bodyPr>
            <a:normAutofit/>
          </a:bodyPr>
          <a:lstStyle/>
          <a:p>
            <a:pPr algn="l"/>
            <a:r>
              <a:rPr lang="es-CR" sz="6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Calidad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8198703-FC40-4EAA-BFFB-D4E41267C8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8860" y="3830322"/>
            <a:ext cx="10653940" cy="1655762"/>
          </a:xfrm>
        </p:spPr>
        <p:txBody>
          <a:bodyPr/>
          <a:lstStyle/>
          <a:p>
            <a:pPr algn="l"/>
            <a:r>
              <a:rPr lang="es-CR" dirty="0"/>
              <a:t>Aseguramiento de la calidad del software</a:t>
            </a:r>
          </a:p>
          <a:p>
            <a:pPr algn="l"/>
            <a:r>
              <a:rPr lang="es-CR" dirty="0"/>
              <a:t>II Semestre 2026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93BBEBC8-EC87-424E-B9A3-1AB27398B70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860" y="5353815"/>
            <a:ext cx="3727102" cy="1064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52780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18D7D9-E192-456E-B8FB-C9A57FA9D9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s-CR" dirty="0"/>
              <a:t>Agenda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7E278C9-CE81-4669-909F-37D6FC48DC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s-CR" dirty="0"/>
              <a:t>Presentación</a:t>
            </a:r>
          </a:p>
          <a:p>
            <a:r>
              <a:rPr lang="es-CR" dirty="0"/>
              <a:t>Curso</a:t>
            </a:r>
          </a:p>
          <a:p>
            <a:pPr lvl="1"/>
            <a:r>
              <a:rPr lang="es-CR" dirty="0"/>
              <a:t>Objetivos</a:t>
            </a:r>
          </a:p>
          <a:p>
            <a:pPr lvl="1"/>
            <a:r>
              <a:rPr lang="es-CR" dirty="0"/>
              <a:t>Cronograma</a:t>
            </a:r>
          </a:p>
          <a:p>
            <a:pPr lvl="1"/>
            <a:r>
              <a:rPr lang="es-CR" dirty="0"/>
              <a:t>Evaluación</a:t>
            </a:r>
          </a:p>
          <a:p>
            <a:r>
              <a:rPr lang="es-CR" dirty="0"/>
              <a:t>Calidad</a:t>
            </a:r>
          </a:p>
          <a:p>
            <a:pPr lvl="1"/>
            <a:r>
              <a:rPr lang="es-CR" dirty="0"/>
              <a:t>Definición</a:t>
            </a:r>
          </a:p>
          <a:p>
            <a:pPr lvl="1"/>
            <a:r>
              <a:rPr lang="es-CR" dirty="0"/>
              <a:t>Evolución</a:t>
            </a:r>
          </a:p>
          <a:p>
            <a:pPr lvl="1"/>
            <a:r>
              <a:rPr lang="es-CR" dirty="0"/>
              <a:t>Características y requisitos</a:t>
            </a:r>
          </a:p>
          <a:p>
            <a:r>
              <a:rPr lang="es-CR" dirty="0"/>
              <a:t>Aseguramiento de la calidad del software</a:t>
            </a:r>
          </a:p>
          <a:p>
            <a:endParaRPr lang="es-CR" dirty="0"/>
          </a:p>
        </p:txBody>
      </p:sp>
    </p:spTree>
    <p:extLst>
      <p:ext uri="{BB962C8B-B14F-4D97-AF65-F5344CB8AC3E}">
        <p14:creationId xmlns:p14="http://schemas.microsoft.com/office/powerpoint/2010/main" val="18409235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75A066F-33F1-99D1-5022-B641D1D859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8555C5B3-193A-4749-9AFD-682E53CDDE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EAE06A6-F76A-41C9-827A-C561B0044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3"/>
            <a:ext cx="12192000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9F9D4E8-0639-444B-949B-9518585061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80861" y="0"/>
            <a:ext cx="7661934" cy="6858000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45000"/>
                </a:schemeClr>
              </a:gs>
              <a:gs pos="100000">
                <a:srgbClr val="000000">
                  <a:alpha val="29000"/>
                </a:srgb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E3DA7A2-ED70-4BBA-AB72-00AD461FA4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80862" y="-6"/>
            <a:ext cx="11711138" cy="6410334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100000">
                <a:srgbClr val="000000">
                  <a:alpha val="41000"/>
                </a:srgb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ED2DAF2-FBD6-CEC2-D046-529883DE7E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7208" y="857251"/>
            <a:ext cx="4747280" cy="309806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b="1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Programa</a:t>
            </a:r>
            <a:r>
              <a:rPr lang="en-US" sz="48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del </a:t>
            </a:r>
            <a:r>
              <a:rPr lang="en-US" sz="4800" b="1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curso</a:t>
            </a:r>
            <a:endParaRPr lang="en-US" sz="4800" b="1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C485432-3647-4218-B5D3-15D3FA222B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4844797" y="-489206"/>
            <a:ext cx="2502408" cy="12191998"/>
          </a:xfrm>
          <a:prstGeom prst="rect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8000">
                <a:schemeClr val="accent1">
                  <a:lumMod val="50000"/>
                  <a:alpha val="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827453F2-E936-919F-0684-990FF6C9CB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27208" y="4756265"/>
            <a:ext cx="4393278" cy="1244483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en-US" sz="2400" kern="120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F4AFDDCA-6ABA-4D23-8A5C-1BF0F43081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90589" y="1062544"/>
            <a:ext cx="4756162" cy="475616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Graphic 10" descr="Bloquear">
            <a:extLst>
              <a:ext uri="{FF2B5EF4-FFF2-40B4-BE49-F238E27FC236}">
                <a16:creationId xmlns:a16="http://schemas.microsoft.com/office/drawing/2014/main" id="{8BFAAB41-664F-33B6-64AC-42B0FE2AE65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61874" y="2108877"/>
            <a:ext cx="2654533" cy="2654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19894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2" name="Rectangle 25">
            <a:extLst>
              <a:ext uri="{FF2B5EF4-FFF2-40B4-BE49-F238E27FC236}">
                <a16:creationId xmlns:a16="http://schemas.microsoft.com/office/drawing/2014/main" id="{8555C5B3-193A-4749-9AFD-682E53CDDE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3" name="Rectangle 27">
            <a:extLst>
              <a:ext uri="{FF2B5EF4-FFF2-40B4-BE49-F238E27FC236}">
                <a16:creationId xmlns:a16="http://schemas.microsoft.com/office/drawing/2014/main" id="{2EAE06A6-F76A-41C9-827A-C561B0044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3"/>
            <a:ext cx="12192000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Rectangle 29">
            <a:extLst>
              <a:ext uri="{FF2B5EF4-FFF2-40B4-BE49-F238E27FC236}">
                <a16:creationId xmlns:a16="http://schemas.microsoft.com/office/drawing/2014/main" id="{89F9D4E8-0639-444B-949B-9518585061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80861" y="0"/>
            <a:ext cx="7661934" cy="6858000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45000"/>
                </a:schemeClr>
              </a:gs>
              <a:gs pos="100000">
                <a:srgbClr val="000000">
                  <a:alpha val="29000"/>
                </a:srgb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E3DA7A2-ED70-4BBA-AB72-00AD461FA4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80862" y="-6"/>
            <a:ext cx="11711138" cy="6410334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100000">
                <a:srgbClr val="000000">
                  <a:alpha val="41000"/>
                </a:srgb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74D15E7-0A3A-1D1A-AB25-5FE97187A5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7208" y="857251"/>
            <a:ext cx="4747280" cy="309806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b="1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Protocolo</a:t>
            </a:r>
            <a:r>
              <a:rPr lang="en-US" sz="54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de </a:t>
            </a:r>
            <a:r>
              <a:rPr lang="en-US" sz="5400" b="1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seguridad</a:t>
            </a:r>
            <a:endParaRPr lang="en-US" sz="5400" b="1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C485432-3647-4218-B5D3-15D3FA222B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4844797" y="-489206"/>
            <a:ext cx="2502408" cy="12191998"/>
          </a:xfrm>
          <a:prstGeom prst="rect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8000">
                <a:schemeClr val="accent1">
                  <a:lumMod val="50000"/>
                  <a:alpha val="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AD74BEDB-9A27-4B54-E925-778B73AEF7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27208" y="4756265"/>
            <a:ext cx="4393278" cy="1244483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en-US" sz="2400" kern="120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F4AFDDCA-6ABA-4D23-8A5C-1BF0F43081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90589" y="1062544"/>
            <a:ext cx="4756162" cy="475616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Graphic 10" descr="Bloquear">
            <a:extLst>
              <a:ext uri="{FF2B5EF4-FFF2-40B4-BE49-F238E27FC236}">
                <a16:creationId xmlns:a16="http://schemas.microsoft.com/office/drawing/2014/main" id="{D59AB133-9AA7-8F7C-597D-5871D327A71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61874" y="2108877"/>
            <a:ext cx="2654533" cy="2654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58722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0" name="Rectangle 1032">
            <a:extLst>
              <a:ext uri="{FF2B5EF4-FFF2-40B4-BE49-F238E27FC236}">
                <a16:creationId xmlns:a16="http://schemas.microsoft.com/office/drawing/2014/main" id="{AAAE94E3-A7DB-4868-B1E3-E49703488B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CD1E1464-D501-76E0-26D6-8A7C2D2BBC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60" y="856180"/>
            <a:ext cx="5279408" cy="112806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b="1" dirty="0" err="1"/>
              <a:t>Contacto</a:t>
            </a:r>
            <a:endParaRPr lang="en-US" sz="4000" b="1" dirty="0"/>
          </a:p>
        </p:txBody>
      </p:sp>
      <p:grpSp>
        <p:nvGrpSpPr>
          <p:cNvPr id="1031" name="Group 1034">
            <a:extLst>
              <a:ext uri="{FF2B5EF4-FFF2-40B4-BE49-F238E27FC236}">
                <a16:creationId xmlns:a16="http://schemas.microsoft.com/office/drawing/2014/main" id="{1DE889C7-FAD6-4397-98E2-05D503484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355196" cy="673460"/>
            <a:chOff x="0" y="823811"/>
            <a:chExt cx="355196" cy="673460"/>
          </a:xfrm>
        </p:grpSpPr>
        <p:sp>
          <p:nvSpPr>
            <p:cNvPr id="1032" name="Rectangle 1035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4" name="Rectangle 1036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38" name="Rectangle 1038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5085" y="2123821"/>
            <a:ext cx="4975066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141A25E-7862-2FD6-2E63-E0D1B92EED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719" y="2330505"/>
            <a:ext cx="5278066" cy="397958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2400" dirty="0"/>
              <a:t>Marcos Rodríguez</a:t>
            </a:r>
          </a:p>
          <a:p>
            <a:pPr indent="-228600">
              <a:buFont typeface="Arial" panose="020B0604020202020204" pitchFamily="34" charset="0"/>
              <a:buChar char="•"/>
            </a:pPr>
            <a:endParaRPr lang="en-US" sz="2000" dirty="0"/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2000" dirty="0">
                <a:hlinkClick r:id="rId3"/>
              </a:rPr>
              <a:t>ma.rodriguez@itcr.ac.cr</a:t>
            </a:r>
            <a:endParaRPr lang="en-US" sz="2000" dirty="0"/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2000" dirty="0"/>
              <a:t>8411-0941 </a:t>
            </a:r>
          </a:p>
        </p:txBody>
      </p:sp>
      <p:sp>
        <p:nvSpPr>
          <p:cNvPr id="1040" name="Rectangle 1040">
            <a:extLst>
              <a:ext uri="{FF2B5EF4-FFF2-40B4-BE49-F238E27FC236}">
                <a16:creationId xmlns:a16="http://schemas.microsoft.com/office/drawing/2014/main" id="{C13237C8-E62C-4F0D-A318-BD6FB6C2D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2" name="Rectangle 1042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49687" y="357447"/>
            <a:ext cx="4845488" cy="292358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Gmail Logo - Vectores y PSD gratuitos para descargar">
            <a:extLst>
              <a:ext uri="{FF2B5EF4-FFF2-40B4-BE49-F238E27FC236}">
                <a16:creationId xmlns:a16="http://schemas.microsoft.com/office/drawing/2014/main" id="{0BE20474-B67E-A8D0-8CDD-E82D5BA37D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022761" y="581892"/>
            <a:ext cx="2518756" cy="25187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44" name="Rectangle 1044">
            <a:extLst>
              <a:ext uri="{FF2B5EF4-FFF2-40B4-BE49-F238E27FC236}">
                <a16:creationId xmlns:a16="http://schemas.microsoft.com/office/drawing/2014/main" id="{8CB5D2D7-DF65-4E86-BFBA-FFB9B5ACEB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49687" y="3505479"/>
            <a:ext cx="4845488" cy="292358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8" name="Picture 4" descr="Llamar por teléfono móvil | Descargar Iconos gratis | Dibujos de telefonos,  Icono telefono, Telefono dibujo">
            <a:extLst>
              <a:ext uri="{FF2B5EF4-FFF2-40B4-BE49-F238E27FC236}">
                <a16:creationId xmlns:a16="http://schemas.microsoft.com/office/drawing/2014/main" id="{E77E4CAE-9875-B8F5-FCBB-6CADBB263DB1}"/>
              </a:ext>
            </a:extLst>
          </p:cNvPr>
          <p:cNvPicPr>
            <a:picLocks noGrp="1" noChangeAspect="1" noChangeArrowheads="1"/>
          </p:cNvPicPr>
          <p:nvPr>
            <p:ph type="pic" sz="quarter" idx="4294967295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42" r="5842"/>
          <a:stretch>
            <a:fillRect/>
          </a:stretch>
        </p:blipFill>
        <p:spPr bwMode="auto">
          <a:xfrm>
            <a:off x="8168975" y="3707894"/>
            <a:ext cx="2224464" cy="25187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077524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5DBF01-FBE3-4B9C-AB61-FA45663084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8557" y="1138036"/>
            <a:ext cx="5444382" cy="140247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200" b="1" kern="1200" dirty="0" err="1">
                <a:latin typeface="+mj-lt"/>
                <a:ea typeface="+mj-ea"/>
                <a:cs typeface="+mj-cs"/>
              </a:rPr>
              <a:t>Objetivo</a:t>
            </a:r>
            <a:r>
              <a:rPr lang="en-US" sz="3200" b="1" kern="1200" dirty="0">
                <a:latin typeface="+mj-lt"/>
                <a:ea typeface="+mj-ea"/>
                <a:cs typeface="+mj-cs"/>
              </a:rPr>
              <a:t> del </a:t>
            </a:r>
            <a:r>
              <a:rPr lang="en-US" sz="3200" b="1" kern="1200" dirty="0" err="1">
                <a:latin typeface="+mj-lt"/>
                <a:ea typeface="+mj-ea"/>
                <a:cs typeface="+mj-cs"/>
              </a:rPr>
              <a:t>curso</a:t>
            </a:r>
            <a:endParaRPr lang="en-US" sz="3200" b="1" kern="1200" dirty="0">
              <a:latin typeface="+mj-lt"/>
              <a:ea typeface="+mj-ea"/>
              <a:cs typeface="+mj-cs"/>
            </a:endParaRPr>
          </a:p>
        </p:txBody>
      </p:sp>
      <p:pic>
        <p:nvPicPr>
          <p:cNvPr id="35" name="Picture 34" descr="Bombilla en fondo amarillo con rayos de luz y cable pintados">
            <a:extLst>
              <a:ext uri="{FF2B5EF4-FFF2-40B4-BE49-F238E27FC236}">
                <a16:creationId xmlns:a16="http://schemas.microsoft.com/office/drawing/2014/main" id="{645D3880-F503-BEC6-08C4-6C08FB1C1BF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032" r="4774"/>
          <a:stretch/>
        </p:blipFill>
        <p:spPr>
          <a:xfrm>
            <a:off x="-1" y="10"/>
            <a:ext cx="5151179" cy="6857990"/>
          </a:xfrm>
          <a:prstGeom prst="rect">
            <a:avLst/>
          </a:prstGeom>
        </p:spPr>
      </p:pic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1503BFE4-729B-D9D0-C17B-501E6AF112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971697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D786CB7E-58B1-1A48-D1DB-A28526D15F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68557" y="2551176"/>
            <a:ext cx="5444382" cy="3591207"/>
          </a:xfrm>
        </p:spPr>
        <p:txBody>
          <a:bodyPr vert="horz" lIns="91440" tIns="45720" rIns="91440" bIns="45720" rtlCol="0">
            <a:normAutofit/>
          </a:bodyPr>
          <a:lstStyle/>
          <a:p>
            <a:pPr marL="2540" marR="53340" indent="13335" algn="just">
              <a:lnSpc>
                <a:spcPct val="115000"/>
              </a:lnSpc>
              <a:spcAft>
                <a:spcPts val="1000"/>
              </a:spcAft>
            </a:pPr>
            <a:r>
              <a:rPr lang="es-ES" sz="2400" dirty="0">
                <a:effectLst/>
                <a:latin typeface="Century Gothic" panose="020B0502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Experimentar los procesos de calidad del software mediante la realización de actividades de planeación, validación y verificación, para la producción de artefactos y sistemas que satisfagan los requerimientos en forma oportuna y económica.</a:t>
            </a:r>
            <a:endParaRPr lang="es-CR" sz="24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3728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0193C1-A2AB-CE0D-2F1B-4C11349C1D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692" y="68590"/>
            <a:ext cx="5479719" cy="1616203"/>
          </a:xfrm>
        </p:spPr>
        <p:txBody>
          <a:bodyPr anchor="b">
            <a:normAutofit/>
          </a:bodyPr>
          <a:lstStyle/>
          <a:p>
            <a:r>
              <a:rPr lang="es-CR" sz="3600" b="1" dirty="0"/>
              <a:t>Objetivos específicos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E35F79F-7C69-74EE-EB23-C0520FD8AB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6692" y="1684793"/>
            <a:ext cx="6097849" cy="4787725"/>
          </a:xfrm>
        </p:spPr>
        <p:txBody>
          <a:bodyPr anchor="t">
            <a:normAutofit/>
          </a:bodyPr>
          <a:lstStyle/>
          <a:p>
            <a:pPr marL="342900" lvl="0" indent="-342900" algn="just">
              <a:buSzPts val="1100"/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es-ES" sz="1600" dirty="0">
                <a:effectLst/>
                <a:latin typeface="Century Gothic" panose="020B0502020202020204" pitchFamily="34" charset="0"/>
                <a:ea typeface="Times New Roman" panose="02020603050405020304" pitchFamily="18" charset="0"/>
              </a:rPr>
              <a:t>Describir las características de la calidad del software, mediante la revisión de modelos pertinentes, para la comprensión de su importancia - así como su obtención económica y oportuna - con procesos de software.</a:t>
            </a:r>
            <a:endParaRPr lang="es-CR" sz="1600" dirty="0"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342900" lvl="0" indent="-342900" algn="just">
              <a:buSzPts val="1100"/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es-ES" sz="1600" dirty="0">
                <a:effectLst/>
                <a:latin typeface="Century Gothic" panose="020B0502020202020204" pitchFamily="34" charset="0"/>
                <a:ea typeface="Times New Roman" panose="02020603050405020304" pitchFamily="18" charset="0"/>
              </a:rPr>
              <a:t>Diferenciar los conceptos de verificación y de validación de software, por medio de la aplicación de estándares y técnicas pertinentes a la evaluación de características de calidad de los productos, a fin de que puedan complementarse con las actividades de desarrollo o mantenimiento de software.</a:t>
            </a:r>
            <a:endParaRPr lang="es-CR" sz="1600" dirty="0"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342900" lvl="0" indent="-342900" algn="just">
              <a:buSzPts val="1100"/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es-ES" sz="1600" dirty="0">
                <a:effectLst/>
                <a:latin typeface="Century Gothic" panose="020B0502020202020204" pitchFamily="34" charset="0"/>
                <a:ea typeface="Times New Roman" panose="02020603050405020304" pitchFamily="18" charset="0"/>
              </a:rPr>
              <a:t>Aplicar métodos de aseguramiento y control de la calidad del software, integrados a planes de proyectos, mediante la escogencia de procedimientos y técnicas apropiados, para una adecuada gestión y cobertura en la evaluación de productos de software.</a:t>
            </a:r>
            <a:endParaRPr lang="es-CR" sz="1600" dirty="0"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342900" lvl="0" indent="-342900" algn="just">
              <a:buSzPts val="1100"/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es-ES" sz="1600" dirty="0">
                <a:effectLst/>
                <a:latin typeface="Century Gothic" panose="020B0502020202020204" pitchFamily="34" charset="0"/>
                <a:ea typeface="Times New Roman" panose="02020603050405020304" pitchFamily="18" charset="0"/>
              </a:rPr>
              <a:t>Examinar productos de software, mediante la aplicación de técnicas de evaluación apoyadas por herramientas, para la generación de mediciones informativas sobre su calidad.</a:t>
            </a:r>
            <a:endParaRPr lang="es-CR" sz="1600" dirty="0"/>
          </a:p>
        </p:txBody>
      </p:sp>
      <p:pic>
        <p:nvPicPr>
          <p:cNvPr id="8" name="Picture 7" descr="Rompecabezas blanco con una pieza roja">
            <a:extLst>
              <a:ext uri="{FF2B5EF4-FFF2-40B4-BE49-F238E27FC236}">
                <a16:creationId xmlns:a16="http://schemas.microsoft.com/office/drawing/2014/main" id="{6B8727F5-88B6-52F3-E594-8BB01680CA0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0600" r="29036"/>
          <a:stretch/>
        </p:blipFill>
        <p:spPr>
          <a:xfrm>
            <a:off x="7270812" y="10"/>
            <a:ext cx="4921187" cy="6857990"/>
          </a:xfrm>
          <a:prstGeom prst="rect">
            <a:avLst/>
          </a:pr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8CE57D37-C2D0-066B-1AE3-6F4244344F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A24DCA44-89CF-872A-903F-96C50780EA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4B0CC4F5-AC85-FFFA-7EB5-33C4FCE90A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8546700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9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B674DDE-50DE-44A1-AADF-C684B44DB7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256032"/>
            <a:ext cx="10506456" cy="1014984"/>
          </a:xfrm>
        </p:spPr>
        <p:txBody>
          <a:bodyPr anchor="b">
            <a:normAutofit/>
          </a:bodyPr>
          <a:lstStyle/>
          <a:p>
            <a:r>
              <a:rPr lang="es-CR" b="1" dirty="0"/>
              <a:t>Cronograma</a:t>
            </a:r>
          </a:p>
        </p:txBody>
      </p:sp>
      <p:sp>
        <p:nvSpPr>
          <p:cNvPr id="17" name="Rectangle 11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953" y="1634502"/>
            <a:ext cx="1045159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8" name="Rectangle 13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248" y="1538176"/>
            <a:ext cx="1873457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Tabla 5">
            <a:extLst>
              <a:ext uri="{FF2B5EF4-FFF2-40B4-BE49-F238E27FC236}">
                <a16:creationId xmlns:a16="http://schemas.microsoft.com/office/drawing/2014/main" id="{6F7CEC70-32E9-3934-4F42-146787D1EB1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26372053"/>
              </p:ext>
            </p:extLst>
          </p:nvPr>
        </p:nvGraphicFramePr>
        <p:xfrm>
          <a:off x="1691562" y="1915150"/>
          <a:ext cx="8800373" cy="43575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71584">
                  <a:extLst>
                    <a:ext uri="{9D8B030D-6E8A-4147-A177-3AD203B41FA5}">
                      <a16:colId xmlns:a16="http://schemas.microsoft.com/office/drawing/2014/main" val="3314158035"/>
                    </a:ext>
                  </a:extLst>
                </a:gridCol>
                <a:gridCol w="7528789">
                  <a:extLst>
                    <a:ext uri="{9D8B030D-6E8A-4147-A177-3AD203B41FA5}">
                      <a16:colId xmlns:a16="http://schemas.microsoft.com/office/drawing/2014/main" val="1207348823"/>
                    </a:ext>
                  </a:extLst>
                </a:gridCol>
              </a:tblGrid>
              <a:tr h="622504">
                <a:tc>
                  <a:txBody>
                    <a:bodyPr/>
                    <a:lstStyle/>
                    <a:p>
                      <a:r>
                        <a:rPr lang="es-CR" sz="3000" b="1"/>
                        <a:t>1</a:t>
                      </a:r>
                    </a:p>
                  </a:txBody>
                  <a:tcPr marL="115278" marR="115278" marT="57639" marB="57639"/>
                </a:tc>
                <a:tc>
                  <a:txBody>
                    <a:bodyPr/>
                    <a:lstStyle/>
                    <a:p>
                      <a:r>
                        <a:rPr lang="es-CR" sz="3000"/>
                        <a:t>Calidad de software</a:t>
                      </a:r>
                    </a:p>
                  </a:txBody>
                  <a:tcPr marL="115278" marR="115278" marT="57639" marB="57639"/>
                </a:tc>
                <a:extLst>
                  <a:ext uri="{0D108BD9-81ED-4DB2-BD59-A6C34878D82A}">
                    <a16:rowId xmlns:a16="http://schemas.microsoft.com/office/drawing/2014/main" val="3901868146"/>
                  </a:ext>
                </a:extLst>
              </a:tr>
              <a:tr h="622504">
                <a:tc>
                  <a:txBody>
                    <a:bodyPr/>
                    <a:lstStyle/>
                    <a:p>
                      <a:r>
                        <a:rPr lang="es-CR" sz="3000" b="1"/>
                        <a:t>2</a:t>
                      </a:r>
                    </a:p>
                  </a:txBody>
                  <a:tcPr marL="115278" marR="115278" marT="57639" marB="57639"/>
                </a:tc>
                <a:tc>
                  <a:txBody>
                    <a:bodyPr/>
                    <a:lstStyle/>
                    <a:p>
                      <a:r>
                        <a:rPr lang="es-CR" sz="3000" dirty="0"/>
                        <a:t>Aseguramiento de la calidad del software</a:t>
                      </a:r>
                    </a:p>
                  </a:txBody>
                  <a:tcPr marL="115278" marR="115278" marT="57639" marB="57639"/>
                </a:tc>
                <a:extLst>
                  <a:ext uri="{0D108BD9-81ED-4DB2-BD59-A6C34878D82A}">
                    <a16:rowId xmlns:a16="http://schemas.microsoft.com/office/drawing/2014/main" val="2910983999"/>
                  </a:ext>
                </a:extLst>
              </a:tr>
              <a:tr h="622504">
                <a:tc>
                  <a:txBody>
                    <a:bodyPr/>
                    <a:lstStyle/>
                    <a:p>
                      <a:r>
                        <a:rPr lang="es-CR" sz="3000" b="1"/>
                        <a:t>2</a:t>
                      </a:r>
                    </a:p>
                  </a:txBody>
                  <a:tcPr marL="115278" marR="115278" marT="57639" marB="57639"/>
                </a:tc>
                <a:tc>
                  <a:txBody>
                    <a:bodyPr/>
                    <a:lstStyle/>
                    <a:p>
                      <a:r>
                        <a:rPr lang="es-CR" sz="3000"/>
                        <a:t>Control de calidad</a:t>
                      </a:r>
                    </a:p>
                  </a:txBody>
                  <a:tcPr marL="115278" marR="115278" marT="57639" marB="57639"/>
                </a:tc>
                <a:extLst>
                  <a:ext uri="{0D108BD9-81ED-4DB2-BD59-A6C34878D82A}">
                    <a16:rowId xmlns:a16="http://schemas.microsoft.com/office/drawing/2014/main" val="2562593271"/>
                  </a:ext>
                </a:extLst>
              </a:tr>
              <a:tr h="622504">
                <a:tc>
                  <a:txBody>
                    <a:bodyPr/>
                    <a:lstStyle/>
                    <a:p>
                      <a:r>
                        <a:rPr lang="es-CR" sz="3000" b="1"/>
                        <a:t>3</a:t>
                      </a:r>
                    </a:p>
                  </a:txBody>
                  <a:tcPr marL="115278" marR="115278" marT="57639" marB="57639"/>
                </a:tc>
                <a:tc>
                  <a:txBody>
                    <a:bodyPr/>
                    <a:lstStyle/>
                    <a:p>
                      <a:r>
                        <a:rPr lang="es-CR" sz="3000"/>
                        <a:t>Pruebas de software</a:t>
                      </a:r>
                    </a:p>
                  </a:txBody>
                  <a:tcPr marL="115278" marR="115278" marT="57639" marB="57639"/>
                </a:tc>
                <a:extLst>
                  <a:ext uri="{0D108BD9-81ED-4DB2-BD59-A6C34878D82A}">
                    <a16:rowId xmlns:a16="http://schemas.microsoft.com/office/drawing/2014/main" val="4025072434"/>
                  </a:ext>
                </a:extLst>
              </a:tr>
              <a:tr h="622504">
                <a:tc>
                  <a:txBody>
                    <a:bodyPr/>
                    <a:lstStyle/>
                    <a:p>
                      <a:r>
                        <a:rPr lang="es-CR" sz="3000" b="1"/>
                        <a:t>4</a:t>
                      </a:r>
                    </a:p>
                  </a:txBody>
                  <a:tcPr marL="115278" marR="115278" marT="57639" marB="57639"/>
                </a:tc>
                <a:tc>
                  <a:txBody>
                    <a:bodyPr/>
                    <a:lstStyle/>
                    <a:p>
                      <a:r>
                        <a:rPr lang="es-CR" sz="3000"/>
                        <a:t>Verificación de software</a:t>
                      </a:r>
                    </a:p>
                  </a:txBody>
                  <a:tcPr marL="115278" marR="115278" marT="57639" marB="57639"/>
                </a:tc>
                <a:extLst>
                  <a:ext uri="{0D108BD9-81ED-4DB2-BD59-A6C34878D82A}">
                    <a16:rowId xmlns:a16="http://schemas.microsoft.com/office/drawing/2014/main" val="2083029403"/>
                  </a:ext>
                </a:extLst>
              </a:tr>
              <a:tr h="622504">
                <a:tc>
                  <a:txBody>
                    <a:bodyPr/>
                    <a:lstStyle/>
                    <a:p>
                      <a:r>
                        <a:rPr lang="es-CR" sz="3000" b="1"/>
                        <a:t>5</a:t>
                      </a:r>
                    </a:p>
                  </a:txBody>
                  <a:tcPr marL="115278" marR="115278" marT="57639" marB="57639"/>
                </a:tc>
                <a:tc>
                  <a:txBody>
                    <a:bodyPr/>
                    <a:lstStyle/>
                    <a:p>
                      <a:r>
                        <a:rPr lang="es-CR" sz="3000"/>
                        <a:t>Validación de software</a:t>
                      </a:r>
                    </a:p>
                  </a:txBody>
                  <a:tcPr marL="115278" marR="115278" marT="57639" marB="57639"/>
                </a:tc>
                <a:extLst>
                  <a:ext uri="{0D108BD9-81ED-4DB2-BD59-A6C34878D82A}">
                    <a16:rowId xmlns:a16="http://schemas.microsoft.com/office/drawing/2014/main" val="3208979320"/>
                  </a:ext>
                </a:extLst>
              </a:tr>
              <a:tr h="622504">
                <a:tc>
                  <a:txBody>
                    <a:bodyPr/>
                    <a:lstStyle/>
                    <a:p>
                      <a:r>
                        <a:rPr lang="es-CR" sz="3000" b="1"/>
                        <a:t>10</a:t>
                      </a:r>
                    </a:p>
                  </a:txBody>
                  <a:tcPr marL="115278" marR="115278" marT="57639" marB="57639"/>
                </a:tc>
                <a:tc>
                  <a:txBody>
                    <a:bodyPr/>
                    <a:lstStyle/>
                    <a:p>
                      <a:r>
                        <a:rPr lang="es-CR" sz="3000" dirty="0"/>
                        <a:t>Herramientas de apoyo</a:t>
                      </a:r>
                    </a:p>
                  </a:txBody>
                  <a:tcPr marL="115278" marR="115278" marT="57639" marB="57639"/>
                </a:tc>
                <a:extLst>
                  <a:ext uri="{0D108BD9-81ED-4DB2-BD59-A6C34878D82A}">
                    <a16:rowId xmlns:a16="http://schemas.microsoft.com/office/drawing/2014/main" val="33577545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215604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5074DA1-632F-47FB-AEB4-F7394415F6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b="1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Evaluación</a:t>
            </a:r>
            <a:endParaRPr lang="en-US" b="1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CA93AA07-E593-7E55-346F-F947FA6C1B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8952141"/>
              </p:ext>
            </p:extLst>
          </p:nvPr>
        </p:nvGraphicFramePr>
        <p:xfrm>
          <a:off x="2581835" y="1970896"/>
          <a:ext cx="7342094" cy="4452169"/>
        </p:xfrm>
        <a:graphic>
          <a:graphicData uri="http://schemas.openxmlformats.org/drawingml/2006/table">
            <a:tbl>
              <a:tblPr firstRow="1">
                <a:tableStyleId>{073A0DAA-6AF3-43AB-8588-CEC1D06C72B9}</a:tableStyleId>
              </a:tblPr>
              <a:tblGrid>
                <a:gridCol w="4220717">
                  <a:extLst>
                    <a:ext uri="{9D8B030D-6E8A-4147-A177-3AD203B41FA5}">
                      <a16:colId xmlns:a16="http://schemas.microsoft.com/office/drawing/2014/main" val="2357047184"/>
                    </a:ext>
                  </a:extLst>
                </a:gridCol>
                <a:gridCol w="3121377">
                  <a:extLst>
                    <a:ext uri="{9D8B030D-6E8A-4147-A177-3AD203B41FA5}">
                      <a16:colId xmlns:a16="http://schemas.microsoft.com/office/drawing/2014/main" val="4050122534"/>
                    </a:ext>
                  </a:extLst>
                </a:gridCol>
              </a:tblGrid>
              <a:tr h="512178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s-CR" sz="2300">
                          <a:effectLst/>
                        </a:rPr>
                        <a:t>Rubro</a:t>
                      </a:r>
                      <a:endParaRPr lang="es-CR" sz="23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9010" marR="7901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s-CR" sz="2300">
                          <a:effectLst/>
                        </a:rPr>
                        <a:t>Porcentaje</a:t>
                      </a:r>
                      <a:endParaRPr lang="es-CR" sz="23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9010" marR="7901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27155083"/>
                  </a:ext>
                </a:extLst>
              </a:tr>
              <a:tr h="35818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CR" sz="2100" dirty="0">
                          <a:effectLst/>
                        </a:rPr>
                        <a:t>Tareas y </a:t>
                      </a:r>
                      <a:r>
                        <a:rPr lang="es-CR" sz="2100" dirty="0" err="1">
                          <a:effectLst/>
                        </a:rPr>
                        <a:t>Quices</a:t>
                      </a:r>
                      <a:r>
                        <a:rPr lang="es-CR" sz="2100" dirty="0">
                          <a:effectLst/>
                        </a:rPr>
                        <a:t> (Todas las semanas)</a:t>
                      </a:r>
                      <a:endParaRPr lang="es-CR" sz="2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9010" marR="7901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s-CR" sz="2100" b="1" dirty="0">
                          <a:effectLst/>
                        </a:rPr>
                        <a:t>20%</a:t>
                      </a:r>
                      <a:endParaRPr lang="es-CR" sz="21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9010" marR="7901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402940"/>
                  </a:ext>
                </a:extLst>
              </a:tr>
              <a:tr h="35818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CR" sz="2100" dirty="0">
                          <a:effectLst/>
                        </a:rPr>
                        <a:t>Laboratorios (3) (Parejas aleatorias)</a:t>
                      </a:r>
                      <a:endParaRPr lang="es-CR" sz="2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9010" marR="7901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s-CR" sz="2100" b="1" dirty="0">
                          <a:effectLst/>
                        </a:rPr>
                        <a:t>15%</a:t>
                      </a:r>
                      <a:endParaRPr lang="es-CR" sz="21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9010" marR="7901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3094911"/>
                  </a:ext>
                </a:extLst>
              </a:tr>
              <a:tr h="35818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CR" sz="2100">
                          <a:effectLst/>
                        </a:rPr>
                        <a:t>Proyecto</a:t>
                      </a:r>
                      <a:endParaRPr lang="es-CR" sz="2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9010" marR="7901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s-CR" sz="2100" b="1" dirty="0">
                          <a:effectLst/>
                        </a:rPr>
                        <a:t>50%</a:t>
                      </a:r>
                      <a:endParaRPr lang="es-CR" sz="21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9010" marR="7901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1755208"/>
                  </a:ext>
                </a:extLst>
              </a:tr>
              <a:tr h="358181">
                <a:tc>
                  <a:txBody>
                    <a:bodyPr/>
                    <a:lstStyle/>
                    <a:p>
                      <a:pPr marL="220345">
                        <a:spcAft>
                          <a:spcPts val="0"/>
                        </a:spcAft>
                      </a:pPr>
                      <a:r>
                        <a:rPr lang="es-CR" sz="2100">
                          <a:effectLst/>
                        </a:rPr>
                        <a:t>Planificación del proyecto</a:t>
                      </a:r>
                      <a:endParaRPr lang="es-CR" sz="2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9010" marR="7901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s-CR" sz="1800" i="1" dirty="0">
                          <a:effectLst/>
                        </a:rPr>
                        <a:t>5</a:t>
                      </a:r>
                      <a:endParaRPr lang="es-CR" sz="1800" i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9010" marR="7901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9321620"/>
                  </a:ext>
                </a:extLst>
              </a:tr>
              <a:tr h="358181">
                <a:tc>
                  <a:txBody>
                    <a:bodyPr/>
                    <a:lstStyle/>
                    <a:p>
                      <a:pPr marL="220345">
                        <a:spcAft>
                          <a:spcPts val="0"/>
                        </a:spcAft>
                      </a:pPr>
                      <a:r>
                        <a:rPr lang="es-CR" sz="2100">
                          <a:effectLst/>
                        </a:rPr>
                        <a:t>Plan de pruebas</a:t>
                      </a:r>
                      <a:endParaRPr lang="es-CR" sz="2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9010" marR="7901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s-CR" sz="1800" i="1" dirty="0">
                          <a:effectLst/>
                        </a:rPr>
                        <a:t>10</a:t>
                      </a:r>
                      <a:endParaRPr lang="es-CR" sz="1800" i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9010" marR="7901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1326231"/>
                  </a:ext>
                </a:extLst>
              </a:tr>
              <a:tr h="358181">
                <a:tc>
                  <a:txBody>
                    <a:bodyPr/>
                    <a:lstStyle/>
                    <a:p>
                      <a:pPr marL="220345">
                        <a:spcAft>
                          <a:spcPts val="0"/>
                        </a:spcAft>
                      </a:pPr>
                      <a:r>
                        <a:rPr lang="es-CR" sz="2100">
                          <a:effectLst/>
                        </a:rPr>
                        <a:t>Proyecto de pruebas</a:t>
                      </a:r>
                      <a:endParaRPr lang="es-CR" sz="2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9010" marR="7901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s-CR" sz="1800" i="1" dirty="0">
                          <a:effectLst/>
                        </a:rPr>
                        <a:t>15</a:t>
                      </a:r>
                      <a:endParaRPr lang="es-CR" sz="1800" i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9010" marR="7901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1342327"/>
                  </a:ext>
                </a:extLst>
              </a:tr>
              <a:tr h="358181">
                <a:tc>
                  <a:txBody>
                    <a:bodyPr/>
                    <a:lstStyle/>
                    <a:p>
                      <a:pPr marL="220345">
                        <a:spcAft>
                          <a:spcPts val="0"/>
                        </a:spcAft>
                      </a:pPr>
                      <a:r>
                        <a:rPr lang="es-CR" sz="2100">
                          <a:effectLst/>
                        </a:rPr>
                        <a:t>Informe de pruebas</a:t>
                      </a:r>
                      <a:endParaRPr lang="es-CR" sz="2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9010" marR="7901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s-CR" sz="1800" i="1" dirty="0">
                          <a:effectLst/>
                        </a:rPr>
                        <a:t>10</a:t>
                      </a:r>
                      <a:endParaRPr lang="es-CR" sz="1800" i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9010" marR="7901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2072119"/>
                  </a:ext>
                </a:extLst>
              </a:tr>
              <a:tr h="358181">
                <a:tc>
                  <a:txBody>
                    <a:bodyPr/>
                    <a:lstStyle/>
                    <a:p>
                      <a:pPr marL="220345">
                        <a:spcAft>
                          <a:spcPts val="0"/>
                        </a:spcAft>
                      </a:pPr>
                      <a:r>
                        <a:rPr lang="es-CR" sz="2100" dirty="0">
                          <a:effectLst/>
                        </a:rPr>
                        <a:t>Presentación (Inglés)</a:t>
                      </a:r>
                      <a:endParaRPr lang="es-CR" sz="2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9010" marR="7901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s-CR" sz="1800" i="1" dirty="0">
                          <a:effectLst/>
                        </a:rPr>
                        <a:t>5</a:t>
                      </a:r>
                      <a:endParaRPr lang="es-CR" sz="1800" i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9010" marR="7901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7516254"/>
                  </a:ext>
                </a:extLst>
              </a:tr>
              <a:tr h="358181">
                <a:tc>
                  <a:txBody>
                    <a:bodyPr/>
                    <a:lstStyle/>
                    <a:p>
                      <a:pPr marL="220345">
                        <a:spcAft>
                          <a:spcPts val="0"/>
                        </a:spcAft>
                      </a:pPr>
                      <a:r>
                        <a:rPr lang="es-CR" sz="2100" dirty="0">
                          <a:effectLst/>
                        </a:rPr>
                        <a:t>Diario reflexivo (Bitácora)</a:t>
                      </a:r>
                      <a:endParaRPr lang="es-CR" sz="2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9010" marR="7901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s-CR" sz="1800" i="1" dirty="0">
                          <a:effectLst/>
                        </a:rPr>
                        <a:t>5</a:t>
                      </a:r>
                      <a:endParaRPr lang="es-CR" sz="1800" i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9010" marR="7901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3791198"/>
                  </a:ext>
                </a:extLst>
              </a:tr>
              <a:tr h="35818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CR" sz="2100" dirty="0">
                          <a:effectLst/>
                        </a:rPr>
                        <a:t>Examen I (Digital – Presencial)</a:t>
                      </a:r>
                      <a:endParaRPr lang="es-CR" sz="2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9010" marR="7901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s-CR" sz="2100" b="1" dirty="0">
                          <a:effectLst/>
                        </a:rPr>
                        <a:t>15%</a:t>
                      </a:r>
                      <a:endParaRPr lang="es-CR" sz="21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9010" marR="7901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6032947"/>
                  </a:ext>
                </a:extLst>
              </a:tr>
              <a:tr h="35818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CR" sz="2100">
                          <a:effectLst/>
                        </a:rPr>
                        <a:t>TOTAL</a:t>
                      </a:r>
                      <a:endParaRPr lang="es-CR" sz="2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9010" marR="7901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s-CR" sz="2100" b="1" dirty="0">
                          <a:effectLst/>
                        </a:rPr>
                        <a:t>100%</a:t>
                      </a:r>
                      <a:endParaRPr lang="es-CR" sz="21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9010" marR="7901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85255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848251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344F9F88-3D9E-D759-628A-CD77143D66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s-CR" sz="4800" b="1" dirty="0">
                <a:solidFill>
                  <a:srgbClr val="FFFFFF"/>
                </a:solidFill>
              </a:rPr>
              <a:t>Actividad: Definiendo calidad</a:t>
            </a:r>
          </a:p>
        </p:txBody>
      </p:sp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C6B2C9C0-3E0E-48D3-A391-1E3FCEBDD8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4810" y="649480"/>
            <a:ext cx="7590467" cy="5546047"/>
          </a:xfrm>
        </p:spPr>
        <p:txBody>
          <a:bodyPr anchor="ctr">
            <a:normAutofit fontScale="92500" lnSpcReduction="10000"/>
          </a:bodyPr>
          <a:lstStyle/>
          <a:p>
            <a:pPr marL="0" indent="0" algn="just">
              <a:buNone/>
            </a:pPr>
            <a:r>
              <a:rPr lang="es-CR" sz="2400" dirty="0"/>
              <a:t>Ejemplo de una definición</a:t>
            </a:r>
          </a:p>
          <a:p>
            <a:pPr algn="just"/>
            <a:r>
              <a:rPr lang="es-CR" sz="2400" b="1" dirty="0"/>
              <a:t>Docente</a:t>
            </a:r>
            <a:r>
              <a:rPr lang="es-CR" sz="2400" dirty="0"/>
              <a:t>: (del lat. </a:t>
            </a:r>
            <a:r>
              <a:rPr lang="es-CR" sz="2400" dirty="0" err="1"/>
              <a:t>docēre</a:t>
            </a:r>
            <a:r>
              <a:rPr lang="es-CR" sz="2400" dirty="0"/>
              <a:t>, enseñar) Funcionario de una institución de educación superior, contratado según un concurso de antecedentes y designado, acorde con un régimen establecido, a realizar las actividades de enseñanza y formación de profesionales, así como a cualquier otra actividad propia del proceso educativo, dentro del marco de una carrera o programa. </a:t>
            </a:r>
          </a:p>
          <a:p>
            <a:pPr algn="just"/>
            <a:r>
              <a:rPr lang="es-CR" sz="2400" dirty="0"/>
              <a:t>Ejemplo: La doctora en ingeniería doña Juana Sánchez, desde el 2021, se desempeña como docente universitaria en el Instituto Tecnológico de Costa Rica. </a:t>
            </a:r>
          </a:p>
          <a:p>
            <a:pPr algn="just"/>
            <a:r>
              <a:rPr lang="es-CR" sz="2400" dirty="0"/>
              <a:t>Inspirado en: </a:t>
            </a:r>
          </a:p>
          <a:p>
            <a:pPr lvl="1" algn="just"/>
            <a:r>
              <a:rPr lang="es-CR" dirty="0"/>
              <a:t>Real Academia Española. (2001).  Diccionario de la lengua española (22ª ed.). </a:t>
            </a:r>
            <a:r>
              <a:rPr lang="es-CR" dirty="0" err="1"/>
              <a:t>Бим-Бад</a:t>
            </a:r>
            <a:r>
              <a:rPr lang="es-CR" dirty="0"/>
              <a:t>, Б. (2002). </a:t>
            </a:r>
          </a:p>
          <a:p>
            <a:pPr lvl="1" algn="just"/>
            <a:r>
              <a:rPr lang="es-CR" dirty="0" err="1"/>
              <a:t>Педагогический</a:t>
            </a:r>
            <a:r>
              <a:rPr lang="es-CR" dirty="0"/>
              <a:t> </a:t>
            </a:r>
            <a:r>
              <a:rPr lang="es-CR" dirty="0" err="1"/>
              <a:t>энциклопедический</a:t>
            </a:r>
            <a:r>
              <a:rPr lang="es-CR" dirty="0"/>
              <a:t> </a:t>
            </a:r>
            <a:r>
              <a:rPr lang="es-CR" dirty="0" err="1"/>
              <a:t>словарь</a:t>
            </a:r>
            <a:r>
              <a:rPr lang="es-CR" dirty="0"/>
              <a:t>.   </a:t>
            </a:r>
          </a:p>
          <a:p>
            <a:pPr lvl="1" algn="just"/>
            <a:r>
              <a:rPr lang="es-CR" dirty="0" err="1"/>
              <a:t>Полонский</a:t>
            </a:r>
            <a:r>
              <a:rPr lang="es-CR" dirty="0"/>
              <a:t>, В. (2004). </a:t>
            </a:r>
            <a:r>
              <a:rPr lang="es-CR" dirty="0" err="1"/>
              <a:t>Словарь</a:t>
            </a:r>
            <a:r>
              <a:rPr lang="es-CR" dirty="0"/>
              <a:t> </a:t>
            </a:r>
            <a:r>
              <a:rPr lang="es-CR" dirty="0" err="1"/>
              <a:t>по</a:t>
            </a:r>
            <a:r>
              <a:rPr lang="es-CR" dirty="0"/>
              <a:t> </a:t>
            </a:r>
            <a:r>
              <a:rPr lang="es-CR" dirty="0" err="1"/>
              <a:t>образованию</a:t>
            </a:r>
            <a:r>
              <a:rPr lang="es-CR" dirty="0"/>
              <a:t> и </a:t>
            </a:r>
            <a:r>
              <a:rPr lang="es-CR" dirty="0" err="1"/>
              <a:t>педагогике</a:t>
            </a:r>
            <a:r>
              <a:rPr lang="es-CR" dirty="0"/>
              <a:t>.</a:t>
            </a:r>
          </a:p>
          <a:p>
            <a:pPr algn="just"/>
            <a:endParaRPr lang="es-CR" sz="2400" dirty="0"/>
          </a:p>
        </p:txBody>
      </p:sp>
    </p:spTree>
    <p:extLst>
      <p:ext uri="{BB962C8B-B14F-4D97-AF65-F5344CB8AC3E}">
        <p14:creationId xmlns:p14="http://schemas.microsoft.com/office/powerpoint/2010/main" val="42395873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979E27D9-03C7-44E2-9FF8-15D0C8506A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29ECB79-CF9E-3055-0B8D-690115F328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823" y="962166"/>
            <a:ext cx="3103808" cy="4421876"/>
          </a:xfrm>
        </p:spPr>
        <p:txBody>
          <a:bodyPr anchor="t">
            <a:normAutofit/>
          </a:bodyPr>
          <a:lstStyle/>
          <a:p>
            <a:pPr algn="r"/>
            <a:r>
              <a:rPr lang="es-CR" sz="4000" b="1" dirty="0"/>
              <a:t>Actividad: Definiendo calidad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1EEAB4E-3B57-31C9-BC66-5E41DDD28B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88929" y="663388"/>
            <a:ext cx="7624535" cy="5504330"/>
          </a:xfrm>
        </p:spPr>
        <p:txBody>
          <a:bodyPr anchor="t">
            <a:normAutofit fontScale="92500" lnSpcReduction="10000"/>
          </a:bodyPr>
          <a:lstStyle/>
          <a:p>
            <a:pPr marL="0" indent="0" algn="just">
              <a:spcBef>
                <a:spcPts val="0"/>
              </a:spcBef>
              <a:spcAft>
                <a:spcPts val="600"/>
              </a:spcAft>
              <a:buNone/>
            </a:pPr>
            <a:r>
              <a:rPr lang="es-CR" sz="2000" dirty="0"/>
              <a:t>Características (criterios) de una </a:t>
            </a:r>
            <a:r>
              <a:rPr lang="es-CR" sz="2000" b="1" i="1" u="sng" dirty="0"/>
              <a:t>buena</a:t>
            </a:r>
            <a:r>
              <a:rPr lang="es-CR" sz="2000" dirty="0"/>
              <a:t> definición: Características esenciales que conforman la definición y que hay que respetar al redactar una:</a:t>
            </a:r>
          </a:p>
          <a:p>
            <a:pPr marL="285750" indent="-285750" algn="just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CR" sz="2000" dirty="0"/>
              <a:t>Enfocada en el concepto clave</a:t>
            </a:r>
          </a:p>
          <a:p>
            <a:pPr marL="285750" indent="-285750" algn="just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CR" sz="2000" dirty="0"/>
              <a:t>Se encabeza por una palabra de la misma categoría</a:t>
            </a:r>
          </a:p>
          <a:p>
            <a:pPr marL="285750" indent="-285750" algn="just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CR" sz="2000" dirty="0"/>
              <a:t>Se centra sólo en lo esencial</a:t>
            </a:r>
          </a:p>
          <a:p>
            <a:pPr marL="285750" indent="-285750" algn="just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CR" sz="2000" dirty="0"/>
              <a:t>Inclusiva: capta todo a lo que se aplica el término</a:t>
            </a:r>
          </a:p>
          <a:p>
            <a:pPr marL="285750" indent="-285750" algn="just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CR" sz="2000" dirty="0"/>
              <a:t>Incluye las características que le sean </a:t>
            </a:r>
            <a:r>
              <a:rPr lang="es-CR" sz="2000" dirty="0">
                <a:highlight>
                  <a:srgbClr val="FFFF00"/>
                </a:highlight>
              </a:rPr>
              <a:t>inherentes</a:t>
            </a:r>
          </a:p>
          <a:p>
            <a:pPr marL="285750" indent="-285750" algn="just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CR" sz="2000" dirty="0"/>
              <a:t>Presenta las diferencias fundamentales </a:t>
            </a:r>
          </a:p>
          <a:p>
            <a:pPr marL="285750" indent="-285750" algn="just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CR" sz="2000" dirty="0"/>
              <a:t>Breve, concisa, en una frase sin puntos, ni puntos y comas</a:t>
            </a:r>
          </a:p>
          <a:p>
            <a:pPr marL="285750" indent="-285750" algn="just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CR" sz="2000" dirty="0"/>
              <a:t>Clara, entendible, sin ambigüedades, de sencillez óptima</a:t>
            </a:r>
          </a:p>
          <a:p>
            <a:pPr marL="285750" indent="-285750" algn="just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CR" sz="2000" dirty="0"/>
              <a:t>Usa el lenguaje común para que su comprensión sea accesible a un público máximo</a:t>
            </a:r>
          </a:p>
          <a:p>
            <a:pPr marL="285750" indent="-285750" algn="just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CR" sz="2000" dirty="0"/>
              <a:t>No contiene la palabra que define, ni derivados de ésta</a:t>
            </a:r>
          </a:p>
          <a:p>
            <a:pPr marL="285750" indent="-285750" algn="just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CR" sz="2000" dirty="0"/>
              <a:t>No se define a partir de negativos</a:t>
            </a:r>
          </a:p>
          <a:p>
            <a:pPr marL="285750" indent="-285750" algn="just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CR" sz="2000" dirty="0"/>
              <a:t>Objetiva</a:t>
            </a:r>
          </a:p>
          <a:p>
            <a:pPr marL="285750" indent="-285750" algn="just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CR" sz="2000" dirty="0"/>
              <a:t>Contextualizada</a:t>
            </a:r>
          </a:p>
          <a:p>
            <a:pPr marL="0" indent="0" algn="just">
              <a:spcBef>
                <a:spcPts val="0"/>
              </a:spcBef>
              <a:spcAft>
                <a:spcPts val="600"/>
              </a:spcAft>
              <a:buNone/>
            </a:pPr>
            <a:r>
              <a:rPr lang="es-CR" sz="2000" dirty="0"/>
              <a:t>Fuente: Codina, E. y </a:t>
            </a:r>
            <a:r>
              <a:rPr lang="es-CR" sz="2000" dirty="0" err="1"/>
              <a:t>Depalle</a:t>
            </a:r>
            <a:r>
              <a:rPr lang="es-CR" sz="2000" dirty="0"/>
              <a:t>, A. (s.f.). ¿Cómo redactar definiciones y explicaciones de conceptos? Accesible en  </a:t>
            </a:r>
            <a:r>
              <a:rPr lang="es-CR" sz="2000" dirty="0">
                <a:hlinkClick r:id="rId3"/>
              </a:rPr>
              <a:t>https://tinyurl.com/mr2pwn5x</a:t>
            </a:r>
            <a:r>
              <a:rPr lang="es-CR" sz="2000" dirty="0"/>
              <a:t>  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EBF1590-3B36-48EE-A89D-3B6F3CB256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C8F6C8C-AB5A-4548-942D-E3FD40ACBC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76000"/>
                </a:srgbClr>
              </a:gs>
              <a:gs pos="100000">
                <a:schemeClr val="accent1"/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4759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n 14" descr="Imagen que contiene flor, alimentos&#10;&#10;Descripción generada automáticamente">
            <a:extLst>
              <a:ext uri="{FF2B5EF4-FFF2-40B4-BE49-F238E27FC236}">
                <a16:creationId xmlns:a16="http://schemas.microsoft.com/office/drawing/2014/main" id="{540571C1-79CC-669A-D3BA-1BB5BF1DE66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658" r="6031" b="7676"/>
          <a:stretch/>
        </p:blipFill>
        <p:spPr>
          <a:xfrm>
            <a:off x="2435795" y="2719798"/>
            <a:ext cx="2602654" cy="208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27C6F38B-2CCA-1936-690C-FDE11CEFFD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698" y="1072197"/>
            <a:ext cx="5752447" cy="1647599"/>
          </a:xfrm>
        </p:spPr>
        <p:txBody>
          <a:bodyPr anchor="t">
            <a:normAutofit fontScale="90000"/>
          </a:bodyPr>
          <a:lstStyle/>
          <a:p>
            <a:r>
              <a:rPr lang="es-CR" sz="3200" b="1" dirty="0"/>
              <a:t>Cinco criterios para valorar las definiciones de los constructos (conceptos) generados por los grupos</a:t>
            </a:r>
          </a:p>
        </p:txBody>
      </p:sp>
      <p:cxnSp>
        <p:nvCxnSpPr>
          <p:cNvPr id="1031" name="Straight Connector 1030">
            <a:extLst>
              <a:ext uri="{FF2B5EF4-FFF2-40B4-BE49-F238E27FC236}">
                <a16:creationId xmlns:a16="http://schemas.microsoft.com/office/drawing/2014/main" id="{1503BFE4-729B-D9D0-C17B-501E6AF112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5140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54DB3A66-C1F2-FD4B-1570-1D7E0AFF15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2748398"/>
            <a:ext cx="5034116" cy="3591207"/>
          </a:xfrm>
        </p:spPr>
        <p:txBody>
          <a:bodyPr>
            <a:normAutofit/>
          </a:bodyPr>
          <a:lstStyle/>
          <a:p>
            <a:r>
              <a:rPr lang="es-CR" sz="2000" dirty="0"/>
              <a:t>°1       35%     </a:t>
            </a:r>
            <a:r>
              <a:rPr lang="es-CR" sz="2000" dirty="0">
                <a:sym typeface="Wingdings 2" panose="05020102010507070707" pitchFamily="18" charset="2"/>
              </a:rPr>
              <a:t></a:t>
            </a:r>
            <a:endParaRPr lang="es-CR" sz="2000" dirty="0"/>
          </a:p>
          <a:p>
            <a:r>
              <a:rPr lang="es-CR" sz="2000" dirty="0"/>
              <a:t>°2       25%     </a:t>
            </a:r>
            <a:r>
              <a:rPr lang="es-CR" sz="2000" dirty="0">
                <a:sym typeface="Wingdings 2" panose="05020102010507070707" pitchFamily="18" charset="2"/>
              </a:rPr>
              <a:t></a:t>
            </a:r>
            <a:endParaRPr lang="es-CR" sz="2000" dirty="0"/>
          </a:p>
          <a:p>
            <a:r>
              <a:rPr lang="es-CR" sz="2000" dirty="0"/>
              <a:t>°3       20%     </a:t>
            </a:r>
            <a:r>
              <a:rPr lang="es-CR" sz="2000" dirty="0">
                <a:sym typeface="Wingdings 2" panose="05020102010507070707" pitchFamily="18" charset="2"/>
              </a:rPr>
              <a:t></a:t>
            </a:r>
            <a:r>
              <a:rPr lang="es-CR" sz="2000" dirty="0"/>
              <a:t>                       </a:t>
            </a:r>
          </a:p>
          <a:p>
            <a:r>
              <a:rPr lang="es-CR" sz="2000" dirty="0"/>
              <a:t>°4       15%     </a:t>
            </a:r>
            <a:r>
              <a:rPr lang="es-CR" sz="2000" dirty="0">
                <a:sym typeface="Wingdings 2" panose="05020102010507070707" pitchFamily="18" charset="2"/>
              </a:rPr>
              <a:t></a:t>
            </a:r>
            <a:endParaRPr lang="es-CR" sz="2000" dirty="0"/>
          </a:p>
          <a:p>
            <a:r>
              <a:rPr lang="es-CR" sz="2000" dirty="0"/>
              <a:t>°5       5%       </a:t>
            </a:r>
            <a:r>
              <a:rPr lang="es-CR" sz="2000" dirty="0">
                <a:sym typeface="Wingdings 2" panose="05020102010507070707" pitchFamily="18" charset="2"/>
              </a:rPr>
              <a:t></a:t>
            </a:r>
            <a:endParaRPr lang="es-CR" sz="2000" dirty="0"/>
          </a:p>
          <a:p>
            <a:endParaRPr lang="es-CR" sz="2000" dirty="0"/>
          </a:p>
          <a:p>
            <a:pPr marL="0" indent="0">
              <a:buNone/>
            </a:pPr>
            <a:r>
              <a:rPr lang="es-CR" sz="2000" dirty="0"/>
              <a:t>Para votar: </a:t>
            </a:r>
            <a:r>
              <a:rPr lang="es-CR" sz="2000" dirty="0">
                <a:hlinkClick r:id="rId4"/>
              </a:rPr>
              <a:t>https://www.menti.com/alokeuoafziu</a:t>
            </a:r>
            <a:endParaRPr lang="es-CR" sz="2000" dirty="0"/>
          </a:p>
          <a:p>
            <a:pPr marL="0" indent="0">
              <a:buNone/>
            </a:pPr>
            <a:endParaRPr lang="es-CR" sz="2000" dirty="0"/>
          </a:p>
        </p:txBody>
      </p:sp>
      <p:pic>
        <p:nvPicPr>
          <p:cNvPr id="1026" name="Picture 2" descr="Mano clic botón mouse cursor web puntero presione o toque elemento web  vector computadora navegación ... | Vector Premium">
            <a:extLst>
              <a:ext uri="{FF2B5EF4-FFF2-40B4-BE49-F238E27FC236}">
                <a16:creationId xmlns:a16="http://schemas.microsoft.com/office/drawing/2014/main" id="{D96A85F3-A4CE-EBA8-FDEC-463DB3E68D6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48" r="-5" b="-5"/>
          <a:stretch/>
        </p:blipFill>
        <p:spPr bwMode="auto">
          <a:xfrm rot="21600000">
            <a:off x="6514448" y="873173"/>
            <a:ext cx="2360522" cy="25313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BYOD_1 by patriciaolverarodriguez">
            <a:extLst>
              <a:ext uri="{FF2B5EF4-FFF2-40B4-BE49-F238E27FC236}">
                <a16:creationId xmlns:a16="http://schemas.microsoft.com/office/drawing/2014/main" id="{553036AC-8F76-A952-426B-17B8696525E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574" r="6872" b="-4"/>
          <a:stretch/>
        </p:blipFill>
        <p:spPr bwMode="auto">
          <a:xfrm>
            <a:off x="5796115" y="3162334"/>
            <a:ext cx="3634755" cy="2980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8F23DD6-4FC6-20A6-15EF-B6B7C481ED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30870" y="2138834"/>
            <a:ext cx="2400300" cy="2400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459514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ítulo 18">
            <a:extLst>
              <a:ext uri="{FF2B5EF4-FFF2-40B4-BE49-F238E27FC236}">
                <a16:creationId xmlns:a16="http://schemas.microsoft.com/office/drawing/2014/main" id="{3724C467-EDD0-3256-867F-3407A049F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6518" y="365125"/>
            <a:ext cx="10977282" cy="1325563"/>
          </a:xfrm>
        </p:spPr>
        <p:txBody>
          <a:bodyPr>
            <a:noAutofit/>
          </a:bodyPr>
          <a:lstStyle/>
          <a:p>
            <a:r>
              <a:rPr lang="es-CR" sz="4000" b="1" dirty="0"/>
              <a:t>Dinámica “sólo &lt;&gt; grupo &lt;&gt; todos” para definir, describir, analizar y valorar el concepto de calidad</a:t>
            </a:r>
          </a:p>
        </p:txBody>
      </p:sp>
      <p:graphicFrame>
        <p:nvGraphicFramePr>
          <p:cNvPr id="23" name="Diagrama 22">
            <a:extLst>
              <a:ext uri="{FF2B5EF4-FFF2-40B4-BE49-F238E27FC236}">
                <a16:creationId xmlns:a16="http://schemas.microsoft.com/office/drawing/2014/main" id="{6F35EF0F-4828-DE61-0727-07293C2E078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12139453"/>
              </p:ext>
            </p:extLst>
          </p:nvPr>
        </p:nvGraphicFramePr>
        <p:xfrm>
          <a:off x="376518" y="1844675"/>
          <a:ext cx="8128000" cy="4648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3" name="Imagen 2" descr="Gráfico&#10;&#10;Descripción generada automáticamente">
            <a:hlinkClick r:id="rId8"/>
            <a:extLst>
              <a:ext uri="{FF2B5EF4-FFF2-40B4-BE49-F238E27FC236}">
                <a16:creationId xmlns:a16="http://schemas.microsoft.com/office/drawing/2014/main" id="{B01F096A-CF3F-C896-C430-BCB63FA2CD6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6315" y="1844675"/>
            <a:ext cx="2899167" cy="4347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77458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01CC55D-ED54-4C5C-95E6-10947BD110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DD2D44-019D-7167-3B76-3FD30A6101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60" y="856180"/>
            <a:ext cx="4560584" cy="1128068"/>
          </a:xfrm>
        </p:spPr>
        <p:txBody>
          <a:bodyPr anchor="ctr">
            <a:normAutofit/>
          </a:bodyPr>
          <a:lstStyle/>
          <a:p>
            <a:r>
              <a:rPr lang="en-CR" sz="4000"/>
              <a:t>Figma Board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DE889C7-FAD6-4397-98E2-05D503484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355196" cy="673460"/>
            <a:chOff x="0" y="823811"/>
            <a:chExt cx="355196" cy="67346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5085" y="2090569"/>
            <a:ext cx="429768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E9B81-7E54-F8E8-FDE5-0A496F5172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719" y="2330505"/>
            <a:ext cx="4559425" cy="3979585"/>
          </a:xfrm>
        </p:spPr>
        <p:txBody>
          <a:bodyPr anchor="ctr">
            <a:normAutofit/>
          </a:bodyPr>
          <a:lstStyle/>
          <a:p>
            <a:r>
              <a:rPr lang="en-US" sz="2000" dirty="0">
                <a:hlinkClick r:id="rId2"/>
              </a:rPr>
              <a:t>https://www.figma.com/board/Kk6OtjVKP70b2E0lUzijv6/Definici%C3%B3n-de-Calidad?node-id=0-1&amp;t=tMpeJESIAcDjenGF-1</a:t>
            </a:r>
            <a:endParaRPr lang="en-US" sz="2000" dirty="0"/>
          </a:p>
          <a:p>
            <a:endParaRPr lang="en-US" sz="2000" dirty="0"/>
          </a:p>
          <a:p>
            <a:r>
              <a:rPr lang="es-CR" sz="2000" dirty="0"/>
              <a:t>Invite link: </a:t>
            </a:r>
            <a:r>
              <a:rPr lang="es-CR" sz="2000" dirty="0">
                <a:hlinkClick r:id="rId3"/>
              </a:rPr>
              <a:t>https://www.figma.com/team_invite/redeem/oPi0tIDpd4S75HpGObLWOx?t=27P1NSJvzsIWN696-21</a:t>
            </a:r>
            <a:endParaRPr lang="es-CR" sz="2000" dirty="0"/>
          </a:p>
          <a:p>
            <a:endParaRPr lang="en-CR" sz="200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13237C8-E62C-4F0D-A318-BD6FB6C2D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513853"/>
            <a:ext cx="6009366" cy="583457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E953293-459A-759E-E7F2-96AD627557B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4" b="3065"/>
          <a:stretch>
            <a:fillRect/>
          </a:stretch>
        </p:blipFill>
        <p:spPr>
          <a:xfrm>
            <a:off x="5977788" y="799352"/>
            <a:ext cx="5425410" cy="5259296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F4A6B6-1EBC-F250-4410-AE39DEEE0D9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9560" y="6492240"/>
            <a:ext cx="299184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445ACAB9-A218-46AE-8D37-8B32F32BBF79}" type="datetime1">
              <a:rPr lang="es-CR" smtClean="0"/>
              <a:pPr>
                <a:spcAft>
                  <a:spcPts val="600"/>
                </a:spcAft>
              </a:pPr>
              <a:t>4/8/26</a:t>
            </a:fld>
            <a:endParaRPr lang="es-C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0515D0-8C2E-DCD6-806A-2A291CA0FD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685810" y="6492240"/>
            <a:ext cx="3050866" cy="365125"/>
          </a:xfrm>
        </p:spPr>
        <p:txBody>
          <a:bodyPr>
            <a:normAutofit/>
          </a:bodyPr>
          <a:lstStyle/>
          <a:p>
            <a:pPr algn="l">
              <a:spcAft>
                <a:spcPts val="600"/>
              </a:spcAft>
            </a:pPr>
            <a:r>
              <a:rPr lang="es-CR"/>
              <a:t>Ing. Marlen Treviño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6D71DF-E52B-7C22-AA6A-0A0C45033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85070" y="6492240"/>
            <a:ext cx="1055716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58F6A4BC-CB6C-4E38-9980-8A7B9F48D36C}" type="slidenum">
              <a:rPr lang="es-CR" smtClean="0"/>
              <a:pPr>
                <a:spcAft>
                  <a:spcPts val="600"/>
                </a:spcAft>
              </a:pPr>
              <a:t>14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5336992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6CDF8B0-6C91-6D83-8B5F-EE5D016DD0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s-CR" sz="5400" b="1" dirty="0"/>
              <a:t>Calidad</a:t>
            </a: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EBC890F-0902-DDD8-BD20-8911683F90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Autofit/>
          </a:bodyPr>
          <a:lstStyle/>
          <a:p>
            <a:pPr algn="just"/>
            <a:r>
              <a:rPr lang="es-CR" sz="2500" dirty="0"/>
              <a:t>Calidad Total es el cumplimiento de los requerimientos, donde el sistema es la prevención, el estándar es cero defectos. Philip B. Crosby</a:t>
            </a:r>
          </a:p>
          <a:p>
            <a:pPr algn="just"/>
            <a:r>
              <a:rPr lang="es-CR" sz="2500" dirty="0"/>
              <a:t>Calidad es la ausencia de defectos y adecuarse al uso. Joseph M. Juran</a:t>
            </a:r>
          </a:p>
          <a:p>
            <a:pPr algn="just"/>
            <a:r>
              <a:rPr lang="es-CR" sz="2500" dirty="0"/>
              <a:t>Calidad es el grado perceptible de uniformidad y fiabilidad a bajo costo y adecuado a las necesidades del cliente. Edward Deming</a:t>
            </a:r>
          </a:p>
          <a:p>
            <a:pPr algn="just"/>
            <a:r>
              <a:rPr lang="es-CR" sz="2500" dirty="0"/>
              <a:t>Calidad es diseñar, producir y ofrecer un producto o servicio que sea útil, al mejor precio posible y que siempre satisfaga las necesidades del cliente. </a:t>
            </a:r>
            <a:r>
              <a:rPr lang="es-CR" sz="2500" dirty="0" err="1"/>
              <a:t>Kaoro</a:t>
            </a:r>
            <a:r>
              <a:rPr lang="es-CR" sz="2500" dirty="0"/>
              <a:t> Ishikawa</a:t>
            </a:r>
          </a:p>
          <a:p>
            <a:pPr algn="just"/>
            <a:r>
              <a:rPr lang="es-CR" sz="2500" dirty="0"/>
              <a:t>Grado en el que un conjunto de características inherentes cumple con los requisitos. Norma ISO 9000</a:t>
            </a:r>
          </a:p>
        </p:txBody>
      </p:sp>
    </p:spTree>
    <p:extLst>
      <p:ext uri="{BB962C8B-B14F-4D97-AF65-F5344CB8AC3E}">
        <p14:creationId xmlns:p14="http://schemas.microsoft.com/office/powerpoint/2010/main" val="7774550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3" name="Rectangle 1032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9" name="Rectangle 1038">
            <a:extLst>
              <a:ext uri="{FF2B5EF4-FFF2-40B4-BE49-F238E27FC236}">
                <a16:creationId xmlns:a16="http://schemas.microsoft.com/office/drawing/2014/main" id="{D3539FEE-81D3-4406-802E-60B20B16F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41" name="Rectangle 1040">
            <a:extLst>
              <a:ext uri="{FF2B5EF4-FFF2-40B4-BE49-F238E27FC236}">
                <a16:creationId xmlns:a16="http://schemas.microsoft.com/office/drawing/2014/main" id="{DC701763-729E-462F-A5A8-E0DEFEB1E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ítulo 6">
            <a:extLst>
              <a:ext uri="{FF2B5EF4-FFF2-40B4-BE49-F238E27FC236}">
                <a16:creationId xmlns:a16="http://schemas.microsoft.com/office/drawing/2014/main" id="{68126AEA-7BD3-0294-A335-676724215D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7091300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b="1" dirty="0">
                <a:solidFill>
                  <a:srgbClr val="FFFFFF"/>
                </a:solidFill>
              </a:rPr>
              <a:t>¿</a:t>
            </a:r>
            <a:r>
              <a:rPr lang="en-US" sz="4000" b="1" dirty="0" err="1">
                <a:solidFill>
                  <a:srgbClr val="FFFFFF"/>
                </a:solidFill>
              </a:rPr>
              <a:t>Qué</a:t>
            </a:r>
            <a:r>
              <a:rPr lang="en-US" sz="4000" b="1" dirty="0">
                <a:solidFill>
                  <a:srgbClr val="FFFFFF"/>
                </a:solidFill>
              </a:rPr>
              <a:t> </a:t>
            </a:r>
            <a:r>
              <a:rPr lang="en-US" sz="4000" b="1" dirty="0" err="1">
                <a:solidFill>
                  <a:srgbClr val="FFFFFF"/>
                </a:solidFill>
              </a:rPr>
              <a:t>tiene</a:t>
            </a:r>
            <a:r>
              <a:rPr lang="en-US" sz="4000" b="1" dirty="0">
                <a:solidFill>
                  <a:srgbClr val="FFFFFF"/>
                </a:solidFill>
              </a:rPr>
              <a:t> </a:t>
            </a:r>
            <a:r>
              <a:rPr lang="en-US" sz="4000" b="1" dirty="0" err="1">
                <a:solidFill>
                  <a:srgbClr val="FFFFFF"/>
                </a:solidFill>
              </a:rPr>
              <a:t>más</a:t>
            </a:r>
            <a:r>
              <a:rPr lang="en-US" sz="4000" b="1" dirty="0">
                <a:solidFill>
                  <a:srgbClr val="FFFFFF"/>
                </a:solidFill>
              </a:rPr>
              <a:t> </a:t>
            </a:r>
            <a:r>
              <a:rPr lang="en-US" sz="4000" b="1" dirty="0" err="1">
                <a:solidFill>
                  <a:srgbClr val="FFFFFF"/>
                </a:solidFill>
              </a:rPr>
              <a:t>calidad</a:t>
            </a:r>
            <a:r>
              <a:rPr lang="en-US" sz="4000" b="1" dirty="0">
                <a:solidFill>
                  <a:srgbClr val="FFFFFF"/>
                </a:solidFill>
              </a:rPr>
              <a:t>?</a:t>
            </a:r>
          </a:p>
        </p:txBody>
      </p:sp>
      <p:pic>
        <p:nvPicPr>
          <p:cNvPr id="1028" name="Picture 4" descr="Comprar BMW Z4 M40i Roadster 2p. de segunda mano y ocasión">
            <a:extLst>
              <a:ext uri="{FF2B5EF4-FFF2-40B4-BE49-F238E27FC236}">
                <a16:creationId xmlns:a16="http://schemas.microsoft.com/office/drawing/2014/main" id="{BD904735-91BC-E2F8-8A0B-383AE8DAE90B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15748" y="2365122"/>
            <a:ext cx="5131088" cy="36302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VOLKSWAGEN «BOCHO» 1983 | Venta de autos seminuevos">
            <a:extLst>
              <a:ext uri="{FF2B5EF4-FFF2-40B4-BE49-F238E27FC236}">
                <a16:creationId xmlns:a16="http://schemas.microsoft.com/office/drawing/2014/main" id="{EDA12B5A-6F8E-DAE7-B506-E20FBC6E59FA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345165" y="2356711"/>
            <a:ext cx="5131087" cy="3720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779706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F7D788E-2C1B-4EF4-8719-12613771FF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452"/>
          </a:xfrm>
          <a:prstGeom prst="rect">
            <a:avLst/>
          </a:prstGeom>
          <a:solidFill>
            <a:srgbClr val="40404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7CF2A72-6B9F-F0F6-B525-E6E65E2C0D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4949" y="3499076"/>
            <a:ext cx="6053558" cy="2424774"/>
          </a:xfrm>
        </p:spPr>
        <p:txBody>
          <a:bodyPr>
            <a:normAutofit/>
          </a:bodyPr>
          <a:lstStyle/>
          <a:p>
            <a:r>
              <a:rPr lang="es-CR" b="1" dirty="0">
                <a:solidFill>
                  <a:srgbClr val="FFFFFF"/>
                </a:solidFill>
              </a:rPr>
              <a:t>¿Qué tiene más calidad?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7C54E824-C0F4-480B-BC88-689F50C45F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6199" y="548"/>
            <a:ext cx="4349752" cy="3142889"/>
          </a:xfrm>
          <a:custGeom>
            <a:avLst/>
            <a:gdLst>
              <a:gd name="connsiteX0" fmla="*/ 229420 w 4349752"/>
              <a:gd name="connsiteY0" fmla="*/ 0 h 3142889"/>
              <a:gd name="connsiteX1" fmla="*/ 4120333 w 4349752"/>
              <a:gd name="connsiteY1" fmla="*/ 0 h 3142889"/>
              <a:gd name="connsiteX2" fmla="*/ 4178840 w 4349752"/>
              <a:gd name="connsiteY2" fmla="*/ 121453 h 3142889"/>
              <a:gd name="connsiteX3" fmla="*/ 4349752 w 4349752"/>
              <a:gd name="connsiteY3" fmla="*/ 968013 h 3142889"/>
              <a:gd name="connsiteX4" fmla="*/ 2174876 w 4349752"/>
              <a:gd name="connsiteY4" fmla="*/ 3142889 h 3142889"/>
              <a:gd name="connsiteX5" fmla="*/ 0 w 4349752"/>
              <a:gd name="connsiteY5" fmla="*/ 968013 h 3142889"/>
              <a:gd name="connsiteX6" fmla="*/ 170913 w 4349752"/>
              <a:gd name="connsiteY6" fmla="*/ 121453 h 3142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49752" h="3142889">
                <a:moveTo>
                  <a:pt x="229420" y="0"/>
                </a:moveTo>
                <a:lnTo>
                  <a:pt x="4120333" y="0"/>
                </a:lnTo>
                <a:lnTo>
                  <a:pt x="4178840" y="121453"/>
                </a:lnTo>
                <a:cubicBezTo>
                  <a:pt x="4288894" y="381652"/>
                  <a:pt x="4349752" y="667725"/>
                  <a:pt x="4349752" y="968013"/>
                </a:cubicBezTo>
                <a:cubicBezTo>
                  <a:pt x="4349752" y="2169164"/>
                  <a:pt x="3376027" y="3142889"/>
                  <a:pt x="2174876" y="3142889"/>
                </a:cubicBezTo>
                <a:cubicBezTo>
                  <a:pt x="973725" y="3142889"/>
                  <a:pt x="0" y="2169164"/>
                  <a:pt x="0" y="968013"/>
                </a:cubicBezTo>
                <a:cubicBezTo>
                  <a:pt x="0" y="667725"/>
                  <a:pt x="60858" y="381652"/>
                  <a:pt x="170913" y="121453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58DEA6A1-FC5C-4E6E-BBBF-7E472949B3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53759" y="1421356"/>
            <a:ext cx="4538241" cy="5436644"/>
          </a:xfrm>
          <a:custGeom>
            <a:avLst/>
            <a:gdLst>
              <a:gd name="connsiteX0" fmla="*/ 3084645 w 4538241"/>
              <a:gd name="connsiteY0" fmla="*/ 0 h 5436644"/>
              <a:gd name="connsiteX1" fmla="*/ 4285328 w 4538241"/>
              <a:gd name="connsiteY1" fmla="*/ 242407 h 5436644"/>
              <a:gd name="connsiteX2" fmla="*/ 4538241 w 4538241"/>
              <a:gd name="connsiteY2" fmla="*/ 364242 h 5436644"/>
              <a:gd name="connsiteX3" fmla="*/ 4538241 w 4538241"/>
              <a:gd name="connsiteY3" fmla="*/ 5436644 h 5436644"/>
              <a:gd name="connsiteX4" fmla="*/ 1091428 w 4538241"/>
              <a:gd name="connsiteY4" fmla="*/ 5436644 h 5436644"/>
              <a:gd name="connsiteX5" fmla="*/ 903472 w 4538241"/>
              <a:gd name="connsiteY5" fmla="*/ 5265818 h 5436644"/>
              <a:gd name="connsiteX6" fmla="*/ 0 w 4538241"/>
              <a:gd name="connsiteY6" fmla="*/ 3084645 h 5436644"/>
              <a:gd name="connsiteX7" fmla="*/ 3084645 w 4538241"/>
              <a:gd name="connsiteY7" fmla="*/ 0 h 5436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538241" h="5436644">
                <a:moveTo>
                  <a:pt x="3084645" y="0"/>
                </a:moveTo>
                <a:cubicBezTo>
                  <a:pt x="3510546" y="0"/>
                  <a:pt x="3916286" y="86315"/>
                  <a:pt x="4285328" y="242407"/>
                </a:cubicBezTo>
                <a:lnTo>
                  <a:pt x="4538241" y="364242"/>
                </a:lnTo>
                <a:lnTo>
                  <a:pt x="4538241" y="5436644"/>
                </a:lnTo>
                <a:lnTo>
                  <a:pt x="1091428" y="5436644"/>
                </a:lnTo>
                <a:lnTo>
                  <a:pt x="903472" y="5265818"/>
                </a:lnTo>
                <a:cubicBezTo>
                  <a:pt x="345261" y="4707608"/>
                  <a:pt x="0" y="3936446"/>
                  <a:pt x="0" y="3084645"/>
                </a:cubicBezTo>
                <a:cubicBezTo>
                  <a:pt x="0" y="1381043"/>
                  <a:pt x="1381043" y="0"/>
                  <a:pt x="3084645" y="0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6AAAC3B-1954-46B7-BBAC-27DFF5B529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39395" y="0"/>
            <a:ext cx="4023360" cy="2980240"/>
          </a:xfrm>
          <a:custGeom>
            <a:avLst/>
            <a:gdLst>
              <a:gd name="connsiteX0" fmla="*/ 248676 w 4023360"/>
              <a:gd name="connsiteY0" fmla="*/ 0 h 2980240"/>
              <a:gd name="connsiteX1" fmla="*/ 3774684 w 4023360"/>
              <a:gd name="connsiteY1" fmla="*/ 0 h 2980240"/>
              <a:gd name="connsiteX2" fmla="*/ 3780561 w 4023360"/>
              <a:gd name="connsiteY2" fmla="*/ 9674 h 2980240"/>
              <a:gd name="connsiteX3" fmla="*/ 4023360 w 4023360"/>
              <a:gd name="connsiteY3" fmla="*/ 968560 h 2980240"/>
              <a:gd name="connsiteX4" fmla="*/ 2011680 w 4023360"/>
              <a:gd name="connsiteY4" fmla="*/ 2980240 h 2980240"/>
              <a:gd name="connsiteX5" fmla="*/ 0 w 4023360"/>
              <a:gd name="connsiteY5" fmla="*/ 968560 h 2980240"/>
              <a:gd name="connsiteX6" fmla="*/ 242799 w 4023360"/>
              <a:gd name="connsiteY6" fmla="*/ 9674 h 2980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23360" h="2980240">
                <a:moveTo>
                  <a:pt x="248676" y="0"/>
                </a:moveTo>
                <a:lnTo>
                  <a:pt x="3774684" y="0"/>
                </a:lnTo>
                <a:lnTo>
                  <a:pt x="3780561" y="9674"/>
                </a:lnTo>
                <a:cubicBezTo>
                  <a:pt x="3935405" y="294716"/>
                  <a:pt x="4023360" y="621366"/>
                  <a:pt x="4023360" y="968560"/>
                </a:cubicBezTo>
                <a:cubicBezTo>
                  <a:pt x="4023360" y="2079580"/>
                  <a:pt x="3122700" y="2980240"/>
                  <a:pt x="2011680" y="2980240"/>
                </a:cubicBezTo>
                <a:cubicBezTo>
                  <a:pt x="900660" y="2980240"/>
                  <a:pt x="0" y="2079580"/>
                  <a:pt x="0" y="968560"/>
                </a:cubicBezTo>
                <a:cubicBezTo>
                  <a:pt x="0" y="621366"/>
                  <a:pt x="87955" y="294716"/>
                  <a:pt x="242799" y="967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331539F-8A86-0C23-A95A-2C3A7FA495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215161" y="356187"/>
            <a:ext cx="2878409" cy="1792281"/>
          </a:xfrm>
        </p:spPr>
        <p:txBody>
          <a:bodyPr anchor="ctr">
            <a:noAutofit/>
          </a:bodyPr>
          <a:lstStyle/>
          <a:p>
            <a:r>
              <a:rPr lang="es-CR" dirty="0"/>
              <a:t>Los dos tienen la </a:t>
            </a:r>
            <a:r>
              <a:rPr lang="es-CR" b="1" dirty="0"/>
              <a:t>misma calidad</a:t>
            </a:r>
            <a:r>
              <a:rPr lang="es-CR" dirty="0"/>
              <a:t>; siempre y cuando cumplan con sus </a:t>
            </a:r>
            <a:r>
              <a:rPr lang="es-CR" b="1" dirty="0"/>
              <a:t>requerimientos</a:t>
            </a: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A5AD6500-BB62-4AAC-9D2F-C10DDC90C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16897" y="1584494"/>
            <a:ext cx="4375105" cy="5273507"/>
          </a:xfrm>
          <a:custGeom>
            <a:avLst/>
            <a:gdLst>
              <a:gd name="connsiteX0" fmla="*/ 2921508 w 4375105"/>
              <a:gd name="connsiteY0" fmla="*/ 0 h 5273507"/>
              <a:gd name="connsiteX1" fmla="*/ 4314072 w 4375105"/>
              <a:gd name="connsiteY1" fmla="*/ 352611 h 5273507"/>
              <a:gd name="connsiteX2" fmla="*/ 4375105 w 4375105"/>
              <a:gd name="connsiteY2" fmla="*/ 389689 h 5273507"/>
              <a:gd name="connsiteX3" fmla="*/ 4375105 w 4375105"/>
              <a:gd name="connsiteY3" fmla="*/ 5273507 h 5273507"/>
              <a:gd name="connsiteX4" fmla="*/ 1193705 w 4375105"/>
              <a:gd name="connsiteY4" fmla="*/ 5273507 h 5273507"/>
              <a:gd name="connsiteX5" fmla="*/ 1063158 w 4375105"/>
              <a:gd name="connsiteY5" fmla="*/ 5175886 h 5273507"/>
              <a:gd name="connsiteX6" fmla="*/ 0 w 4375105"/>
              <a:gd name="connsiteY6" fmla="*/ 2921508 h 5273507"/>
              <a:gd name="connsiteX7" fmla="*/ 2921508 w 4375105"/>
              <a:gd name="connsiteY7" fmla="*/ 0 h 52735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375105" h="5273507">
                <a:moveTo>
                  <a:pt x="2921508" y="0"/>
                </a:moveTo>
                <a:cubicBezTo>
                  <a:pt x="3425728" y="0"/>
                  <a:pt x="3900114" y="127735"/>
                  <a:pt x="4314072" y="352611"/>
                </a:cubicBezTo>
                <a:lnTo>
                  <a:pt x="4375105" y="389689"/>
                </a:lnTo>
                <a:lnTo>
                  <a:pt x="4375105" y="5273507"/>
                </a:lnTo>
                <a:lnTo>
                  <a:pt x="1193705" y="5273507"/>
                </a:lnTo>
                <a:lnTo>
                  <a:pt x="1063158" y="5175886"/>
                </a:lnTo>
                <a:cubicBezTo>
                  <a:pt x="413861" y="4640038"/>
                  <a:pt x="0" y="3829104"/>
                  <a:pt x="0" y="2921508"/>
                </a:cubicBezTo>
                <a:cubicBezTo>
                  <a:pt x="0" y="1308004"/>
                  <a:pt x="1308004" y="0"/>
                  <a:pt x="292150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127656D-7E87-3560-BCC1-B549014079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6139" y="3143438"/>
            <a:ext cx="3474621" cy="2780412"/>
          </a:xfrm>
        </p:spPr>
        <p:txBody>
          <a:bodyPr anchor="ctr">
            <a:normAutofit/>
          </a:bodyPr>
          <a:lstStyle/>
          <a:p>
            <a:r>
              <a:rPr lang="es-CR" dirty="0"/>
              <a:t>Para ello debemos </a:t>
            </a:r>
            <a:r>
              <a:rPr lang="es-CR" b="1" dirty="0"/>
              <a:t>probar sus especificaciones</a:t>
            </a:r>
          </a:p>
        </p:txBody>
      </p:sp>
    </p:spTree>
    <p:extLst>
      <p:ext uri="{BB962C8B-B14F-4D97-AF65-F5344CB8AC3E}">
        <p14:creationId xmlns:p14="http://schemas.microsoft.com/office/powerpoint/2010/main" val="11360339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Qué es el control de calidad en la industria alimentaria? | Universitat  Carlemany">
            <a:extLst>
              <a:ext uri="{FF2B5EF4-FFF2-40B4-BE49-F238E27FC236}">
                <a16:creationId xmlns:a16="http://schemas.microsoft.com/office/drawing/2014/main" id="{448FE43D-AA4C-9F97-6D7B-465BD0A0D7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2417" y="50681"/>
            <a:ext cx="6979583" cy="41840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ítulo 12">
            <a:extLst>
              <a:ext uri="{FF2B5EF4-FFF2-40B4-BE49-F238E27FC236}">
                <a16:creationId xmlns:a16="http://schemas.microsoft.com/office/drawing/2014/main" id="{60B3272E-917C-8BD9-733B-AD9F08B3EA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R" b="1" dirty="0"/>
              <a:t>Calidad: Características</a:t>
            </a:r>
          </a:p>
        </p:txBody>
      </p:sp>
      <p:sp>
        <p:nvSpPr>
          <p:cNvPr id="14" name="Marcador de texto 13">
            <a:extLst>
              <a:ext uri="{FF2B5EF4-FFF2-40B4-BE49-F238E27FC236}">
                <a16:creationId xmlns:a16="http://schemas.microsoft.com/office/drawing/2014/main" id="{B78E4835-AF11-EA41-CC39-709E466CC2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452282"/>
            <a:ext cx="10512424" cy="1052793"/>
          </a:xfrm>
        </p:spPr>
        <p:txBody>
          <a:bodyPr>
            <a:normAutofit lnSpcReduction="10000"/>
          </a:bodyPr>
          <a:lstStyle/>
          <a:p>
            <a:r>
              <a:rPr lang="es-CR" b="0" dirty="0"/>
              <a:t>Cuando se diseñan y desarrollan los productos o servicios, se les asignan una serie de características que hacen que sea útil para cubrir las necesidades de los usuarios.</a:t>
            </a:r>
          </a:p>
        </p:txBody>
      </p:sp>
      <p:sp>
        <p:nvSpPr>
          <p:cNvPr id="15" name="Marcador de contenido 14">
            <a:extLst>
              <a:ext uri="{FF2B5EF4-FFF2-40B4-BE49-F238E27FC236}">
                <a16:creationId xmlns:a16="http://schemas.microsoft.com/office/drawing/2014/main" id="{6BF28EB0-F9FD-FB6A-2C97-677C88BF84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62014" y="3028041"/>
            <a:ext cx="5157787" cy="3684588"/>
          </a:xfrm>
        </p:spPr>
        <p:txBody>
          <a:bodyPr>
            <a:normAutofit/>
          </a:bodyPr>
          <a:lstStyle/>
          <a:p>
            <a:r>
              <a:rPr lang="es-CR" sz="2400" dirty="0"/>
              <a:t>Ejemplo: Productos</a:t>
            </a:r>
          </a:p>
          <a:p>
            <a:pPr lvl="1"/>
            <a:r>
              <a:rPr lang="es-CR" sz="2000" dirty="0"/>
              <a:t>Apariencia</a:t>
            </a:r>
          </a:p>
          <a:p>
            <a:pPr lvl="1"/>
            <a:r>
              <a:rPr lang="es-CR" sz="2000" dirty="0"/>
              <a:t>Peso</a:t>
            </a:r>
          </a:p>
          <a:p>
            <a:pPr lvl="1"/>
            <a:r>
              <a:rPr lang="es-CR" sz="2000" dirty="0"/>
              <a:t>Durabilidad</a:t>
            </a:r>
          </a:p>
          <a:p>
            <a:pPr lvl="1"/>
            <a:r>
              <a:rPr lang="es-CR" sz="2000" dirty="0"/>
              <a:t>Estilo</a:t>
            </a:r>
          </a:p>
          <a:p>
            <a:pPr lvl="1"/>
            <a:r>
              <a:rPr lang="es-CR" sz="2000" dirty="0"/>
              <a:t>Gusto</a:t>
            </a:r>
          </a:p>
          <a:p>
            <a:pPr lvl="1"/>
            <a:r>
              <a:rPr lang="es-CR" sz="2000" dirty="0"/>
              <a:t>Dimensión</a:t>
            </a:r>
          </a:p>
        </p:txBody>
      </p:sp>
      <p:sp>
        <p:nvSpPr>
          <p:cNvPr id="17" name="Marcador de contenido 16">
            <a:extLst>
              <a:ext uri="{FF2B5EF4-FFF2-40B4-BE49-F238E27FC236}">
                <a16:creationId xmlns:a16="http://schemas.microsoft.com/office/drawing/2014/main" id="{A1FD7FB4-9679-36FA-53E7-F7BBA2B301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4069975"/>
            <a:ext cx="5183188" cy="2642653"/>
          </a:xfrm>
        </p:spPr>
        <p:txBody>
          <a:bodyPr>
            <a:normAutofit/>
          </a:bodyPr>
          <a:lstStyle/>
          <a:p>
            <a:r>
              <a:rPr lang="es-CR" sz="2400" dirty="0"/>
              <a:t>Ejemplo: Servicios</a:t>
            </a:r>
          </a:p>
          <a:p>
            <a:pPr lvl="1"/>
            <a:r>
              <a:rPr lang="es-CR" sz="2000" dirty="0"/>
              <a:t>Rapidez</a:t>
            </a:r>
          </a:p>
          <a:p>
            <a:pPr lvl="1"/>
            <a:r>
              <a:rPr lang="es-CR" sz="2000" dirty="0"/>
              <a:t>Honestidad</a:t>
            </a:r>
          </a:p>
          <a:p>
            <a:pPr lvl="1"/>
            <a:r>
              <a:rPr lang="es-CR" sz="2000" dirty="0"/>
              <a:t>Puntualidad</a:t>
            </a:r>
          </a:p>
          <a:p>
            <a:pPr lvl="1"/>
            <a:r>
              <a:rPr lang="es-CR" sz="2000" dirty="0"/>
              <a:t>Flexibilidad</a:t>
            </a:r>
          </a:p>
          <a:p>
            <a:pPr lvl="1"/>
            <a:r>
              <a:rPr lang="es-CR" sz="2000" dirty="0"/>
              <a:t>Cortesía</a:t>
            </a:r>
          </a:p>
          <a:p>
            <a:pPr lvl="1"/>
            <a:r>
              <a:rPr lang="es-CR" sz="2000" dirty="0"/>
              <a:t>Efectividad</a:t>
            </a:r>
          </a:p>
          <a:p>
            <a:endParaRPr lang="es-CR" sz="2400" dirty="0"/>
          </a:p>
        </p:txBody>
      </p:sp>
    </p:spTree>
    <p:extLst>
      <p:ext uri="{BB962C8B-B14F-4D97-AF65-F5344CB8AC3E}">
        <p14:creationId xmlns:p14="http://schemas.microsoft.com/office/powerpoint/2010/main" val="12618952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03" name="Rectangle 4102">
            <a:extLst>
              <a:ext uri="{FF2B5EF4-FFF2-40B4-BE49-F238E27FC236}">
                <a16:creationId xmlns:a16="http://schemas.microsoft.com/office/drawing/2014/main" id="{0CCC4BA0-1298-4DBD-86F1-B51D8C9D34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FF0A8B8-1BE0-474B-4771-F5DAF79DE6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8475" y="140356"/>
            <a:ext cx="5427525" cy="1129554"/>
          </a:xfrm>
        </p:spPr>
        <p:txBody>
          <a:bodyPr anchor="b">
            <a:normAutofit/>
          </a:bodyPr>
          <a:lstStyle/>
          <a:p>
            <a:r>
              <a:rPr lang="es-CR" b="1" dirty="0"/>
              <a:t>Calidad: Requisitos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07C5164-902C-F8EF-FB1C-BDF455D35D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5785" y="1347757"/>
            <a:ext cx="6250521" cy="4837890"/>
          </a:xfrm>
        </p:spPr>
        <p:txBody>
          <a:bodyPr anchor="t">
            <a:normAutofit fontScale="92500" lnSpcReduction="20000"/>
          </a:bodyPr>
          <a:lstStyle/>
          <a:p>
            <a:r>
              <a:rPr lang="es-CR" sz="2000" dirty="0"/>
              <a:t>Los requisitos se refieren a cómo tienen que ser las características.</a:t>
            </a:r>
          </a:p>
          <a:p>
            <a:r>
              <a:rPr lang="es-CR" sz="2000" dirty="0"/>
              <a:t>Existen una serie de requisitos de tipo obligatorio: seguridad, legales, etc.</a:t>
            </a:r>
          </a:p>
          <a:p>
            <a:pPr marL="0" indent="0">
              <a:buNone/>
            </a:pPr>
            <a:endParaRPr lang="es-CR" sz="2000" dirty="0"/>
          </a:p>
          <a:p>
            <a:pPr marL="0" indent="0">
              <a:buNone/>
            </a:pPr>
            <a:r>
              <a:rPr lang="es-CR" sz="2000" dirty="0"/>
              <a:t>Ejemplo</a:t>
            </a:r>
          </a:p>
          <a:p>
            <a:pPr marL="0" indent="0">
              <a:buNone/>
            </a:pPr>
            <a:r>
              <a:rPr lang="es-CR" sz="2000" dirty="0"/>
              <a:t>Daniel está pensando en comprarse un automóvil y ha realizado una lista con las características y requisitos de calidad.</a:t>
            </a:r>
          </a:p>
          <a:p>
            <a:pPr lvl="1"/>
            <a:r>
              <a:rPr lang="es-CR" sz="2000" dirty="0"/>
              <a:t>Velocidad máxima: </a:t>
            </a:r>
            <a:r>
              <a:rPr lang="es-CR" sz="2000" b="1" dirty="0"/>
              <a:t>180 km/h</a:t>
            </a:r>
          </a:p>
          <a:p>
            <a:pPr lvl="1"/>
            <a:r>
              <a:rPr lang="es-CR" sz="2000" dirty="0"/>
              <a:t>Aceleración: </a:t>
            </a:r>
            <a:r>
              <a:rPr lang="nb-NO" sz="2000" b="1" dirty="0"/>
              <a:t>8.6 seg. de 0-100 km/h</a:t>
            </a:r>
            <a:endParaRPr lang="es-CR" sz="2000" b="1" dirty="0"/>
          </a:p>
          <a:p>
            <a:pPr lvl="1"/>
            <a:r>
              <a:rPr lang="es-CR" sz="2000" dirty="0"/>
              <a:t>Consumo: </a:t>
            </a:r>
            <a:r>
              <a:rPr lang="es-CR" sz="2000" b="1" dirty="0"/>
              <a:t>5 litros / 100 km</a:t>
            </a:r>
          </a:p>
          <a:p>
            <a:pPr lvl="1"/>
            <a:r>
              <a:rPr lang="es-CR" sz="2000" dirty="0"/>
              <a:t>Largo: </a:t>
            </a:r>
            <a:r>
              <a:rPr lang="es-CR" sz="2000" b="1" dirty="0"/>
              <a:t>4.5 m</a:t>
            </a:r>
          </a:p>
          <a:p>
            <a:pPr lvl="1"/>
            <a:r>
              <a:rPr lang="es-CR" sz="2000" dirty="0"/>
              <a:t>Bolsas de aire: </a:t>
            </a:r>
            <a:r>
              <a:rPr lang="es-CR" sz="2000" b="1" dirty="0"/>
              <a:t>Frontales y laterales</a:t>
            </a:r>
          </a:p>
          <a:p>
            <a:pPr lvl="1"/>
            <a:r>
              <a:rPr lang="es-CR" sz="2000" dirty="0"/>
              <a:t>Color: </a:t>
            </a:r>
            <a:r>
              <a:rPr lang="es-CR" sz="2000" b="1" dirty="0"/>
              <a:t>Azul metálico</a:t>
            </a:r>
          </a:p>
          <a:p>
            <a:pPr lvl="1"/>
            <a:r>
              <a:rPr lang="es-CR" sz="2000" dirty="0"/>
              <a:t>Garantía: </a:t>
            </a:r>
            <a:r>
              <a:rPr lang="es-CR" sz="2000" b="1" dirty="0"/>
              <a:t>4 años</a:t>
            </a:r>
          </a:p>
          <a:p>
            <a:pPr lvl="1"/>
            <a:r>
              <a:rPr lang="es-CR" sz="2000" dirty="0"/>
              <a:t>Precio: </a:t>
            </a:r>
            <a:r>
              <a:rPr lang="es-CR" sz="2000" b="1" dirty="0"/>
              <a:t>$15.000 - $20.000</a:t>
            </a:r>
          </a:p>
        </p:txBody>
      </p:sp>
      <p:pic>
        <p:nvPicPr>
          <p:cNvPr id="4098" name="Picture 2" descr="789.700+ Vehículo De Motor Ilustraciones Fotografías de stock, fotos e  imágenes libres de derechos - iStock">
            <a:extLst>
              <a:ext uri="{FF2B5EF4-FFF2-40B4-BE49-F238E27FC236}">
                <a16:creationId xmlns:a16="http://schemas.microsoft.com/office/drawing/2014/main" id="{E604A660-F1C1-1D09-B916-6EB8BEE437C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" b="3"/>
          <a:stretch/>
        </p:blipFill>
        <p:spPr bwMode="auto">
          <a:xfrm>
            <a:off x="7047513" y="975645"/>
            <a:ext cx="4443447" cy="4443447"/>
          </a:xfrm>
          <a:custGeom>
            <a:avLst/>
            <a:gdLst/>
            <a:ahLst/>
            <a:cxnLst/>
            <a:rect l="l" t="t" r="r" b="b"/>
            <a:pathLst>
              <a:path w="4694238" h="4694238">
                <a:moveTo>
                  <a:pt x="2347119" y="0"/>
                </a:moveTo>
                <a:cubicBezTo>
                  <a:pt x="3643397" y="0"/>
                  <a:pt x="4694238" y="1050841"/>
                  <a:pt x="4694238" y="2347119"/>
                </a:cubicBezTo>
                <a:cubicBezTo>
                  <a:pt x="4694238" y="3643397"/>
                  <a:pt x="3643397" y="4694238"/>
                  <a:pt x="2347119" y="4694238"/>
                </a:cubicBezTo>
                <a:cubicBezTo>
                  <a:pt x="1050841" y="4694238"/>
                  <a:pt x="0" y="3643397"/>
                  <a:pt x="0" y="2347119"/>
                </a:cubicBezTo>
                <a:cubicBezTo>
                  <a:pt x="0" y="1050841"/>
                  <a:pt x="1050841" y="0"/>
                  <a:pt x="2347119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05" name="Rectangle 4104">
            <a:extLst>
              <a:ext uri="{FF2B5EF4-FFF2-40B4-BE49-F238E27FC236}">
                <a16:creationId xmlns:a16="http://schemas.microsoft.com/office/drawing/2014/main" id="{EEBF1590-3B36-48EE-A89D-3B6F3CB256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07" name="Rectangle 4106">
            <a:extLst>
              <a:ext uri="{FF2B5EF4-FFF2-40B4-BE49-F238E27FC236}">
                <a16:creationId xmlns:a16="http://schemas.microsoft.com/office/drawing/2014/main" id="{AC8F6C8C-AB5A-4548-942D-E3FD40ACBC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39161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8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86CF47F-9FCF-91B2-91CC-C3764B7354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394" y="1070800"/>
            <a:ext cx="3939688" cy="5583126"/>
          </a:xfrm>
        </p:spPr>
        <p:txBody>
          <a:bodyPr>
            <a:normAutofit/>
          </a:bodyPr>
          <a:lstStyle/>
          <a:p>
            <a:pPr algn="r"/>
            <a:r>
              <a:rPr lang="es-CR" sz="8000" dirty="0"/>
              <a:t>Etapas</a:t>
            </a:r>
          </a:p>
        </p:txBody>
      </p:sp>
      <p:cxnSp>
        <p:nvCxnSpPr>
          <p:cNvPr id="18" name="Straight Connector 10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28053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263DF939-5557-2899-5CC5-7E18F3633CC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35779975"/>
              </p:ext>
            </p:extLst>
          </p:nvPr>
        </p:nvGraphicFramePr>
        <p:xfrm>
          <a:off x="5108535" y="1070800"/>
          <a:ext cx="6245265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FE8D35C3-84E5-AAF5-A897-56C05D0CCF88}"/>
              </a:ext>
            </a:extLst>
          </p:cNvPr>
          <p:cNvSpPr txBox="1"/>
          <p:nvPr/>
        </p:nvSpPr>
        <p:spPr>
          <a:xfrm>
            <a:off x="965200" y="308724"/>
            <a:ext cx="10261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R" sz="2800" dirty="0"/>
              <a:t>¿Como ha evolucionado el concepto de Calidad?</a:t>
            </a:r>
          </a:p>
        </p:txBody>
      </p:sp>
    </p:spTree>
    <p:extLst>
      <p:ext uri="{BB962C8B-B14F-4D97-AF65-F5344CB8AC3E}">
        <p14:creationId xmlns:p14="http://schemas.microsoft.com/office/powerpoint/2010/main" val="31869192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6CF47F-9FCF-91B2-91CC-C3764B7354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394" y="1070800"/>
            <a:ext cx="3939688" cy="5583126"/>
          </a:xfrm>
        </p:spPr>
        <p:txBody>
          <a:bodyPr>
            <a:normAutofit/>
          </a:bodyPr>
          <a:lstStyle/>
          <a:p>
            <a:pPr algn="r"/>
            <a:r>
              <a:rPr lang="es-CR" sz="8000"/>
              <a:t>Etapas</a:t>
            </a:r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263DF939-5557-2899-5CC5-7E18F3633CC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04837514"/>
              </p:ext>
            </p:extLst>
          </p:nvPr>
        </p:nvGraphicFramePr>
        <p:xfrm>
          <a:off x="5108535" y="1070800"/>
          <a:ext cx="6245265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3189396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6021610-E1BF-9E5D-1577-ADB4A05791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394" y="1070800"/>
            <a:ext cx="3939688" cy="5583126"/>
          </a:xfrm>
        </p:spPr>
        <p:txBody>
          <a:bodyPr>
            <a:normAutofit/>
          </a:bodyPr>
          <a:lstStyle/>
          <a:p>
            <a:pPr algn="r"/>
            <a:r>
              <a:rPr lang="es-CR" sz="7400"/>
              <a:t>Artesanal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28053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36890F1D-1588-1BE2-51ED-71DA3B0FD9D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56448507"/>
              </p:ext>
            </p:extLst>
          </p:nvPr>
        </p:nvGraphicFramePr>
        <p:xfrm>
          <a:off x="5108535" y="1070800"/>
          <a:ext cx="6245265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8693623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6CF47F-9FCF-91B2-91CC-C3764B7354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394" y="1070800"/>
            <a:ext cx="3939688" cy="5583126"/>
          </a:xfrm>
        </p:spPr>
        <p:txBody>
          <a:bodyPr>
            <a:normAutofit/>
          </a:bodyPr>
          <a:lstStyle/>
          <a:p>
            <a:pPr algn="r"/>
            <a:r>
              <a:rPr lang="es-CR" sz="8000"/>
              <a:t>Etapas</a:t>
            </a:r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263DF939-5557-2899-5CC5-7E18F3633CC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41405152"/>
              </p:ext>
            </p:extLst>
          </p:nvPr>
        </p:nvGraphicFramePr>
        <p:xfrm>
          <a:off x="5108535" y="1070800"/>
          <a:ext cx="6245265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0315729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2554CA6-288E-4202-BC52-2E5A8F0C0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189" y="1119031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60262AC-9834-FBB2-B109-B0305E58F0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1074" y="1396686"/>
            <a:ext cx="3240506" cy="4064628"/>
          </a:xfrm>
        </p:spPr>
        <p:txBody>
          <a:bodyPr>
            <a:normAutofit/>
          </a:bodyPr>
          <a:lstStyle/>
          <a:p>
            <a:r>
              <a:rPr lang="es-CR" sz="3700">
                <a:solidFill>
                  <a:srgbClr val="FFFFFF"/>
                </a:solidFill>
              </a:rPr>
              <a:t>Industrialización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8683720" y="941148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0048" y="4780992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512E0DB-4F9F-3B5B-C332-9DCEECF249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0153" y="1526033"/>
            <a:ext cx="5911799" cy="4619938"/>
          </a:xfrm>
        </p:spPr>
        <p:txBody>
          <a:bodyPr>
            <a:normAutofit/>
          </a:bodyPr>
          <a:lstStyle/>
          <a:p>
            <a:pPr algn="just"/>
            <a:r>
              <a:rPr lang="es-CR" dirty="0"/>
              <a:t>El concepto de Calidad fue sustituido por el de Producción, hacer muchas cosas y muy deprisa sin importar con que calidad.</a:t>
            </a:r>
          </a:p>
          <a:p>
            <a:pPr algn="just"/>
            <a:r>
              <a:rPr lang="es-CR" dirty="0"/>
              <a:t>El objetivo era satisfacer la demanda de bienes (generalmente escasos) y aumentar los beneficios.</a:t>
            </a:r>
          </a:p>
          <a:p>
            <a:pPr algn="just"/>
            <a:r>
              <a:rPr lang="es-CR" dirty="0"/>
              <a:t>La cantidad y el tiempo son los conceptos importantes</a:t>
            </a:r>
          </a:p>
        </p:txBody>
      </p:sp>
    </p:spTree>
    <p:extLst>
      <p:ext uri="{BB962C8B-B14F-4D97-AF65-F5344CB8AC3E}">
        <p14:creationId xmlns:p14="http://schemas.microsoft.com/office/powerpoint/2010/main" val="368431344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6CF47F-9FCF-91B2-91CC-C3764B7354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394" y="1070800"/>
            <a:ext cx="3939688" cy="5583126"/>
          </a:xfrm>
        </p:spPr>
        <p:txBody>
          <a:bodyPr>
            <a:normAutofit/>
          </a:bodyPr>
          <a:lstStyle/>
          <a:p>
            <a:pPr algn="r"/>
            <a:r>
              <a:rPr lang="es-CR" sz="8000"/>
              <a:t>Etapas</a:t>
            </a:r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263DF939-5557-2899-5CC5-7E18F3633CC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8663202"/>
              </p:ext>
            </p:extLst>
          </p:nvPr>
        </p:nvGraphicFramePr>
        <p:xfrm>
          <a:off x="5108535" y="1070800"/>
          <a:ext cx="6245265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030818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632B9EC-706D-E2CA-F992-025A37C460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0" y="80683"/>
            <a:ext cx="5334197" cy="1708242"/>
          </a:xfrm>
        </p:spPr>
        <p:txBody>
          <a:bodyPr anchor="ctr">
            <a:normAutofit/>
          </a:bodyPr>
          <a:lstStyle/>
          <a:p>
            <a:r>
              <a:rPr lang="es-CR" sz="4000" b="1" dirty="0"/>
              <a:t>Control final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C5DB5F8-F006-6662-EA5B-3FDECD36B5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0660" y="2097742"/>
            <a:ext cx="5755338" cy="4142338"/>
          </a:xfrm>
        </p:spPr>
        <p:txBody>
          <a:bodyPr anchor="ctr">
            <a:normAutofit lnSpcReduction="10000"/>
          </a:bodyPr>
          <a:lstStyle/>
          <a:p>
            <a:pPr algn="just"/>
            <a:r>
              <a:rPr lang="es-CR" sz="2400" dirty="0"/>
              <a:t>En esta etapa lo importante ya no era la cantidad de producto fabricado, sino que el cliente lo recibiera según sus especificaciones.</a:t>
            </a:r>
          </a:p>
          <a:p>
            <a:pPr algn="just"/>
            <a:r>
              <a:rPr lang="es-CR" sz="2400" dirty="0"/>
              <a:t>El cliente ya no se conforma con cualquier cosa y empieza a exigir que el producto que recibe cumpla con lo que ha especificado, lo que origina el nacimiento del Control de Calidad entendido como Control Final.</a:t>
            </a:r>
          </a:p>
          <a:p>
            <a:pPr algn="just"/>
            <a:endParaRPr lang="es-CR" sz="2400" dirty="0"/>
          </a:p>
          <a:p>
            <a:pPr algn="just"/>
            <a:r>
              <a:rPr lang="es-CR" sz="2400" dirty="0"/>
              <a:t>Calidad = Control de Calidad = Control Final</a:t>
            </a:r>
          </a:p>
        </p:txBody>
      </p:sp>
      <p:pic>
        <p:nvPicPr>
          <p:cNvPr id="5" name="Picture 4" descr="Cajas de cartón en cinta transportadora">
            <a:extLst>
              <a:ext uri="{FF2B5EF4-FFF2-40B4-BE49-F238E27FC236}">
                <a16:creationId xmlns:a16="http://schemas.microsoft.com/office/drawing/2014/main" id="{4C667C77-A48E-F8D8-3F06-AF64AD910FA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9155" r="19008" b="-1"/>
          <a:stretch/>
        </p:blipFill>
        <p:spPr>
          <a:xfrm>
            <a:off x="6857797" y="-10886"/>
            <a:ext cx="5334204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9507879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6CF47F-9FCF-91B2-91CC-C3764B7354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394" y="1070800"/>
            <a:ext cx="3939688" cy="5583126"/>
          </a:xfrm>
        </p:spPr>
        <p:txBody>
          <a:bodyPr>
            <a:normAutofit/>
          </a:bodyPr>
          <a:lstStyle/>
          <a:p>
            <a:pPr algn="r"/>
            <a:r>
              <a:rPr lang="es-CR" sz="8000"/>
              <a:t>Etapas</a:t>
            </a:r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263DF939-5557-2899-5CC5-7E18F3633CC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8962478"/>
              </p:ext>
            </p:extLst>
          </p:nvPr>
        </p:nvGraphicFramePr>
        <p:xfrm>
          <a:off x="5108535" y="1070800"/>
          <a:ext cx="6245265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1972424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82ABC17-D553-3669-AE34-671255456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s-CR" b="1" dirty="0">
                <a:solidFill>
                  <a:srgbClr val="FFFFFF"/>
                </a:solidFill>
              </a:rPr>
              <a:t>Control en el proceso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683C075-CC41-B4BE-80E3-EC73B53B4C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39734" y="319088"/>
            <a:ext cx="7368174" cy="5857875"/>
          </a:xfrm>
        </p:spPr>
        <p:txBody>
          <a:bodyPr anchor="ctr">
            <a:normAutofit/>
          </a:bodyPr>
          <a:lstStyle/>
          <a:p>
            <a:pPr algn="just"/>
            <a:r>
              <a:rPr lang="es-CR" sz="1600" dirty="0"/>
              <a:t>Los defectos que se encontraban durante la inspección final, no sólo se producían durante el proceso de fabricación, sino que también eran provocados por el mal estado o la No Conformidad de la Materia Prima utilizada.</a:t>
            </a:r>
          </a:p>
          <a:p>
            <a:pPr algn="just"/>
            <a:r>
              <a:rPr lang="es-CR" sz="1600" dirty="0"/>
              <a:t>Esto llevó a establecer nuevos puntos de inspección, por un lado una inspección en la Materia Prima que permitiera detectar cuanto antes el defecto y así evitar dar valor añadido a un producto defectuoso que era defectuoso desde el principio, y por otro, una inspección durante el proceso que permitiera detectar los defectuosos cuando y donde se producían.</a:t>
            </a:r>
          </a:p>
          <a:p>
            <a:pPr algn="just"/>
            <a:r>
              <a:rPr lang="es-CR" sz="1600" dirty="0"/>
              <a:t>El cliente no quiere recibir sólo los productos buenos, lo que quiere es que todos los productos que se fabriquen sean buenos y que se le entreguen en el plazo pactado porque sabe, que en caso contrario, él estaría pagando los defectos.</a:t>
            </a:r>
          </a:p>
          <a:p>
            <a:pPr algn="just"/>
            <a:r>
              <a:rPr lang="es-CR" sz="1600" dirty="0"/>
              <a:t>Estaba claro que había que hacer algo, y lo lógico era invertir menos dinero en inspecciones y más dinero en la prevención de los defectos.</a:t>
            </a:r>
          </a:p>
          <a:p>
            <a:pPr algn="just"/>
            <a:r>
              <a:rPr lang="es-CR" sz="1600" dirty="0"/>
              <a:t>De esta forma surge el Control en Proceso que permite tomar Acciones Preventivas. Ya no se trata sólo de identificar y rechazar o repasar los productos defectuosos antes de su salida al mercado o de su envío al cliente, se trata de efectuar un control en cada fase del proceso que permita identificar los fallos y tomar Acciones Correctoras que eviten la aparición de los defectuosos.</a:t>
            </a:r>
          </a:p>
          <a:p>
            <a:pPr algn="just"/>
            <a:endParaRPr lang="es-CR" sz="1600" dirty="0"/>
          </a:p>
          <a:p>
            <a:pPr algn="just"/>
            <a:r>
              <a:rPr lang="es-CR" dirty="0"/>
              <a:t>Calidad = Prevención = Ausencia de defectos</a:t>
            </a:r>
          </a:p>
        </p:txBody>
      </p:sp>
    </p:spTree>
    <p:extLst>
      <p:ext uri="{BB962C8B-B14F-4D97-AF65-F5344CB8AC3E}">
        <p14:creationId xmlns:p14="http://schemas.microsoft.com/office/powerpoint/2010/main" val="264739217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6CF47F-9FCF-91B2-91CC-C3764B7354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394" y="1070800"/>
            <a:ext cx="3939688" cy="5583126"/>
          </a:xfrm>
        </p:spPr>
        <p:txBody>
          <a:bodyPr>
            <a:normAutofit/>
          </a:bodyPr>
          <a:lstStyle/>
          <a:p>
            <a:pPr algn="r"/>
            <a:r>
              <a:rPr lang="es-CR" sz="8000"/>
              <a:t>Etapas</a:t>
            </a:r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263DF939-5557-2899-5CC5-7E18F3633CC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69275672"/>
              </p:ext>
            </p:extLst>
          </p:nvPr>
        </p:nvGraphicFramePr>
        <p:xfrm>
          <a:off x="5108535" y="1070800"/>
          <a:ext cx="6245265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1957397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327D73B4-9F5C-4A64-A179-51B9500CB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79CEC4A-4F82-64DB-2756-FDA4FE7E04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57715" y="-34747"/>
            <a:ext cx="4195674" cy="2052522"/>
          </a:xfrm>
        </p:spPr>
        <p:txBody>
          <a:bodyPr anchor="b">
            <a:normAutofit/>
          </a:bodyPr>
          <a:lstStyle/>
          <a:p>
            <a:r>
              <a:rPr lang="es-CR" sz="4300" b="1" dirty="0"/>
              <a:t>Control en diseño</a:t>
            </a:r>
            <a:br>
              <a:rPr lang="es-CR" sz="4300" b="1" dirty="0"/>
            </a:br>
            <a:endParaRPr lang="es-CR" sz="4300" b="1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C1F06963-6374-4B48-844F-071A9BAAAE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2965" y="554152"/>
            <a:ext cx="5742189" cy="5742189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4" descr="Rompecabezas blanco con una pieza roja">
            <a:extLst>
              <a:ext uri="{FF2B5EF4-FFF2-40B4-BE49-F238E27FC236}">
                <a16:creationId xmlns:a16="http://schemas.microsoft.com/office/drawing/2014/main" id="{D24635F4-A55F-03FE-3077-D13594440C5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2657" r="21094" b="1"/>
          <a:stretch/>
        </p:blipFill>
        <p:spPr>
          <a:xfrm>
            <a:off x="505418" y="554151"/>
            <a:ext cx="5742189" cy="5742189"/>
          </a:xfrm>
          <a:custGeom>
            <a:avLst/>
            <a:gdLst/>
            <a:ahLst/>
            <a:cxnLst/>
            <a:rect l="l" t="t" r="r" b="b"/>
            <a:pathLst>
              <a:path w="1838528" h="1838528">
                <a:moveTo>
                  <a:pt x="919264" y="0"/>
                </a:moveTo>
                <a:cubicBezTo>
                  <a:pt x="1426959" y="0"/>
                  <a:pt x="1838528" y="411569"/>
                  <a:pt x="1838528" y="919264"/>
                </a:cubicBezTo>
                <a:cubicBezTo>
                  <a:pt x="1838528" y="1426959"/>
                  <a:pt x="1426959" y="1838528"/>
                  <a:pt x="919264" y="1838528"/>
                </a:cubicBezTo>
                <a:cubicBezTo>
                  <a:pt x="411569" y="1838528"/>
                  <a:pt x="0" y="1426959"/>
                  <a:pt x="0" y="919264"/>
                </a:cubicBezTo>
                <a:cubicBezTo>
                  <a:pt x="0" y="411569"/>
                  <a:pt x="411569" y="0"/>
                  <a:pt x="919264" y="0"/>
                </a:cubicBezTo>
                <a:close/>
              </a:path>
            </a:pathLst>
          </a:custGeom>
        </p:spPr>
      </p:pic>
      <p:sp>
        <p:nvSpPr>
          <p:cNvPr id="20" name="!!plus graphic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4956" y="703679"/>
            <a:ext cx="171515" cy="171515"/>
          </a:xfrm>
          <a:custGeom>
            <a:avLst/>
            <a:gdLst>
              <a:gd name="connsiteX0" fmla="*/ 159874 w 171515"/>
              <a:gd name="connsiteY0" fmla="*/ 74116 h 171515"/>
              <a:gd name="connsiteX1" fmla="*/ 97399 w 171515"/>
              <a:gd name="connsiteY1" fmla="*/ 74116 h 171515"/>
              <a:gd name="connsiteX2" fmla="*/ 97399 w 171515"/>
              <a:gd name="connsiteY2" fmla="*/ 11641 h 171515"/>
              <a:gd name="connsiteX3" fmla="*/ 85758 w 171515"/>
              <a:gd name="connsiteY3" fmla="*/ 0 h 171515"/>
              <a:gd name="connsiteX4" fmla="*/ 74116 w 171515"/>
              <a:gd name="connsiteY4" fmla="*/ 11641 h 171515"/>
              <a:gd name="connsiteX5" fmla="*/ 74116 w 171515"/>
              <a:gd name="connsiteY5" fmla="*/ 74116 h 171515"/>
              <a:gd name="connsiteX6" fmla="*/ 11641 w 171515"/>
              <a:gd name="connsiteY6" fmla="*/ 74116 h 171515"/>
              <a:gd name="connsiteX7" fmla="*/ 0 w 171515"/>
              <a:gd name="connsiteY7" fmla="*/ 85758 h 171515"/>
              <a:gd name="connsiteX8" fmla="*/ 11641 w 171515"/>
              <a:gd name="connsiteY8" fmla="*/ 97399 h 171515"/>
              <a:gd name="connsiteX9" fmla="*/ 74116 w 171515"/>
              <a:gd name="connsiteY9" fmla="*/ 97399 h 171515"/>
              <a:gd name="connsiteX10" fmla="*/ 74116 w 171515"/>
              <a:gd name="connsiteY10" fmla="*/ 159874 h 171515"/>
              <a:gd name="connsiteX11" fmla="*/ 85758 w 171515"/>
              <a:gd name="connsiteY11" fmla="*/ 171515 h 171515"/>
              <a:gd name="connsiteX12" fmla="*/ 97399 w 171515"/>
              <a:gd name="connsiteY12" fmla="*/ 159874 h 171515"/>
              <a:gd name="connsiteX13" fmla="*/ 97399 w 171515"/>
              <a:gd name="connsiteY13" fmla="*/ 97399 h 171515"/>
              <a:gd name="connsiteX14" fmla="*/ 159874 w 171515"/>
              <a:gd name="connsiteY14" fmla="*/ 97399 h 171515"/>
              <a:gd name="connsiteX15" fmla="*/ 171515 w 171515"/>
              <a:gd name="connsiteY15" fmla="*/ 85758 h 171515"/>
              <a:gd name="connsiteX16" fmla="*/ 159874 w 171515"/>
              <a:gd name="connsiteY16" fmla="*/ 74116 h 171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71515" h="171515">
                <a:moveTo>
                  <a:pt x="159874" y="74116"/>
                </a:moveTo>
                <a:lnTo>
                  <a:pt x="97399" y="74116"/>
                </a:lnTo>
                <a:lnTo>
                  <a:pt x="97399" y="11641"/>
                </a:lnTo>
                <a:cubicBezTo>
                  <a:pt x="97399" y="5212"/>
                  <a:pt x="92187" y="0"/>
                  <a:pt x="85758" y="0"/>
                </a:cubicBezTo>
                <a:cubicBezTo>
                  <a:pt x="79328" y="0"/>
                  <a:pt x="74116" y="5212"/>
                  <a:pt x="74116" y="11641"/>
                </a:cubicBezTo>
                <a:lnTo>
                  <a:pt x="74116" y="74116"/>
                </a:lnTo>
                <a:lnTo>
                  <a:pt x="11641" y="74116"/>
                </a:lnTo>
                <a:cubicBezTo>
                  <a:pt x="5212" y="74116"/>
                  <a:pt x="0" y="79328"/>
                  <a:pt x="0" y="85758"/>
                </a:cubicBezTo>
                <a:cubicBezTo>
                  <a:pt x="0" y="92187"/>
                  <a:pt x="5212" y="97399"/>
                  <a:pt x="11641" y="97399"/>
                </a:cubicBezTo>
                <a:lnTo>
                  <a:pt x="74116" y="97399"/>
                </a:lnTo>
                <a:lnTo>
                  <a:pt x="74116" y="159874"/>
                </a:lnTo>
                <a:cubicBezTo>
                  <a:pt x="74116" y="166303"/>
                  <a:pt x="79328" y="171515"/>
                  <a:pt x="85758" y="171515"/>
                </a:cubicBezTo>
                <a:cubicBezTo>
                  <a:pt x="92187" y="171515"/>
                  <a:pt x="97399" y="166303"/>
                  <a:pt x="97399" y="159874"/>
                </a:cubicBezTo>
                <a:lnTo>
                  <a:pt x="97399" y="97399"/>
                </a:lnTo>
                <a:lnTo>
                  <a:pt x="159874" y="97399"/>
                </a:lnTo>
                <a:cubicBezTo>
                  <a:pt x="166303" y="97399"/>
                  <a:pt x="171515" y="92187"/>
                  <a:pt x="171515" y="85758"/>
                </a:cubicBezTo>
                <a:cubicBezTo>
                  <a:pt x="171515" y="79328"/>
                  <a:pt x="166303" y="74116"/>
                  <a:pt x="159874" y="74116"/>
                </a:cubicBezTo>
                <a:close/>
              </a:path>
            </a:pathLst>
          </a:custGeom>
          <a:solidFill>
            <a:schemeClr val="accent1"/>
          </a:solidFill>
          <a:ln w="77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!!circle graphic">
            <a:extLst>
              <a:ext uri="{FF2B5EF4-FFF2-40B4-BE49-F238E27FC236}">
                <a16:creationId xmlns:a16="http://schemas.microsoft.com/office/drawing/2014/main" id="{1453BF6C-B012-48B7-B4E8-6D7AC7C2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2753" y="1562696"/>
            <a:ext cx="157545" cy="157545"/>
          </a:xfrm>
          <a:custGeom>
            <a:avLst/>
            <a:gdLst>
              <a:gd name="connsiteX0" fmla="*/ 78773 w 157545"/>
              <a:gd name="connsiteY0" fmla="*/ 23283 h 157545"/>
              <a:gd name="connsiteX1" fmla="*/ 134262 w 157545"/>
              <a:gd name="connsiteY1" fmla="*/ 78773 h 157545"/>
              <a:gd name="connsiteX2" fmla="*/ 78773 w 157545"/>
              <a:gd name="connsiteY2" fmla="*/ 134262 h 157545"/>
              <a:gd name="connsiteX3" fmla="*/ 23283 w 157545"/>
              <a:gd name="connsiteY3" fmla="*/ 78773 h 157545"/>
              <a:gd name="connsiteX4" fmla="*/ 78773 w 157545"/>
              <a:gd name="connsiteY4" fmla="*/ 23283 h 157545"/>
              <a:gd name="connsiteX5" fmla="*/ 78773 w 157545"/>
              <a:gd name="connsiteY5" fmla="*/ 0 h 157545"/>
              <a:gd name="connsiteX6" fmla="*/ 0 w 157545"/>
              <a:gd name="connsiteY6" fmla="*/ 78773 h 157545"/>
              <a:gd name="connsiteX7" fmla="*/ 78773 w 157545"/>
              <a:gd name="connsiteY7" fmla="*/ 157545 h 157545"/>
              <a:gd name="connsiteX8" fmla="*/ 157545 w 157545"/>
              <a:gd name="connsiteY8" fmla="*/ 78773 h 157545"/>
              <a:gd name="connsiteX9" fmla="*/ 78773 w 157545"/>
              <a:gd name="connsiteY9" fmla="*/ 0 h 157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7545" h="157545">
                <a:moveTo>
                  <a:pt x="78773" y="23283"/>
                </a:moveTo>
                <a:cubicBezTo>
                  <a:pt x="109419" y="23283"/>
                  <a:pt x="134262" y="48126"/>
                  <a:pt x="134262" y="78773"/>
                </a:cubicBezTo>
                <a:cubicBezTo>
                  <a:pt x="134262" y="109419"/>
                  <a:pt x="109419" y="134262"/>
                  <a:pt x="78773" y="134262"/>
                </a:cubicBezTo>
                <a:cubicBezTo>
                  <a:pt x="48126" y="134262"/>
                  <a:pt x="23283" y="109419"/>
                  <a:pt x="23283" y="78773"/>
                </a:cubicBezTo>
                <a:cubicBezTo>
                  <a:pt x="23312" y="48139"/>
                  <a:pt x="48139" y="23312"/>
                  <a:pt x="78773" y="23283"/>
                </a:cubicBezTo>
                <a:moveTo>
                  <a:pt x="78773" y="0"/>
                </a:moveTo>
                <a:cubicBezTo>
                  <a:pt x="35268" y="0"/>
                  <a:pt x="0" y="35268"/>
                  <a:pt x="0" y="78773"/>
                </a:cubicBezTo>
                <a:cubicBezTo>
                  <a:pt x="0" y="122277"/>
                  <a:pt x="35268" y="157545"/>
                  <a:pt x="78773" y="157545"/>
                </a:cubicBezTo>
                <a:cubicBezTo>
                  <a:pt x="122277" y="157545"/>
                  <a:pt x="157545" y="122277"/>
                  <a:pt x="157545" y="78773"/>
                </a:cubicBezTo>
                <a:cubicBezTo>
                  <a:pt x="157545" y="35268"/>
                  <a:pt x="122277" y="0"/>
                  <a:pt x="78773" y="0"/>
                </a:cubicBezTo>
                <a:close/>
              </a:path>
            </a:pathLst>
          </a:custGeom>
          <a:solidFill>
            <a:schemeClr val="accent1"/>
          </a:solidFill>
          <a:ln w="75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CF272EE-908B-0A6C-5C96-4785B33460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88119" y="1595722"/>
            <a:ext cx="5015587" cy="5020231"/>
          </a:xfrm>
        </p:spPr>
        <p:txBody>
          <a:bodyPr anchor="t">
            <a:normAutofit lnSpcReduction="10000"/>
          </a:bodyPr>
          <a:lstStyle/>
          <a:p>
            <a:pPr algn="just"/>
            <a:r>
              <a:rPr lang="es-CR" sz="1800" dirty="0">
                <a:solidFill>
                  <a:schemeClr val="tx1">
                    <a:alpha val="80000"/>
                  </a:schemeClr>
                </a:solidFill>
              </a:rPr>
              <a:t>Se tenía controlado el proceso y se adoptaban acciones correctoras y preventivas, pero se seguían detectando problemas de calidad que aparecían durante la vida útil del producto y que no eran imputables ni a la materia prima, ni a las máquinas, ni a la mano de obra, ni al proceso.</a:t>
            </a:r>
          </a:p>
          <a:p>
            <a:pPr algn="just"/>
            <a:r>
              <a:rPr lang="es-CR" sz="1800" dirty="0">
                <a:solidFill>
                  <a:schemeClr val="tx1">
                    <a:alpha val="80000"/>
                  </a:schemeClr>
                </a:solidFill>
              </a:rPr>
              <a:t>El problema estaba en el propio diseño, se detectaban problemas surgidos del hecho de que la especificación era irrealizable con los medios disponibles.</a:t>
            </a:r>
          </a:p>
          <a:p>
            <a:pPr algn="just"/>
            <a:r>
              <a:rPr lang="es-CR" sz="1800" dirty="0">
                <a:solidFill>
                  <a:schemeClr val="tx1">
                    <a:alpha val="80000"/>
                  </a:schemeClr>
                </a:solidFill>
              </a:rPr>
              <a:t>La calidad empieza a programarse desde el propio proyecto (en el diseño) para que el producto además de estar adaptado a un proceso productivo, tenga una vida útil garantizada (fiabilidad del producto), lo que además simplifica considerablemente las tareas de control.</a:t>
            </a:r>
          </a:p>
          <a:p>
            <a:pPr algn="just"/>
            <a:endParaRPr lang="es-CR" sz="1800" dirty="0">
              <a:solidFill>
                <a:schemeClr val="tx1">
                  <a:alpha val="80000"/>
                </a:schemeClr>
              </a:solidFill>
            </a:endParaRPr>
          </a:p>
          <a:p>
            <a:pPr algn="just"/>
            <a:r>
              <a:rPr lang="es-CR" dirty="0">
                <a:solidFill>
                  <a:schemeClr val="tx1">
                    <a:alpha val="80000"/>
                  </a:schemeClr>
                </a:solidFill>
              </a:rPr>
              <a:t>Calidad = Gestión de Calidad</a:t>
            </a:r>
          </a:p>
        </p:txBody>
      </p:sp>
      <p:sp>
        <p:nvSpPr>
          <p:cNvPr id="24" name="!!dot graphic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54149" y="5775082"/>
            <a:ext cx="112426" cy="112426"/>
          </a:xfrm>
          <a:custGeom>
            <a:avLst/>
            <a:gdLst>
              <a:gd name="connsiteX0" fmla="*/ 112426 w 112426"/>
              <a:gd name="connsiteY0" fmla="*/ 56213 h 112426"/>
              <a:gd name="connsiteX1" fmla="*/ 56213 w 112426"/>
              <a:gd name="connsiteY1" fmla="*/ 112426 h 112426"/>
              <a:gd name="connsiteX2" fmla="*/ 0 w 112426"/>
              <a:gd name="connsiteY2" fmla="*/ 56213 h 112426"/>
              <a:gd name="connsiteX3" fmla="*/ 56213 w 112426"/>
              <a:gd name="connsiteY3" fmla="*/ 0 h 112426"/>
              <a:gd name="connsiteX4" fmla="*/ 112426 w 112426"/>
              <a:gd name="connsiteY4" fmla="*/ 56213 h 11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426" h="112426">
                <a:moveTo>
                  <a:pt x="112426" y="56213"/>
                </a:moveTo>
                <a:cubicBezTo>
                  <a:pt x="112426" y="87259"/>
                  <a:pt x="87259" y="112426"/>
                  <a:pt x="56213" y="112426"/>
                </a:cubicBezTo>
                <a:cubicBezTo>
                  <a:pt x="25167" y="112426"/>
                  <a:pt x="0" y="87259"/>
                  <a:pt x="0" y="56213"/>
                </a:cubicBezTo>
                <a:cubicBezTo>
                  <a:pt x="0" y="25167"/>
                  <a:pt x="25167" y="0"/>
                  <a:pt x="56213" y="0"/>
                </a:cubicBezTo>
                <a:cubicBezTo>
                  <a:pt x="87259" y="0"/>
                  <a:pt x="112426" y="25167"/>
                  <a:pt x="112426" y="56213"/>
                </a:cubicBezTo>
                <a:close/>
              </a:path>
            </a:pathLst>
          </a:custGeom>
          <a:solidFill>
            <a:schemeClr val="accent1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26" name="!!Straight Connector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9272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641471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6CF47F-9FCF-91B2-91CC-C3764B7354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394" y="1070800"/>
            <a:ext cx="3939688" cy="5583126"/>
          </a:xfrm>
        </p:spPr>
        <p:txBody>
          <a:bodyPr>
            <a:normAutofit/>
          </a:bodyPr>
          <a:lstStyle/>
          <a:p>
            <a:pPr algn="r"/>
            <a:r>
              <a:rPr lang="es-CR" sz="8000"/>
              <a:t>Etapas</a:t>
            </a:r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263DF939-5557-2899-5CC5-7E18F3633CC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16794159"/>
              </p:ext>
            </p:extLst>
          </p:nvPr>
        </p:nvGraphicFramePr>
        <p:xfrm>
          <a:off x="5108535" y="1070800"/>
          <a:ext cx="6245265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8103847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151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146" name="Picture 2" descr="Mejora continua">
            <a:extLst>
              <a:ext uri="{FF2B5EF4-FFF2-40B4-BE49-F238E27FC236}">
                <a16:creationId xmlns:a16="http://schemas.microsoft.com/office/drawing/2014/main" id="{A8D39A0E-E697-B285-005B-7D782FE2526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34" r="396" b="2"/>
          <a:stretch/>
        </p:blipFill>
        <p:spPr bwMode="auto">
          <a:xfrm>
            <a:off x="6103027" y="10"/>
            <a:ext cx="6088971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 useBgFill="1">
        <p:nvSpPr>
          <p:cNvPr id="6153" name="Rectangle 6152">
            <a:extLst>
              <a:ext uri="{FF2B5EF4-FFF2-40B4-BE49-F238E27FC236}">
                <a16:creationId xmlns:a16="http://schemas.microsoft.com/office/drawing/2014/main" id="{59B296B9-C5A5-4E4F-9B60-C907B5F146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103025" cy="6858000"/>
          </a:xfrm>
          <a:prstGeom prst="rect">
            <a:avLst/>
          </a:prstGeom>
          <a:ln>
            <a:noFill/>
          </a:ln>
          <a:effectLst>
            <a:outerShdw blurRad="889000" dist="406400" dir="21540000" sx="90000" sy="90000" algn="t" rotWithShape="0">
              <a:srgbClr val="00000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6155" name="Rectangle 6154">
            <a:extLst>
              <a:ext uri="{FF2B5EF4-FFF2-40B4-BE49-F238E27FC236}">
                <a16:creationId xmlns:a16="http://schemas.microsoft.com/office/drawing/2014/main" id="{D0300FD3-5AF1-6305-15FA-9078072672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103025" cy="2285995"/>
          </a:xfrm>
          <a:prstGeom prst="rect">
            <a:avLst/>
          </a:prstGeom>
          <a:ln>
            <a:noFill/>
          </a:ln>
          <a:effectLst>
            <a:outerShdw blurRad="254000" dist="127000" dir="5460000" sx="92000" sy="92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5B0CF3A-4F38-B316-F628-FE00F624A1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733" y="328512"/>
            <a:ext cx="5199455" cy="1628970"/>
          </a:xfrm>
        </p:spPr>
        <p:txBody>
          <a:bodyPr anchor="ctr">
            <a:normAutofit/>
          </a:bodyPr>
          <a:lstStyle/>
          <a:p>
            <a:r>
              <a:rPr lang="es-CR" b="1" dirty="0"/>
              <a:t>Mejora continua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52EADDB-6DAC-02B6-DF98-687D78E145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0733" y="2614507"/>
            <a:ext cx="5421557" cy="3914981"/>
          </a:xfrm>
        </p:spPr>
        <p:txBody>
          <a:bodyPr anchor="ctr">
            <a:normAutofit lnSpcReduction="10000"/>
          </a:bodyPr>
          <a:lstStyle/>
          <a:p>
            <a:pPr algn="just"/>
            <a:r>
              <a:rPr lang="es-CR" sz="2400" dirty="0"/>
              <a:t>En el mercado actual para ser competitivos, hay que dirigirse hacia la excelencia y eso sólo se consigue a través de la Mejora Continua de los productos y/o servicios. </a:t>
            </a:r>
          </a:p>
          <a:p>
            <a:pPr algn="just"/>
            <a:r>
              <a:rPr lang="es-CR" sz="2400" dirty="0"/>
              <a:t>Hay que implantar un Sistema de Gestión que permita conseguir que lo que el cliente busca, lo que se programa y lo que se fabrica sea la misma cosa, hay que buscar la Calidad Total.</a:t>
            </a:r>
          </a:p>
          <a:p>
            <a:pPr algn="just"/>
            <a:r>
              <a:rPr lang="es-CR" sz="1600" i="1" dirty="0"/>
              <a:t>El cliente se ve en la necesidad de adquirir la nueva versión de producto mejorado. </a:t>
            </a:r>
            <a:r>
              <a:rPr lang="es-CR" sz="1600" i="1" dirty="0" err="1"/>
              <a:t>Marlen</a:t>
            </a:r>
            <a:r>
              <a:rPr lang="es-CR" sz="1600" i="1" dirty="0"/>
              <a:t> Treviño</a:t>
            </a:r>
          </a:p>
        </p:txBody>
      </p:sp>
    </p:spTree>
    <p:extLst>
      <p:ext uri="{BB962C8B-B14F-4D97-AF65-F5344CB8AC3E}">
        <p14:creationId xmlns:p14="http://schemas.microsoft.com/office/powerpoint/2010/main" val="22696899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F474090D-CD95-4B41-BE3D-6596953D3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44662" y="323519"/>
            <a:ext cx="4323899" cy="6212748"/>
          </a:xfrm>
          <a:custGeom>
            <a:avLst/>
            <a:gdLst>
              <a:gd name="connsiteX0" fmla="*/ 0 w 4323899"/>
              <a:gd name="connsiteY0" fmla="*/ 0 h 6212748"/>
              <a:gd name="connsiteX1" fmla="*/ 742501 w 4323899"/>
              <a:gd name="connsiteY1" fmla="*/ 0 h 6212748"/>
              <a:gd name="connsiteX2" fmla="*/ 4323899 w 4323899"/>
              <a:gd name="connsiteY2" fmla="*/ 0 h 6212748"/>
              <a:gd name="connsiteX3" fmla="*/ 4323899 w 4323899"/>
              <a:gd name="connsiteY3" fmla="*/ 2864954 h 6212748"/>
              <a:gd name="connsiteX4" fmla="*/ 880454 w 4323899"/>
              <a:gd name="connsiteY4" fmla="*/ 6212748 h 6212748"/>
              <a:gd name="connsiteX5" fmla="*/ 0 w 4323899"/>
              <a:gd name="connsiteY5" fmla="*/ 6212748 h 6212748"/>
              <a:gd name="connsiteX6" fmla="*/ 0 w 4323899"/>
              <a:gd name="connsiteY6" fmla="*/ 6210962 h 6212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23899" h="6212748">
                <a:moveTo>
                  <a:pt x="0" y="0"/>
                </a:moveTo>
                <a:lnTo>
                  <a:pt x="742501" y="0"/>
                </a:lnTo>
                <a:lnTo>
                  <a:pt x="4323899" y="0"/>
                </a:lnTo>
                <a:lnTo>
                  <a:pt x="4323899" y="2864954"/>
                </a:lnTo>
                <a:lnTo>
                  <a:pt x="880454" y="6212748"/>
                </a:lnTo>
                <a:lnTo>
                  <a:pt x="0" y="6212748"/>
                </a:lnTo>
                <a:lnTo>
                  <a:pt x="0" y="6210962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7" name="Right Triangle 16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F3E811-B104-4DFF-951A-008C860FF1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1967D5A-A88F-9452-40D9-75AA25A5C5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26203" y="1443390"/>
            <a:ext cx="3268216" cy="3405880"/>
          </a:xfrm>
        </p:spPr>
        <p:txBody>
          <a:bodyPr>
            <a:normAutofit/>
          </a:bodyPr>
          <a:lstStyle/>
          <a:p>
            <a:r>
              <a:rPr lang="es-CR" sz="6000"/>
              <a:t>Calidad de software</a:t>
            </a:r>
          </a:p>
        </p:txBody>
      </p:sp>
      <p:sp>
        <p:nvSpPr>
          <p:cNvPr id="8" name="Marcador de contenido 7">
            <a:extLst>
              <a:ext uri="{FF2B5EF4-FFF2-40B4-BE49-F238E27FC236}">
                <a16:creationId xmlns:a16="http://schemas.microsoft.com/office/drawing/2014/main" id="{FE6BB82F-3FFD-8678-9F54-155DE90E19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9102" y="908134"/>
            <a:ext cx="6394673" cy="5038164"/>
          </a:xfrm>
        </p:spPr>
        <p:txBody>
          <a:bodyPr anchor="ctr">
            <a:normAutofit fontScale="92500"/>
          </a:bodyPr>
          <a:lstStyle/>
          <a:p>
            <a:pPr algn="just"/>
            <a:r>
              <a:rPr lang="es-CR" sz="2400" dirty="0"/>
              <a:t>La </a:t>
            </a:r>
            <a:r>
              <a:rPr lang="es-CR" sz="2600" b="1" dirty="0">
                <a:solidFill>
                  <a:srgbClr val="FF0000"/>
                </a:solidFill>
              </a:rPr>
              <a:t>calidad del software </a:t>
            </a:r>
            <a:r>
              <a:rPr lang="es-CR" sz="2400" dirty="0"/>
              <a:t>es el grado con el que un sistema, componente o proceso cumple los requerimientos especificados y las necesidades o expectativas del cliente o usuario. IEEE, </a:t>
            </a:r>
            <a:r>
              <a:rPr lang="es-CR" sz="2400" dirty="0" err="1"/>
              <a:t>Std</a:t>
            </a:r>
            <a:r>
              <a:rPr lang="es-CR" sz="2400" dirty="0"/>
              <a:t>. 610-1990</a:t>
            </a:r>
          </a:p>
          <a:p>
            <a:pPr algn="just"/>
            <a:r>
              <a:rPr lang="es-CR" sz="2400" dirty="0"/>
              <a:t>Concordancia con los requisitos funcionales y de rendimiento </a:t>
            </a:r>
            <a:r>
              <a:rPr lang="es-CR" sz="1500" i="1" dirty="0">
                <a:solidFill>
                  <a:schemeClr val="accent2"/>
                </a:solidFill>
              </a:rPr>
              <a:t>(no funcionales)</a:t>
            </a:r>
            <a:r>
              <a:rPr lang="es-CR" sz="1500" dirty="0"/>
              <a:t> </a:t>
            </a:r>
            <a:r>
              <a:rPr lang="es-CR" sz="2400" dirty="0"/>
              <a:t>explícitamente establecidos con los estándares de desarrollo explícitamente documentados y con las características implícitas que se espera de todo software desarrollado </a:t>
            </a:r>
            <a:r>
              <a:rPr lang="es-CR" sz="2400" dirty="0" err="1"/>
              <a:t>profesionalmente.R.S</a:t>
            </a:r>
            <a:r>
              <a:rPr lang="es-CR" sz="2400" dirty="0"/>
              <a:t>. Pressman (1992)</a:t>
            </a:r>
          </a:p>
          <a:p>
            <a:pPr algn="just"/>
            <a:r>
              <a:rPr lang="es-CR" sz="2400" dirty="0"/>
              <a:t>El conjunto de características de una entidad que le confieren su aptitud para satisfacer las necesidades expresadas y las </a:t>
            </a:r>
            <a:r>
              <a:rPr lang="es-CR" sz="2400" dirty="0" err="1"/>
              <a:t>implícitas.ISO</a:t>
            </a:r>
            <a:r>
              <a:rPr lang="es-CR" sz="2400" dirty="0"/>
              <a:t> 8402 (UNE 66-001-92)</a:t>
            </a:r>
          </a:p>
        </p:txBody>
      </p:sp>
    </p:spTree>
    <p:extLst>
      <p:ext uri="{BB962C8B-B14F-4D97-AF65-F5344CB8AC3E}">
        <p14:creationId xmlns:p14="http://schemas.microsoft.com/office/powerpoint/2010/main" val="310156804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BA79A7CF-01AF-4178-9369-94E0C90EB0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ítulo 7">
            <a:extLst>
              <a:ext uri="{FF2B5EF4-FFF2-40B4-BE49-F238E27FC236}">
                <a16:creationId xmlns:a16="http://schemas.microsoft.com/office/drawing/2014/main" id="{18939AB8-3EFE-4A64-A512-13E40F6C59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67909" y="2023110"/>
            <a:ext cx="2780656" cy="284607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Caso Sabre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9413ED5-9ED4-4772-BCE4-2BCAE6B12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433973" y="-827233"/>
            <a:ext cx="1715478" cy="858342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4357C93-F0CB-4A1C-8F77-4E90637898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2085" y="664308"/>
            <a:ext cx="8082632" cy="560034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Ellos estuvieron ahí- El caso Sabre">
            <a:hlinkClick r:id="" action="ppaction://media"/>
            <a:extLst>
              <a:ext uri="{FF2B5EF4-FFF2-40B4-BE49-F238E27FC236}">
                <a16:creationId xmlns:a16="http://schemas.microsoft.com/office/drawing/2014/main" id="{335F9A02-CC4E-07A2-C73F-64869881BBCE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74786" y="858525"/>
            <a:ext cx="6949207" cy="5211906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90F533E9-6690-41A8-A372-4C6C622D02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950447" y="3392097"/>
            <a:ext cx="1719072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03955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06096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7">
            <a:extLst>
              <a:ext uri="{FF2B5EF4-FFF2-40B4-BE49-F238E27FC236}">
                <a16:creationId xmlns:a16="http://schemas.microsoft.com/office/drawing/2014/main" id="{223FCB7E-1D19-F4B2-9A6A-A5764770D9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8941" y="1138036"/>
            <a:ext cx="4948517" cy="1402470"/>
          </a:xfrm>
        </p:spPr>
        <p:txBody>
          <a:bodyPr anchor="t">
            <a:normAutofit/>
          </a:bodyPr>
          <a:lstStyle/>
          <a:p>
            <a:r>
              <a:rPr lang="es-CR" sz="3600" b="1" dirty="0"/>
              <a:t>Aseguramiento de la calidad del software</a:t>
            </a:r>
          </a:p>
        </p:txBody>
      </p:sp>
      <p:cxnSp>
        <p:nvCxnSpPr>
          <p:cNvPr id="2055" name="Straight Connector 2054">
            <a:extLst>
              <a:ext uri="{FF2B5EF4-FFF2-40B4-BE49-F238E27FC236}">
                <a16:creationId xmlns:a16="http://schemas.microsoft.com/office/drawing/2014/main" id="{1503BFE4-729B-D9D0-C17B-501E6AF112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5140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Marcador de contenido 8">
            <a:extLst>
              <a:ext uri="{FF2B5EF4-FFF2-40B4-BE49-F238E27FC236}">
                <a16:creationId xmlns:a16="http://schemas.microsoft.com/office/drawing/2014/main" id="{E4F26F88-4922-113A-BC7C-2DB88A0FB4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8941" y="2551176"/>
            <a:ext cx="4948517" cy="3993059"/>
          </a:xfrm>
        </p:spPr>
        <p:txBody>
          <a:bodyPr>
            <a:normAutofit lnSpcReduction="10000"/>
          </a:bodyPr>
          <a:lstStyle/>
          <a:p>
            <a:pPr algn="just"/>
            <a:r>
              <a:rPr lang="es-CR" sz="2400" dirty="0"/>
              <a:t>El aseguramiento de calidad del Software (SQA) es el </a:t>
            </a:r>
            <a:r>
              <a:rPr lang="es-CR" sz="2400" b="1" dirty="0"/>
              <a:t>set de actividades</a:t>
            </a:r>
            <a:r>
              <a:rPr lang="es-CR" sz="2400" dirty="0"/>
              <a:t> (incluidos la facilitación, entrenamiento, medición y análisis) requeridas para </a:t>
            </a:r>
            <a:r>
              <a:rPr lang="es-CR" sz="2400" b="1" dirty="0"/>
              <a:t>proveer la confianza adecuada de que los </a:t>
            </a:r>
            <a:r>
              <a:rPr lang="es-CR" sz="2400" b="1" dirty="0">
                <a:highlight>
                  <a:srgbClr val="FF0000"/>
                </a:highlight>
              </a:rPr>
              <a:t>procesos</a:t>
            </a:r>
            <a:r>
              <a:rPr lang="es-CR" sz="2400" b="1" dirty="0"/>
              <a:t> están establecidos y son continuamente mejorados </a:t>
            </a:r>
            <a:r>
              <a:rPr lang="es-CR" sz="2400" dirty="0"/>
              <a:t>con el objetivo de producir un producto o servicio que cumple con los requerimientos y está listo para ser usado.</a:t>
            </a:r>
          </a:p>
        </p:txBody>
      </p:sp>
      <p:pic>
        <p:nvPicPr>
          <p:cNvPr id="2050" name="Picture 2" descr="Aseguramiento de la calidad del software fotografías e imágenes de alta  resolución - Alamy">
            <a:extLst>
              <a:ext uri="{FF2B5EF4-FFF2-40B4-BE49-F238E27FC236}">
                <a16:creationId xmlns:a16="http://schemas.microsoft.com/office/drawing/2014/main" id="{7927982D-EA4B-6B21-B9DD-7C88DA0A0AC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04" r="18592" b="-2"/>
          <a:stretch/>
        </p:blipFill>
        <p:spPr bwMode="auto">
          <a:xfrm>
            <a:off x="5650992" y="10"/>
            <a:ext cx="6541008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6524057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8" name="Isosceles Triangle 2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Isosceles Triangle 2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ítulo 7">
            <a:extLst>
              <a:ext uri="{FF2B5EF4-FFF2-40B4-BE49-F238E27FC236}">
                <a16:creationId xmlns:a16="http://schemas.microsoft.com/office/drawing/2014/main" id="{D9023CF9-B99F-59AB-E565-9D878416AB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R" b="1" dirty="0"/>
              <a:t>Beneficios</a:t>
            </a:r>
          </a:p>
        </p:txBody>
      </p:sp>
      <p:graphicFrame>
        <p:nvGraphicFramePr>
          <p:cNvPr id="13" name="Marcador de contenido 8">
            <a:extLst>
              <a:ext uri="{FF2B5EF4-FFF2-40B4-BE49-F238E27FC236}">
                <a16:creationId xmlns:a16="http://schemas.microsoft.com/office/drawing/2014/main" id="{05A84A04-F235-DD73-83EE-F857D0DADE7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66933548"/>
              </p:ext>
            </p:extLst>
          </p:nvPr>
        </p:nvGraphicFramePr>
        <p:xfrm>
          <a:off x="537663" y="1418363"/>
          <a:ext cx="11259890" cy="53071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4085018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Slide Background">
            <a:extLst>
              <a:ext uri="{FF2B5EF4-FFF2-40B4-BE49-F238E27FC236}">
                <a16:creationId xmlns:a16="http://schemas.microsoft.com/office/drawing/2014/main" id="{3ECBE1F1-D69B-4AFA-ABD5-8E41720EF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 descr="Laberinto">
            <a:extLst>
              <a:ext uri="{FF2B5EF4-FFF2-40B4-BE49-F238E27FC236}">
                <a16:creationId xmlns:a16="http://schemas.microsoft.com/office/drawing/2014/main" id="{36535C62-2607-EA71-FB6F-D696B7AFF43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0610" r="26731" b="-2"/>
          <a:stretch/>
        </p:blipFill>
        <p:spPr>
          <a:xfrm>
            <a:off x="-1" y="-2"/>
            <a:ext cx="5410198" cy="6858002"/>
          </a:xfrm>
          <a:prstGeom prst="rect">
            <a:avLst/>
          </a:prstGeom>
        </p:spPr>
      </p:pic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603A6265-E10C-4B85-9C20-E75FCAF9C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0197" y="-1"/>
            <a:ext cx="6781802" cy="2286000"/>
          </a:xfrm>
          <a:prstGeom prst="rect">
            <a:avLst/>
          </a:prstGeom>
          <a:ln>
            <a:noFill/>
          </a:ln>
          <a:effectLst>
            <a:outerShdw blurRad="355600" dist="152400" sx="95000" sy="95000" algn="t" rotWithShape="0">
              <a:srgbClr val="000000">
                <a:alpha val="2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ítulo 7">
            <a:extLst>
              <a:ext uri="{FF2B5EF4-FFF2-40B4-BE49-F238E27FC236}">
                <a16:creationId xmlns:a16="http://schemas.microsoft.com/office/drawing/2014/main" id="{D9023CF9-B99F-59AB-E565-9D878416AB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317" y="405685"/>
            <a:ext cx="5464968" cy="1559301"/>
          </a:xfrm>
        </p:spPr>
        <p:txBody>
          <a:bodyPr>
            <a:normAutofit/>
          </a:bodyPr>
          <a:lstStyle/>
          <a:p>
            <a:r>
              <a:rPr lang="es-CR" sz="4800" b="1" dirty="0"/>
              <a:t>Beneficios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AA0416C-0486-1181-8842-B0F82F1532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3361122"/>
            <a:ext cx="5736024" cy="3496878"/>
          </a:xfrm>
        </p:spPr>
        <p:txBody>
          <a:bodyPr anchor="ctr">
            <a:normAutofit lnSpcReduction="10000"/>
          </a:bodyPr>
          <a:lstStyle/>
          <a:p>
            <a:pPr lvl="0"/>
            <a:r>
              <a:rPr lang="es-CR" b="1" dirty="0"/>
              <a:t>Se detectan problemas rápidamente</a:t>
            </a:r>
            <a:endParaRPr lang="en-US" b="1" dirty="0"/>
          </a:p>
          <a:p>
            <a:pPr lvl="1"/>
            <a:r>
              <a:rPr lang="es-CR" sz="2800" dirty="0"/>
              <a:t>Es posible </a:t>
            </a:r>
            <a:r>
              <a:rPr lang="es-CR" sz="2800" b="1" dirty="0"/>
              <a:t>identificar problemas en tempranas etapas</a:t>
            </a:r>
            <a:r>
              <a:rPr lang="es-CR" sz="2800" dirty="0"/>
              <a:t> del desarrollo de productos de software, ayudando al desarrollador a corregirlos inmediatamente y poder avanzar con más rapidez</a:t>
            </a:r>
          </a:p>
          <a:p>
            <a:pPr marL="0" indent="0">
              <a:buNone/>
            </a:pPr>
            <a:endParaRPr lang="es-CR" dirty="0"/>
          </a:p>
        </p:txBody>
      </p:sp>
    </p:spTree>
    <p:extLst>
      <p:ext uri="{BB962C8B-B14F-4D97-AF65-F5344CB8AC3E}">
        <p14:creationId xmlns:p14="http://schemas.microsoft.com/office/powerpoint/2010/main" val="269124312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 descr="Pilas de papel">
            <a:extLst>
              <a:ext uri="{FF2B5EF4-FFF2-40B4-BE49-F238E27FC236}">
                <a16:creationId xmlns:a16="http://schemas.microsoft.com/office/drawing/2014/main" id="{6918FDA0-7F9A-4CFC-5A92-48E4486D328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884" r="-1" b="-1"/>
          <a:stretch/>
        </p:blipFill>
        <p:spPr>
          <a:xfrm>
            <a:off x="2522356" y="10"/>
            <a:ext cx="9669642" cy="685799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9026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ítulo 7">
            <a:extLst>
              <a:ext uri="{FF2B5EF4-FFF2-40B4-BE49-F238E27FC236}">
                <a16:creationId xmlns:a16="http://schemas.microsoft.com/office/drawing/2014/main" id="{D9023CF9-B99F-59AB-E565-9D878416AB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822189" cy="1899912"/>
          </a:xfrm>
        </p:spPr>
        <p:txBody>
          <a:bodyPr>
            <a:normAutofit/>
          </a:bodyPr>
          <a:lstStyle/>
          <a:p>
            <a:r>
              <a:rPr lang="es-CR" sz="4800" b="1" dirty="0"/>
              <a:t>Beneficios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A95A02D-8DBC-84F1-0EBD-9B4D1DB62E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2376" y="2434201"/>
            <a:ext cx="4572000" cy="3742762"/>
          </a:xfrm>
        </p:spPr>
        <p:txBody>
          <a:bodyPr>
            <a:normAutofit/>
          </a:bodyPr>
          <a:lstStyle/>
          <a:p>
            <a:pPr lvl="0" algn="just"/>
            <a:r>
              <a:rPr lang="es-CR" sz="2000" b="1" dirty="0"/>
              <a:t>Se crean y siguen estándares de trabajo</a:t>
            </a:r>
            <a:endParaRPr lang="en-US" sz="2000" b="1" dirty="0"/>
          </a:p>
          <a:p>
            <a:pPr lvl="1" algn="just"/>
            <a:r>
              <a:rPr lang="es-CR" sz="2000" dirty="0"/>
              <a:t>Con apoyo del proceso de aseguramiento de calidad, se pueden establecer estándares tan diversos como son los de codificación o de documentación, los cuales apoyan a uniformizar y consolidar el proceso de desarrollo. </a:t>
            </a:r>
            <a:endParaRPr lang="en-US" sz="2000" dirty="0"/>
          </a:p>
          <a:p>
            <a:pPr algn="just"/>
            <a:endParaRPr lang="es-CR" sz="2000" dirty="0"/>
          </a:p>
        </p:txBody>
      </p:sp>
    </p:spTree>
    <p:extLst>
      <p:ext uri="{BB962C8B-B14F-4D97-AF65-F5344CB8AC3E}">
        <p14:creationId xmlns:p14="http://schemas.microsoft.com/office/powerpoint/2010/main" val="313136239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7">
            <a:extLst>
              <a:ext uri="{FF2B5EF4-FFF2-40B4-BE49-F238E27FC236}">
                <a16:creationId xmlns:a16="http://schemas.microsoft.com/office/drawing/2014/main" id="{D9023CF9-B99F-59AB-E565-9D878416AB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878" y="741391"/>
            <a:ext cx="4491821" cy="1616203"/>
          </a:xfrm>
        </p:spPr>
        <p:txBody>
          <a:bodyPr anchor="b">
            <a:normAutofit/>
          </a:bodyPr>
          <a:lstStyle/>
          <a:p>
            <a:r>
              <a:rPr lang="es-CR" sz="4800" b="1" dirty="0"/>
              <a:t>Beneficios</a:t>
            </a:r>
          </a:p>
        </p:txBody>
      </p:sp>
      <p:pic>
        <p:nvPicPr>
          <p:cNvPr id="10" name="Picture 9" descr="Una pared pintada con una flecha y una diana">
            <a:extLst>
              <a:ext uri="{FF2B5EF4-FFF2-40B4-BE49-F238E27FC236}">
                <a16:creationId xmlns:a16="http://schemas.microsoft.com/office/drawing/2014/main" id="{7A8C627B-4977-4D69-66AA-73C3D653593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6445"/>
          <a:stretch/>
        </p:blipFill>
        <p:spPr>
          <a:xfrm>
            <a:off x="20" y="10"/>
            <a:ext cx="6095980" cy="6857990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5EFBDE31-BB3E-6CFC-23CD-B5976DA384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3362" cy="6858000"/>
            <a:chOff x="12068638" y="0"/>
            <a:chExt cx="123362" cy="68580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180A60EC-72BB-121F-556A-E2837FD99A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F91A2FAE-D41C-FF5D-B0A0-7808248EDC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4139706"/>
              <a:ext cx="123362" cy="2718294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3FCB475-DA0F-C99C-D254-E1ABFA4476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5948" y="2533475"/>
            <a:ext cx="5099181" cy="3885253"/>
          </a:xfrm>
        </p:spPr>
        <p:txBody>
          <a:bodyPr anchor="t">
            <a:normAutofit/>
          </a:bodyPr>
          <a:lstStyle/>
          <a:p>
            <a:pPr lvl="0" algn="just"/>
            <a:r>
              <a:rPr lang="es-CR" sz="2400" b="1" dirty="0"/>
              <a:t>Se verifica que los objetivos individuales vayan acordes con los objetivos de la organización</a:t>
            </a:r>
            <a:endParaRPr lang="en-US" sz="2400" dirty="0"/>
          </a:p>
          <a:p>
            <a:pPr lvl="1" algn="just"/>
            <a:r>
              <a:rPr lang="es-CR" dirty="0"/>
              <a:t>Se busca y se recomienda que los requerimientos expuestos por usuarios finales estén alineados con los objetivos globales de la empresa, </a:t>
            </a:r>
            <a:r>
              <a:rPr lang="es-CR" b="1" dirty="0"/>
              <a:t>facilitando así el logro de los mismos y la integración total de los usuarios a la organización</a:t>
            </a:r>
            <a:r>
              <a:rPr lang="es-CR" dirty="0"/>
              <a:t>.</a:t>
            </a:r>
          </a:p>
          <a:p>
            <a:pPr algn="just"/>
            <a:endParaRPr lang="es-CR" sz="2400" dirty="0"/>
          </a:p>
        </p:txBody>
      </p:sp>
    </p:spTree>
    <p:extLst>
      <p:ext uri="{BB962C8B-B14F-4D97-AF65-F5344CB8AC3E}">
        <p14:creationId xmlns:p14="http://schemas.microsoft.com/office/powerpoint/2010/main" val="352398958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75" name="Rectangle 7174">
            <a:extLst>
              <a:ext uri="{FF2B5EF4-FFF2-40B4-BE49-F238E27FC236}">
                <a16:creationId xmlns:a16="http://schemas.microsoft.com/office/drawing/2014/main" id="{327D73B4-9F5C-4A64-A179-51B9500CB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ítulo 7">
            <a:extLst>
              <a:ext uri="{FF2B5EF4-FFF2-40B4-BE49-F238E27FC236}">
                <a16:creationId xmlns:a16="http://schemas.microsoft.com/office/drawing/2014/main" id="{D9023CF9-B99F-59AB-E565-9D878416AB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57715" y="467271"/>
            <a:ext cx="4195674" cy="2052522"/>
          </a:xfrm>
        </p:spPr>
        <p:txBody>
          <a:bodyPr anchor="b">
            <a:normAutofit/>
          </a:bodyPr>
          <a:lstStyle/>
          <a:p>
            <a:r>
              <a:rPr lang="es-CR" sz="5600" b="1"/>
              <a:t>Beneficios</a:t>
            </a:r>
          </a:p>
        </p:txBody>
      </p:sp>
      <p:sp>
        <p:nvSpPr>
          <p:cNvPr id="7177" name="Oval 7176">
            <a:extLst>
              <a:ext uri="{FF2B5EF4-FFF2-40B4-BE49-F238E27FC236}">
                <a16:creationId xmlns:a16="http://schemas.microsoft.com/office/drawing/2014/main" id="{C1F06963-6374-4B48-844F-071A9BAAAE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2965" y="554152"/>
            <a:ext cx="5742189" cy="5742189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170" name="Picture 2" descr="Técnicas de trabajo en equipo | 4 métodos para lograr la unión">
            <a:extLst>
              <a:ext uri="{FF2B5EF4-FFF2-40B4-BE49-F238E27FC236}">
                <a16:creationId xmlns:a16="http://schemas.microsoft.com/office/drawing/2014/main" id="{018EE99A-1473-693A-156A-A25AE12E606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96" r="23854"/>
          <a:stretch/>
        </p:blipFill>
        <p:spPr bwMode="auto">
          <a:xfrm>
            <a:off x="505418" y="554151"/>
            <a:ext cx="5742189" cy="5742189"/>
          </a:xfrm>
          <a:custGeom>
            <a:avLst/>
            <a:gdLst/>
            <a:ahLst/>
            <a:cxnLst/>
            <a:rect l="l" t="t" r="r" b="b"/>
            <a:pathLst>
              <a:path w="1838528" h="1838528">
                <a:moveTo>
                  <a:pt x="919264" y="0"/>
                </a:moveTo>
                <a:cubicBezTo>
                  <a:pt x="1426959" y="0"/>
                  <a:pt x="1838528" y="411569"/>
                  <a:pt x="1838528" y="919264"/>
                </a:cubicBezTo>
                <a:cubicBezTo>
                  <a:pt x="1838528" y="1426959"/>
                  <a:pt x="1426959" y="1838528"/>
                  <a:pt x="919264" y="1838528"/>
                </a:cubicBezTo>
                <a:cubicBezTo>
                  <a:pt x="411569" y="1838528"/>
                  <a:pt x="0" y="1426959"/>
                  <a:pt x="0" y="919264"/>
                </a:cubicBezTo>
                <a:cubicBezTo>
                  <a:pt x="0" y="411569"/>
                  <a:pt x="411569" y="0"/>
                  <a:pt x="919264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179" name="!!plus graphic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4956" y="703679"/>
            <a:ext cx="171515" cy="171515"/>
          </a:xfrm>
          <a:custGeom>
            <a:avLst/>
            <a:gdLst>
              <a:gd name="connsiteX0" fmla="*/ 159874 w 171515"/>
              <a:gd name="connsiteY0" fmla="*/ 74116 h 171515"/>
              <a:gd name="connsiteX1" fmla="*/ 97399 w 171515"/>
              <a:gd name="connsiteY1" fmla="*/ 74116 h 171515"/>
              <a:gd name="connsiteX2" fmla="*/ 97399 w 171515"/>
              <a:gd name="connsiteY2" fmla="*/ 11641 h 171515"/>
              <a:gd name="connsiteX3" fmla="*/ 85758 w 171515"/>
              <a:gd name="connsiteY3" fmla="*/ 0 h 171515"/>
              <a:gd name="connsiteX4" fmla="*/ 74116 w 171515"/>
              <a:gd name="connsiteY4" fmla="*/ 11641 h 171515"/>
              <a:gd name="connsiteX5" fmla="*/ 74116 w 171515"/>
              <a:gd name="connsiteY5" fmla="*/ 74116 h 171515"/>
              <a:gd name="connsiteX6" fmla="*/ 11641 w 171515"/>
              <a:gd name="connsiteY6" fmla="*/ 74116 h 171515"/>
              <a:gd name="connsiteX7" fmla="*/ 0 w 171515"/>
              <a:gd name="connsiteY7" fmla="*/ 85758 h 171515"/>
              <a:gd name="connsiteX8" fmla="*/ 11641 w 171515"/>
              <a:gd name="connsiteY8" fmla="*/ 97399 h 171515"/>
              <a:gd name="connsiteX9" fmla="*/ 74116 w 171515"/>
              <a:gd name="connsiteY9" fmla="*/ 97399 h 171515"/>
              <a:gd name="connsiteX10" fmla="*/ 74116 w 171515"/>
              <a:gd name="connsiteY10" fmla="*/ 159874 h 171515"/>
              <a:gd name="connsiteX11" fmla="*/ 85758 w 171515"/>
              <a:gd name="connsiteY11" fmla="*/ 171515 h 171515"/>
              <a:gd name="connsiteX12" fmla="*/ 97399 w 171515"/>
              <a:gd name="connsiteY12" fmla="*/ 159874 h 171515"/>
              <a:gd name="connsiteX13" fmla="*/ 97399 w 171515"/>
              <a:gd name="connsiteY13" fmla="*/ 97399 h 171515"/>
              <a:gd name="connsiteX14" fmla="*/ 159874 w 171515"/>
              <a:gd name="connsiteY14" fmla="*/ 97399 h 171515"/>
              <a:gd name="connsiteX15" fmla="*/ 171515 w 171515"/>
              <a:gd name="connsiteY15" fmla="*/ 85758 h 171515"/>
              <a:gd name="connsiteX16" fmla="*/ 159874 w 171515"/>
              <a:gd name="connsiteY16" fmla="*/ 74116 h 171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71515" h="171515">
                <a:moveTo>
                  <a:pt x="159874" y="74116"/>
                </a:moveTo>
                <a:lnTo>
                  <a:pt x="97399" y="74116"/>
                </a:lnTo>
                <a:lnTo>
                  <a:pt x="97399" y="11641"/>
                </a:lnTo>
                <a:cubicBezTo>
                  <a:pt x="97399" y="5212"/>
                  <a:pt x="92187" y="0"/>
                  <a:pt x="85758" y="0"/>
                </a:cubicBezTo>
                <a:cubicBezTo>
                  <a:pt x="79328" y="0"/>
                  <a:pt x="74116" y="5212"/>
                  <a:pt x="74116" y="11641"/>
                </a:cubicBezTo>
                <a:lnTo>
                  <a:pt x="74116" y="74116"/>
                </a:lnTo>
                <a:lnTo>
                  <a:pt x="11641" y="74116"/>
                </a:lnTo>
                <a:cubicBezTo>
                  <a:pt x="5212" y="74116"/>
                  <a:pt x="0" y="79328"/>
                  <a:pt x="0" y="85758"/>
                </a:cubicBezTo>
                <a:cubicBezTo>
                  <a:pt x="0" y="92187"/>
                  <a:pt x="5212" y="97399"/>
                  <a:pt x="11641" y="97399"/>
                </a:cubicBezTo>
                <a:lnTo>
                  <a:pt x="74116" y="97399"/>
                </a:lnTo>
                <a:lnTo>
                  <a:pt x="74116" y="159874"/>
                </a:lnTo>
                <a:cubicBezTo>
                  <a:pt x="74116" y="166303"/>
                  <a:pt x="79328" y="171515"/>
                  <a:pt x="85758" y="171515"/>
                </a:cubicBezTo>
                <a:cubicBezTo>
                  <a:pt x="92187" y="171515"/>
                  <a:pt x="97399" y="166303"/>
                  <a:pt x="97399" y="159874"/>
                </a:cubicBezTo>
                <a:lnTo>
                  <a:pt x="97399" y="97399"/>
                </a:lnTo>
                <a:lnTo>
                  <a:pt x="159874" y="97399"/>
                </a:lnTo>
                <a:cubicBezTo>
                  <a:pt x="166303" y="97399"/>
                  <a:pt x="171515" y="92187"/>
                  <a:pt x="171515" y="85758"/>
                </a:cubicBezTo>
                <a:cubicBezTo>
                  <a:pt x="171515" y="79328"/>
                  <a:pt x="166303" y="74116"/>
                  <a:pt x="159874" y="74116"/>
                </a:cubicBezTo>
                <a:close/>
              </a:path>
            </a:pathLst>
          </a:custGeom>
          <a:solidFill>
            <a:schemeClr val="accent1"/>
          </a:solidFill>
          <a:ln w="77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181" name="!!circle graphic">
            <a:extLst>
              <a:ext uri="{FF2B5EF4-FFF2-40B4-BE49-F238E27FC236}">
                <a16:creationId xmlns:a16="http://schemas.microsoft.com/office/drawing/2014/main" id="{1453BF6C-B012-48B7-B4E8-6D7AC7C2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2753" y="1562696"/>
            <a:ext cx="157545" cy="157545"/>
          </a:xfrm>
          <a:custGeom>
            <a:avLst/>
            <a:gdLst>
              <a:gd name="connsiteX0" fmla="*/ 78773 w 157545"/>
              <a:gd name="connsiteY0" fmla="*/ 23283 h 157545"/>
              <a:gd name="connsiteX1" fmla="*/ 134262 w 157545"/>
              <a:gd name="connsiteY1" fmla="*/ 78773 h 157545"/>
              <a:gd name="connsiteX2" fmla="*/ 78773 w 157545"/>
              <a:gd name="connsiteY2" fmla="*/ 134262 h 157545"/>
              <a:gd name="connsiteX3" fmla="*/ 23283 w 157545"/>
              <a:gd name="connsiteY3" fmla="*/ 78773 h 157545"/>
              <a:gd name="connsiteX4" fmla="*/ 78773 w 157545"/>
              <a:gd name="connsiteY4" fmla="*/ 23283 h 157545"/>
              <a:gd name="connsiteX5" fmla="*/ 78773 w 157545"/>
              <a:gd name="connsiteY5" fmla="*/ 0 h 157545"/>
              <a:gd name="connsiteX6" fmla="*/ 0 w 157545"/>
              <a:gd name="connsiteY6" fmla="*/ 78773 h 157545"/>
              <a:gd name="connsiteX7" fmla="*/ 78773 w 157545"/>
              <a:gd name="connsiteY7" fmla="*/ 157545 h 157545"/>
              <a:gd name="connsiteX8" fmla="*/ 157545 w 157545"/>
              <a:gd name="connsiteY8" fmla="*/ 78773 h 157545"/>
              <a:gd name="connsiteX9" fmla="*/ 78773 w 157545"/>
              <a:gd name="connsiteY9" fmla="*/ 0 h 157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7545" h="157545">
                <a:moveTo>
                  <a:pt x="78773" y="23283"/>
                </a:moveTo>
                <a:cubicBezTo>
                  <a:pt x="109419" y="23283"/>
                  <a:pt x="134262" y="48126"/>
                  <a:pt x="134262" y="78773"/>
                </a:cubicBezTo>
                <a:cubicBezTo>
                  <a:pt x="134262" y="109419"/>
                  <a:pt x="109419" y="134262"/>
                  <a:pt x="78773" y="134262"/>
                </a:cubicBezTo>
                <a:cubicBezTo>
                  <a:pt x="48126" y="134262"/>
                  <a:pt x="23283" y="109419"/>
                  <a:pt x="23283" y="78773"/>
                </a:cubicBezTo>
                <a:cubicBezTo>
                  <a:pt x="23312" y="48139"/>
                  <a:pt x="48139" y="23312"/>
                  <a:pt x="78773" y="23283"/>
                </a:cubicBezTo>
                <a:moveTo>
                  <a:pt x="78773" y="0"/>
                </a:moveTo>
                <a:cubicBezTo>
                  <a:pt x="35268" y="0"/>
                  <a:pt x="0" y="35268"/>
                  <a:pt x="0" y="78773"/>
                </a:cubicBezTo>
                <a:cubicBezTo>
                  <a:pt x="0" y="122277"/>
                  <a:pt x="35268" y="157545"/>
                  <a:pt x="78773" y="157545"/>
                </a:cubicBezTo>
                <a:cubicBezTo>
                  <a:pt x="122277" y="157545"/>
                  <a:pt x="157545" y="122277"/>
                  <a:pt x="157545" y="78773"/>
                </a:cubicBezTo>
                <a:cubicBezTo>
                  <a:pt x="157545" y="35268"/>
                  <a:pt x="122277" y="0"/>
                  <a:pt x="78773" y="0"/>
                </a:cubicBezTo>
                <a:close/>
              </a:path>
            </a:pathLst>
          </a:custGeom>
          <a:solidFill>
            <a:schemeClr val="accent1"/>
          </a:solidFill>
          <a:ln w="75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21E6B62-A368-1844-CBB2-5D4005B2A4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70573" y="2689412"/>
            <a:ext cx="4833136" cy="3606928"/>
          </a:xfrm>
        </p:spPr>
        <p:txBody>
          <a:bodyPr anchor="t">
            <a:normAutofit/>
          </a:bodyPr>
          <a:lstStyle/>
          <a:p>
            <a:pPr lvl="0"/>
            <a:r>
              <a:rPr lang="es-CR" sz="2000" b="1" dirty="0">
                <a:solidFill>
                  <a:schemeClr val="tx1">
                    <a:alpha val="80000"/>
                  </a:schemeClr>
                </a:solidFill>
              </a:rPr>
              <a:t>Se recomiendan métodos para realizar el trabajo</a:t>
            </a:r>
            <a:endParaRPr lang="en-US" sz="2000" b="1" dirty="0">
              <a:solidFill>
                <a:schemeClr val="tx1">
                  <a:alpha val="80000"/>
                </a:schemeClr>
              </a:solidFill>
            </a:endParaRPr>
          </a:p>
          <a:p>
            <a:pPr lvl="1"/>
            <a:r>
              <a:rPr lang="es-CR" sz="2000" dirty="0">
                <a:solidFill>
                  <a:schemeClr val="tx1">
                    <a:alpha val="80000"/>
                  </a:schemeClr>
                </a:solidFill>
              </a:rPr>
              <a:t>Las prácticas de aseguramiento de calidad, como son muy robustas ya que aplican técnicas muy completas de medición, pueden proponer en un momento dado qué métodos se ajustan más a la naturaleza del producto a ser desarrollado, teniendo como efecto final que el producto tenga más posibilidades de ser un producto con calidad.</a:t>
            </a:r>
          </a:p>
        </p:txBody>
      </p:sp>
      <p:sp>
        <p:nvSpPr>
          <p:cNvPr id="7183" name="!!dot graphic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54149" y="5775082"/>
            <a:ext cx="112426" cy="112426"/>
          </a:xfrm>
          <a:custGeom>
            <a:avLst/>
            <a:gdLst>
              <a:gd name="connsiteX0" fmla="*/ 112426 w 112426"/>
              <a:gd name="connsiteY0" fmla="*/ 56213 h 112426"/>
              <a:gd name="connsiteX1" fmla="*/ 56213 w 112426"/>
              <a:gd name="connsiteY1" fmla="*/ 112426 h 112426"/>
              <a:gd name="connsiteX2" fmla="*/ 0 w 112426"/>
              <a:gd name="connsiteY2" fmla="*/ 56213 h 112426"/>
              <a:gd name="connsiteX3" fmla="*/ 56213 w 112426"/>
              <a:gd name="connsiteY3" fmla="*/ 0 h 112426"/>
              <a:gd name="connsiteX4" fmla="*/ 112426 w 112426"/>
              <a:gd name="connsiteY4" fmla="*/ 56213 h 11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426" h="112426">
                <a:moveTo>
                  <a:pt x="112426" y="56213"/>
                </a:moveTo>
                <a:cubicBezTo>
                  <a:pt x="112426" y="87259"/>
                  <a:pt x="87259" y="112426"/>
                  <a:pt x="56213" y="112426"/>
                </a:cubicBezTo>
                <a:cubicBezTo>
                  <a:pt x="25167" y="112426"/>
                  <a:pt x="0" y="87259"/>
                  <a:pt x="0" y="56213"/>
                </a:cubicBezTo>
                <a:cubicBezTo>
                  <a:pt x="0" y="25167"/>
                  <a:pt x="25167" y="0"/>
                  <a:pt x="56213" y="0"/>
                </a:cubicBezTo>
                <a:cubicBezTo>
                  <a:pt x="87259" y="0"/>
                  <a:pt x="112426" y="25167"/>
                  <a:pt x="112426" y="56213"/>
                </a:cubicBezTo>
                <a:close/>
              </a:path>
            </a:pathLst>
          </a:custGeom>
          <a:solidFill>
            <a:schemeClr val="accent1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7185" name="!!Straight Connector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9272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39384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199" name="Rectangle 8198">
            <a:extLst>
              <a:ext uri="{FF2B5EF4-FFF2-40B4-BE49-F238E27FC236}">
                <a16:creationId xmlns:a16="http://schemas.microsoft.com/office/drawing/2014/main" id="{201CC55D-ED54-4C5C-95E6-10947BD110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C2323B6-C136-9CFD-82A3-BE7EBA2243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60" y="856180"/>
            <a:ext cx="4560584" cy="1128068"/>
          </a:xfrm>
        </p:spPr>
        <p:txBody>
          <a:bodyPr anchor="ctr">
            <a:normAutofit/>
          </a:bodyPr>
          <a:lstStyle/>
          <a:p>
            <a:r>
              <a:rPr lang="es-CR" sz="4000" b="1"/>
              <a:t>Beneficios</a:t>
            </a:r>
            <a:endParaRPr lang="es-CR" sz="4000"/>
          </a:p>
        </p:txBody>
      </p:sp>
      <p:grpSp>
        <p:nvGrpSpPr>
          <p:cNvPr id="8201" name="Group 8200">
            <a:extLst>
              <a:ext uri="{FF2B5EF4-FFF2-40B4-BE49-F238E27FC236}">
                <a16:creationId xmlns:a16="http://schemas.microsoft.com/office/drawing/2014/main" id="{1DE889C7-FAD6-4397-98E2-05D503484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355196" cy="673460"/>
            <a:chOff x="0" y="823811"/>
            <a:chExt cx="355196" cy="673460"/>
          </a:xfrm>
        </p:grpSpPr>
        <p:sp>
          <p:nvSpPr>
            <p:cNvPr id="8202" name="Rectangle 8201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03" name="Rectangle 8202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205" name="Rectangle 8204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5085" y="2090569"/>
            <a:ext cx="429768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5D90AFF-EBC9-E5F7-DFC3-19F6EA8E0F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719" y="2330505"/>
            <a:ext cx="4559425" cy="3979585"/>
          </a:xfrm>
        </p:spPr>
        <p:txBody>
          <a:bodyPr anchor="ctr">
            <a:normAutofit/>
          </a:bodyPr>
          <a:lstStyle/>
          <a:p>
            <a:pPr lvl="0"/>
            <a:r>
              <a:rPr lang="es-CR" sz="2000" b="1"/>
              <a:t>Se evita incurrir en costos innecesarios</a:t>
            </a:r>
          </a:p>
          <a:p>
            <a:pPr lvl="1"/>
            <a:r>
              <a:rPr lang="es-CR" sz="2000"/>
              <a:t>Como un efecto generalizado de algunos de los puntos mencionados con anterioridad, </a:t>
            </a:r>
            <a:r>
              <a:rPr lang="es-CR" sz="2000" b="1"/>
              <a:t>la práctica de procesos de aseguramiento de calidad lleva a las organizaciones a evitar costos no deseados</a:t>
            </a:r>
            <a:r>
              <a:rPr lang="es-CR" sz="2000"/>
              <a:t> como pueden ser todos aquellos ocasionados por mantenimiento correctivo.</a:t>
            </a:r>
          </a:p>
          <a:p>
            <a:endParaRPr lang="es-CR" sz="2000"/>
          </a:p>
        </p:txBody>
      </p:sp>
      <p:sp>
        <p:nvSpPr>
          <p:cNvPr id="8207" name="Rectangle 8206">
            <a:extLst>
              <a:ext uri="{FF2B5EF4-FFF2-40B4-BE49-F238E27FC236}">
                <a16:creationId xmlns:a16="http://schemas.microsoft.com/office/drawing/2014/main" id="{C13237C8-E62C-4F0D-A318-BD6FB6C2D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09" name="Rectangle 8208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513853"/>
            <a:ext cx="6009366" cy="583457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194" name="Picture 2" descr="382,014 imágenes, fotos de stock, objetos en 3D y vectores sobre Ahorro de  gastos | Shutterstock">
            <a:extLst>
              <a:ext uri="{FF2B5EF4-FFF2-40B4-BE49-F238E27FC236}">
                <a16:creationId xmlns:a16="http://schemas.microsoft.com/office/drawing/2014/main" id="{84390291-FD57-A845-F909-81E968CD350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7" r="39082" b="-1"/>
          <a:stretch/>
        </p:blipFill>
        <p:spPr bwMode="auto">
          <a:xfrm>
            <a:off x="5977788" y="799352"/>
            <a:ext cx="5425410" cy="52592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006126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223" name="Rectangle 9222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ítulo 7">
            <a:extLst>
              <a:ext uri="{FF2B5EF4-FFF2-40B4-BE49-F238E27FC236}">
                <a16:creationId xmlns:a16="http://schemas.microsoft.com/office/drawing/2014/main" id="{D9023CF9-B99F-59AB-E565-9D878416AB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es-CR" sz="5400" b="1" dirty="0"/>
              <a:t>Beneficios</a:t>
            </a:r>
          </a:p>
        </p:txBody>
      </p:sp>
      <p:sp>
        <p:nvSpPr>
          <p:cNvPr id="9225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12E015A-BF63-F65E-6FC2-18333D3181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541520" cy="3659732"/>
          </a:xfrm>
        </p:spPr>
        <p:txBody>
          <a:bodyPr>
            <a:normAutofit/>
          </a:bodyPr>
          <a:lstStyle/>
          <a:p>
            <a:pPr lvl="0" algn="just"/>
            <a:r>
              <a:rPr lang="es-CR" sz="2400" b="1" dirty="0"/>
              <a:t>Se planea la calidad</a:t>
            </a:r>
          </a:p>
          <a:p>
            <a:pPr lvl="1" algn="just"/>
            <a:r>
              <a:rPr lang="es-CR" dirty="0"/>
              <a:t>Está claro que el concepto de calidad no es algo que se da de una manera automática e impredeciblemente. Es algo que se busca. Por lo mismo, se debe de planear, construir e implantar en el producto.</a:t>
            </a:r>
          </a:p>
        </p:txBody>
      </p:sp>
      <p:pic>
        <p:nvPicPr>
          <p:cNvPr id="9218" name="Picture 2" descr="Un ejemplo sobre cómo elaborar el plan de calidad de un proyecto">
            <a:extLst>
              <a:ext uri="{FF2B5EF4-FFF2-40B4-BE49-F238E27FC236}">
                <a16:creationId xmlns:a16="http://schemas.microsoft.com/office/drawing/2014/main" id="{0CF8E0C2-CB66-5654-0A54-340DFEAED66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054" r="40574"/>
          <a:stretch/>
        </p:blipFill>
        <p:spPr bwMode="auto"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8620660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B1595A09-E336-4D1B-9B3A-06A2287A54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211E67B-92CB-561E-2266-7F85685306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4777739"/>
            <a:ext cx="3418990" cy="1412119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5400" b="1" dirty="0" err="1"/>
              <a:t>Repaso</a:t>
            </a:r>
            <a:endParaRPr lang="en-US" sz="5400" b="1" dirty="0"/>
          </a:p>
        </p:txBody>
      </p:sp>
      <p:pic>
        <p:nvPicPr>
          <p:cNvPr id="7" name="Picture 4" descr="Apr 28: Virtual Kahoot Trivia Game Series - Youth Assisting Youth">
            <a:extLst>
              <a:ext uri="{FF2B5EF4-FFF2-40B4-BE49-F238E27FC236}">
                <a16:creationId xmlns:a16="http://schemas.microsoft.com/office/drawing/2014/main" id="{0466699A-E4BF-9C65-6824-B1689AACA96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180" b="16351"/>
          <a:stretch/>
        </p:blipFill>
        <p:spPr bwMode="auto">
          <a:xfrm>
            <a:off x="20" y="10"/>
            <a:ext cx="12191980" cy="4558420"/>
          </a:xfrm>
          <a:custGeom>
            <a:avLst/>
            <a:gdLst/>
            <a:ahLst/>
            <a:cxnLst/>
            <a:rect l="l" t="t" r="r" b="b"/>
            <a:pathLst>
              <a:path w="12188952" h="4558430">
                <a:moveTo>
                  <a:pt x="6789701" y="4490221"/>
                </a:moveTo>
                <a:lnTo>
                  <a:pt x="6788702" y="4490299"/>
                </a:lnTo>
                <a:lnTo>
                  <a:pt x="6788476" y="4490833"/>
                </a:lnTo>
                <a:close/>
                <a:moveTo>
                  <a:pt x="0" y="0"/>
                </a:moveTo>
                <a:lnTo>
                  <a:pt x="12188952" y="0"/>
                </a:lnTo>
                <a:lnTo>
                  <a:pt x="12188952" y="3596895"/>
                </a:lnTo>
                <a:lnTo>
                  <a:pt x="12061096" y="3635026"/>
                </a:lnTo>
                <a:cubicBezTo>
                  <a:pt x="11933500" y="3671240"/>
                  <a:pt x="11805390" y="3705769"/>
                  <a:pt x="11676800" y="3738601"/>
                </a:cubicBezTo>
                <a:cubicBezTo>
                  <a:pt x="11262789" y="3846108"/>
                  <a:pt x="10845343" y="3939710"/>
                  <a:pt x="10425355" y="4022140"/>
                </a:cubicBezTo>
                <a:cubicBezTo>
                  <a:pt x="10092810" y="4087351"/>
                  <a:pt x="9759033" y="4145748"/>
                  <a:pt x="9424022" y="4197302"/>
                </a:cubicBezTo>
                <a:cubicBezTo>
                  <a:pt x="9102997" y="4246959"/>
                  <a:pt x="8781133" y="4291526"/>
                  <a:pt x="8458419" y="4331003"/>
                </a:cubicBezTo>
                <a:cubicBezTo>
                  <a:pt x="8211360" y="4361169"/>
                  <a:pt x="7963792" y="4386742"/>
                  <a:pt x="7715970" y="4410950"/>
                </a:cubicBezTo>
                <a:lnTo>
                  <a:pt x="6951716" y="4476730"/>
                </a:lnTo>
                <a:lnTo>
                  <a:pt x="6936303" y="4478801"/>
                </a:lnTo>
                <a:lnTo>
                  <a:pt x="6790448" y="4490162"/>
                </a:lnTo>
                <a:lnTo>
                  <a:pt x="6799941" y="4491982"/>
                </a:lnTo>
                <a:cubicBezTo>
                  <a:pt x="6811623" y="4492448"/>
                  <a:pt x="6823734" y="4490275"/>
                  <a:pt x="6835432" y="4490275"/>
                </a:cubicBezTo>
                <a:cubicBezTo>
                  <a:pt x="6851580" y="4490275"/>
                  <a:pt x="6867729" y="4487668"/>
                  <a:pt x="6884003" y="4487297"/>
                </a:cubicBezTo>
                <a:cubicBezTo>
                  <a:pt x="7115805" y="4481835"/>
                  <a:pt x="7347351" y="4469668"/>
                  <a:pt x="7578771" y="4454770"/>
                </a:cubicBezTo>
                <a:cubicBezTo>
                  <a:pt x="7927552" y="4432302"/>
                  <a:pt x="8276080" y="4404123"/>
                  <a:pt x="8623845" y="4367873"/>
                </a:cubicBezTo>
                <a:cubicBezTo>
                  <a:pt x="8909939" y="4338575"/>
                  <a:pt x="9195310" y="4303940"/>
                  <a:pt x="9479970" y="4263967"/>
                </a:cubicBezTo>
                <a:cubicBezTo>
                  <a:pt x="9864901" y="4209593"/>
                  <a:pt x="10248014" y="4144879"/>
                  <a:pt x="10629308" y="4069810"/>
                </a:cubicBezTo>
                <a:cubicBezTo>
                  <a:pt x="11090114" y="3978690"/>
                  <a:pt x="11546975" y="3871184"/>
                  <a:pt x="11998498" y="3743816"/>
                </a:cubicBezTo>
                <a:lnTo>
                  <a:pt x="12188952" y="3687715"/>
                </a:lnTo>
                <a:lnTo>
                  <a:pt x="12188952" y="3742439"/>
                </a:lnTo>
                <a:lnTo>
                  <a:pt x="11829257" y="3846853"/>
                </a:lnTo>
                <a:cubicBezTo>
                  <a:pt x="11534769" y="3926550"/>
                  <a:pt x="11238120" y="3997436"/>
                  <a:pt x="10939183" y="4061368"/>
                </a:cubicBezTo>
                <a:cubicBezTo>
                  <a:pt x="10622824" y="4129150"/>
                  <a:pt x="10304941" y="4189147"/>
                  <a:pt x="9985530" y="4241373"/>
                </a:cubicBezTo>
                <a:cubicBezTo>
                  <a:pt x="9720036" y="4284822"/>
                  <a:pt x="9453814" y="4323467"/>
                  <a:pt x="9186882" y="4357320"/>
                </a:cubicBezTo>
                <a:cubicBezTo>
                  <a:pt x="8984197" y="4382894"/>
                  <a:pt x="8781514" y="4406977"/>
                  <a:pt x="8578198" y="4426839"/>
                </a:cubicBezTo>
                <a:cubicBezTo>
                  <a:pt x="8340547" y="4449559"/>
                  <a:pt x="8102644" y="4471034"/>
                  <a:pt x="7864358" y="4488290"/>
                </a:cubicBezTo>
                <a:cubicBezTo>
                  <a:pt x="7554994" y="4510634"/>
                  <a:pt x="7245502" y="4528512"/>
                  <a:pt x="6935502" y="4539684"/>
                </a:cubicBezTo>
                <a:cubicBezTo>
                  <a:pt x="6782917" y="4545147"/>
                  <a:pt x="6630334" y="4548995"/>
                  <a:pt x="6477750" y="4553587"/>
                </a:cubicBezTo>
                <a:cubicBezTo>
                  <a:pt x="6439195" y="4551503"/>
                  <a:pt x="6400529" y="4553128"/>
                  <a:pt x="6362294" y="4558430"/>
                </a:cubicBezTo>
                <a:lnTo>
                  <a:pt x="6057129" y="4558430"/>
                </a:lnTo>
                <a:lnTo>
                  <a:pt x="5977784" y="4553836"/>
                </a:lnTo>
                <a:cubicBezTo>
                  <a:pt x="5740261" y="4541423"/>
                  <a:pt x="5502739" y="4527644"/>
                  <a:pt x="5265087" y="4517587"/>
                </a:cubicBezTo>
                <a:cubicBezTo>
                  <a:pt x="4958267" y="4505171"/>
                  <a:pt x="4651826" y="4484691"/>
                  <a:pt x="4346277" y="4455517"/>
                </a:cubicBezTo>
                <a:cubicBezTo>
                  <a:pt x="4021654" y="4424605"/>
                  <a:pt x="3697795" y="4389970"/>
                  <a:pt x="3373045" y="4356948"/>
                </a:cubicBezTo>
                <a:cubicBezTo>
                  <a:pt x="3035412" y="4322686"/>
                  <a:pt x="2698456" y="4283047"/>
                  <a:pt x="2362173" y="4238021"/>
                </a:cubicBezTo>
                <a:cubicBezTo>
                  <a:pt x="1984692" y="4187868"/>
                  <a:pt x="1608364" y="4130142"/>
                  <a:pt x="1233177" y="4064845"/>
                </a:cubicBezTo>
                <a:cubicBezTo>
                  <a:pt x="842181" y="3996132"/>
                  <a:pt x="453758" y="3917644"/>
                  <a:pt x="68500" y="3825138"/>
                </a:cubicBezTo>
                <a:lnTo>
                  <a:pt x="0" y="3807783"/>
                </a:lnTo>
                <a:lnTo>
                  <a:pt x="0" y="3751294"/>
                </a:lnTo>
                <a:lnTo>
                  <a:pt x="72441" y="3770071"/>
                </a:lnTo>
                <a:cubicBezTo>
                  <a:pt x="247961" y="3812249"/>
                  <a:pt x="424164" y="3851509"/>
                  <a:pt x="600716" y="3888441"/>
                </a:cubicBezTo>
                <a:cubicBezTo>
                  <a:pt x="988279" y="3969255"/>
                  <a:pt x="1378133" y="4038153"/>
                  <a:pt x="1769512" y="4098609"/>
                </a:cubicBezTo>
                <a:cubicBezTo>
                  <a:pt x="2052426" y="4142185"/>
                  <a:pt x="2335725" y="4182282"/>
                  <a:pt x="2613554" y="4215551"/>
                </a:cubicBezTo>
                <a:cubicBezTo>
                  <a:pt x="2605544" y="4218158"/>
                  <a:pt x="2594611" y="4208102"/>
                  <a:pt x="2581134" y="4205620"/>
                </a:cubicBezTo>
                <a:cubicBezTo>
                  <a:pt x="2087178" y="4113668"/>
                  <a:pt x="1597684" y="4002775"/>
                  <a:pt x="1112635" y="3872923"/>
                </a:cubicBezTo>
                <a:cubicBezTo>
                  <a:pt x="880453" y="3810852"/>
                  <a:pt x="649713" y="3744374"/>
                  <a:pt x="420412" y="3673490"/>
                </a:cubicBezTo>
                <a:lnTo>
                  <a:pt x="0" y="3534573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sketch line">
            <a:extLst>
              <a:ext uri="{FF2B5EF4-FFF2-40B4-BE49-F238E27FC236}">
                <a16:creationId xmlns:a16="http://schemas.microsoft.com/office/drawing/2014/main" id="{3540989C-C7B8-473B-BF87-6F2DA6A900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661305" y="5468206"/>
            <a:ext cx="1371600" cy="18288"/>
          </a:xfrm>
          <a:custGeom>
            <a:avLst/>
            <a:gdLst>
              <a:gd name="csX0" fmla="*/ 0 w 1371600"/>
              <a:gd name="csY0" fmla="*/ 0 h 18288"/>
              <a:gd name="csX1" fmla="*/ 685800 w 1371600"/>
              <a:gd name="csY1" fmla="*/ 0 h 18288"/>
              <a:gd name="csX2" fmla="*/ 1371600 w 1371600"/>
              <a:gd name="csY2" fmla="*/ 0 h 18288"/>
              <a:gd name="csX3" fmla="*/ 1371600 w 1371600"/>
              <a:gd name="csY3" fmla="*/ 18288 h 18288"/>
              <a:gd name="csX4" fmla="*/ 713232 w 1371600"/>
              <a:gd name="csY4" fmla="*/ 18288 h 18288"/>
              <a:gd name="csX5" fmla="*/ 0 w 1371600"/>
              <a:gd name="csY5" fmla="*/ 18288 h 18288"/>
              <a:gd name="csX6" fmla="*/ 0 w 1371600"/>
              <a:gd name="csY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371600" h="18288" fill="none" extrusionOk="0">
                <a:moveTo>
                  <a:pt x="0" y="0"/>
                </a:moveTo>
                <a:cubicBezTo>
                  <a:pt x="247303" y="31625"/>
                  <a:pt x="422310" y="-25629"/>
                  <a:pt x="685800" y="0"/>
                </a:cubicBezTo>
                <a:cubicBezTo>
                  <a:pt x="949290" y="25629"/>
                  <a:pt x="1192357" y="6696"/>
                  <a:pt x="1371600" y="0"/>
                </a:cubicBezTo>
                <a:cubicBezTo>
                  <a:pt x="1371355" y="6649"/>
                  <a:pt x="1371915" y="11310"/>
                  <a:pt x="1371600" y="18288"/>
                </a:cubicBezTo>
                <a:cubicBezTo>
                  <a:pt x="1107995" y="26464"/>
                  <a:pt x="1033361" y="32942"/>
                  <a:pt x="713232" y="18288"/>
                </a:cubicBezTo>
                <a:cubicBezTo>
                  <a:pt x="393103" y="3634"/>
                  <a:pt x="289343" y="43221"/>
                  <a:pt x="0" y="18288"/>
                </a:cubicBezTo>
                <a:cubicBezTo>
                  <a:pt x="-459" y="11562"/>
                  <a:pt x="-31" y="5093"/>
                  <a:pt x="0" y="0"/>
                </a:cubicBezTo>
                <a:close/>
              </a:path>
              <a:path w="1371600" h="18288" stroke="0" extrusionOk="0">
                <a:moveTo>
                  <a:pt x="0" y="0"/>
                </a:moveTo>
                <a:cubicBezTo>
                  <a:pt x="170249" y="-24099"/>
                  <a:pt x="504634" y="14338"/>
                  <a:pt x="644652" y="0"/>
                </a:cubicBezTo>
                <a:cubicBezTo>
                  <a:pt x="784670" y="-14338"/>
                  <a:pt x="1087773" y="8679"/>
                  <a:pt x="1371600" y="0"/>
                </a:cubicBezTo>
                <a:cubicBezTo>
                  <a:pt x="1372456" y="3662"/>
                  <a:pt x="1371030" y="13946"/>
                  <a:pt x="1371600" y="18288"/>
                </a:cubicBezTo>
                <a:cubicBezTo>
                  <a:pt x="1176823" y="-1409"/>
                  <a:pt x="900830" y="9989"/>
                  <a:pt x="713232" y="18288"/>
                </a:cubicBezTo>
                <a:cubicBezTo>
                  <a:pt x="525634" y="26587"/>
                  <a:pt x="282837" y="5724"/>
                  <a:pt x="0" y="18288"/>
                </a:cubicBezTo>
                <a:cubicBezTo>
                  <a:pt x="367" y="13143"/>
                  <a:pt x="-823" y="584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615697673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E96561DE-523C-1279-16E6-DBC1CE70FB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4294" y="4777739"/>
            <a:ext cx="6897626" cy="1399223"/>
          </a:xfrm>
        </p:spPr>
        <p:txBody>
          <a:bodyPr anchor="ctr">
            <a:normAutofit/>
          </a:bodyPr>
          <a:lstStyle/>
          <a:p>
            <a:endParaRPr lang="en-US" sz="2200"/>
          </a:p>
        </p:txBody>
      </p:sp>
    </p:spTree>
    <p:extLst>
      <p:ext uri="{BB962C8B-B14F-4D97-AF65-F5344CB8AC3E}">
        <p14:creationId xmlns:p14="http://schemas.microsoft.com/office/powerpoint/2010/main" val="40678258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CuadroTexto 22">
            <a:extLst>
              <a:ext uri="{FF2B5EF4-FFF2-40B4-BE49-F238E27FC236}">
                <a16:creationId xmlns:a16="http://schemas.microsoft.com/office/drawing/2014/main" id="{23337E59-18EB-45A5-9BEE-FCE3BA08CDC6}"/>
              </a:ext>
            </a:extLst>
          </p:cNvPr>
          <p:cNvSpPr txBox="1"/>
          <p:nvPr/>
        </p:nvSpPr>
        <p:spPr>
          <a:xfrm>
            <a:off x="2486950" y="3152923"/>
            <a:ext cx="7534032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sz="4800" b="1" dirty="0">
                <a:latin typeface="Roboto Light" charset="0"/>
                <a:ea typeface="Roboto Light" charset="0"/>
                <a:cs typeface="Roboto Light" charset="0"/>
              </a:rPr>
              <a:t>Gracias por su atención</a:t>
            </a:r>
            <a:endParaRPr lang="es-CR" sz="2000" b="1" dirty="0">
              <a:latin typeface="Roboto" charset="0"/>
              <a:ea typeface="Roboto" charset="0"/>
              <a:cs typeface="Roboto" charset="0"/>
            </a:endParaRPr>
          </a:p>
          <a:p>
            <a:endParaRPr lang="es-CR" sz="2400" dirty="0">
              <a:latin typeface="Roboto Light" charset="0"/>
              <a:ea typeface="Roboto Light" charset="0"/>
              <a:cs typeface="Roboto Light" charset="0"/>
            </a:endParaRPr>
          </a:p>
          <a:p>
            <a:pPr>
              <a:spcAft>
                <a:spcPts val="600"/>
              </a:spcAft>
            </a:pPr>
            <a:r>
              <a:rPr lang="es-CR" sz="2400" b="1" dirty="0">
                <a:latin typeface="Roboto Light" charset="0"/>
                <a:ea typeface="Roboto Light" charset="0"/>
                <a:cs typeface="Roboto Light" charset="0"/>
              </a:rPr>
              <a:t>Elaborado por:</a:t>
            </a:r>
          </a:p>
          <a:p>
            <a:pPr marL="636588"/>
            <a:r>
              <a:rPr lang="es-CR" sz="2000" dirty="0">
                <a:latin typeface="Roboto Light" charset="0"/>
              </a:rPr>
              <a:t>Marlen Treviño</a:t>
            </a:r>
          </a:p>
          <a:p>
            <a:pPr marL="636588"/>
            <a:r>
              <a:rPr lang="es-CR" sz="2000" dirty="0">
                <a:latin typeface="Roboto Light" charset="0"/>
                <a:hlinkClick r:id="rId2"/>
              </a:rPr>
              <a:t>mtrevino@itcr.ac.cr</a:t>
            </a:r>
            <a:r>
              <a:rPr lang="es-CR" sz="2000" dirty="0">
                <a:latin typeface="Roboto Light" charset="0"/>
              </a:rPr>
              <a:t> </a:t>
            </a:r>
          </a:p>
          <a:p>
            <a:pPr marL="636588"/>
            <a:endParaRPr lang="es-CR" sz="2000" dirty="0">
              <a:latin typeface="Roboto Light" charset="0"/>
            </a:endParaRPr>
          </a:p>
          <a:p>
            <a:pPr>
              <a:spcAft>
                <a:spcPts val="600"/>
              </a:spcAft>
            </a:pPr>
            <a:r>
              <a:rPr lang="es-CR" sz="2400" b="1" dirty="0">
                <a:latin typeface="Roboto Light" charset="0"/>
                <a:ea typeface="Roboto Light" charset="0"/>
                <a:cs typeface="Roboto Light" charset="0"/>
              </a:rPr>
              <a:t>Modificado:</a:t>
            </a:r>
          </a:p>
          <a:p>
            <a:pPr marL="636588"/>
            <a:r>
              <a:rPr lang="es-CR" sz="2000" dirty="0">
                <a:latin typeface="Roboto Light" charset="0"/>
              </a:rPr>
              <a:t>Marcos Rodríguez</a:t>
            </a:r>
          </a:p>
          <a:p>
            <a:pPr marL="636588"/>
            <a:r>
              <a:rPr lang="es-CR" sz="2000" dirty="0">
                <a:latin typeface="Roboto Light" charset="0"/>
                <a:hlinkClick r:id="rId3"/>
              </a:rPr>
              <a:t>ma.rodriguez@itcr.ac.cr</a:t>
            </a:r>
            <a:r>
              <a:rPr lang="es-CR" sz="2000" dirty="0">
                <a:latin typeface="Roboto Light" charset="0"/>
              </a:rPr>
              <a:t> </a:t>
            </a:r>
          </a:p>
          <a:p>
            <a:pPr marL="636588"/>
            <a:endParaRPr lang="es-CR" sz="2000" dirty="0">
              <a:latin typeface="Roboto Light" charset="0"/>
            </a:endParaRPr>
          </a:p>
          <a:p>
            <a:endParaRPr lang="es-CR" sz="2400" dirty="0">
              <a:latin typeface="Roboto Light" charset="0"/>
              <a:ea typeface="Roboto Light" charset="0"/>
              <a:cs typeface="Roboto Light" charset="0"/>
            </a:endParaRPr>
          </a:p>
          <a:p>
            <a:endParaRPr lang="es-ES_tradnl" sz="3200" dirty="0">
              <a:latin typeface="Roboto Light" charset="0"/>
              <a:ea typeface="Roboto Light" charset="0"/>
              <a:cs typeface="Roboto Light" charset="0"/>
            </a:endParaRPr>
          </a:p>
        </p:txBody>
      </p:sp>
      <p:pic>
        <p:nvPicPr>
          <p:cNvPr id="22" name="Imagen 21">
            <a:extLst>
              <a:ext uri="{FF2B5EF4-FFF2-40B4-BE49-F238E27FC236}">
                <a16:creationId xmlns:a16="http://schemas.microsoft.com/office/drawing/2014/main" id="{EA61DBE9-E3AE-41CE-93CF-118422F293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4000" y="64262"/>
            <a:ext cx="12192000" cy="4369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83017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B9CE79E1917CA44A8D700A68A55BF3A1" ma:contentTypeVersion="13" ma:contentTypeDescription="Crear nuevo documento." ma:contentTypeScope="" ma:versionID="4e82126ebb2de31684cdbef0b37540f4">
  <xsd:schema xmlns:xsd="http://www.w3.org/2001/XMLSchema" xmlns:xs="http://www.w3.org/2001/XMLSchema" xmlns:p="http://schemas.microsoft.com/office/2006/metadata/properties" xmlns:ns2="b540f1d0-9e09-4ee1-af1a-40e8f5a5830d" xmlns:ns3="7862606f-3335-4726-8ea7-7d6574bc1ea5" targetNamespace="http://schemas.microsoft.com/office/2006/metadata/properties" ma:root="true" ma:fieldsID="5b6dffde20e6c1961197702f3b254c21" ns2:_="" ns3:_="">
    <xsd:import namespace="b540f1d0-9e09-4ee1-af1a-40e8f5a5830d"/>
    <xsd:import namespace="7862606f-3335-4726-8ea7-7d6574bc1ea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3:TaxCatchAll" minOccurs="0"/>
                <xsd:element ref="ns2:MediaServiceOCR" minOccurs="0"/>
                <xsd:element ref="ns2:lcf76f155ced4ddcb4097134ff3c332f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540f1d0-9e09-4ee1-af1a-40e8f5a5830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lcf76f155ced4ddcb4097134ff3c332f" ma:index="18" nillable="true" ma:taxonomy="true" ma:internalName="lcf76f155ced4ddcb4097134ff3c332f" ma:taxonomyFieldName="MediaServiceImageTags" ma:displayName="Etiquetas de imagen" ma:readOnly="false" ma:fieldId="{5cf76f15-5ced-4ddc-b409-7134ff3c332f}" ma:taxonomyMulti="true" ma:sspId="526b8547-2968-49f4-998e-dc1b97ecf89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862606f-3335-4726-8ea7-7d6574bc1ea5" elementFormDefault="qualified">
    <xsd:import namespace="http://schemas.microsoft.com/office/2006/documentManagement/types"/>
    <xsd:import namespace="http://schemas.microsoft.com/office/infopath/2007/PartnerControls"/>
    <xsd:element name="TaxCatchAll" ma:index="15" nillable="true" ma:displayName="Taxonomy Catch All Column" ma:hidden="true" ma:list="{c0128fd7-4d0d-4a54-91e1-6e82d79d7633}" ma:internalName="TaxCatchAll" ma:showField="CatchAllData" ma:web="7862606f-3335-4726-8ea7-7d6574bc1ea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540f1d0-9e09-4ee1-af1a-40e8f5a5830d">
      <Terms xmlns="http://schemas.microsoft.com/office/infopath/2007/PartnerControls"/>
    </lcf76f155ced4ddcb4097134ff3c332f>
    <TaxCatchAll xmlns="7862606f-3335-4726-8ea7-7d6574bc1e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BDF9C07-04C1-4907-9F18-6E74B1A1BB2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540f1d0-9e09-4ee1-af1a-40e8f5a5830d"/>
    <ds:schemaRef ds:uri="7862606f-3335-4726-8ea7-7d6574bc1ea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2A1B867-AC20-4C24-93C9-1D35F0FE2D2A}">
  <ds:schemaRefs>
    <ds:schemaRef ds:uri="b540f1d0-9e09-4ee1-af1a-40e8f5a5830d"/>
    <ds:schemaRef ds:uri="http://purl.org/dc/terms/"/>
    <ds:schemaRef ds:uri="http://schemas.microsoft.com/office/2006/documentManagement/types"/>
    <ds:schemaRef ds:uri="7862606f-3335-4726-8ea7-7d6574bc1ea5"/>
    <ds:schemaRef ds:uri="http://purl.org/dc/elements/1.1/"/>
    <ds:schemaRef ds:uri="http://purl.org/dc/dcmitype/"/>
    <ds:schemaRef ds:uri="http://schemas.openxmlformats.org/package/2006/metadata/core-properties"/>
    <ds:schemaRef ds:uri="http://www.w3.org/XML/1998/namespace"/>
    <ds:schemaRef ds:uri="http://schemas.microsoft.com/office/infopath/2007/PartnerControls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68229935-5E88-46B7-802D-79CDF6D9176A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1119bb90-88ba-4894-b7f1-de26e129d977}" enabled="0" method="" siteId="{1119bb90-88ba-4894-b7f1-de26e129d977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19931</TotalTime>
  <Words>2563</Words>
  <Application>Microsoft Macintosh PowerPoint</Application>
  <PresentationFormat>Widescreen</PresentationFormat>
  <Paragraphs>297</Paragraphs>
  <Slides>44</Slides>
  <Notes>13</Notes>
  <HiddenSlides>0</HiddenSlides>
  <MMClips>1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54" baseType="lpstr">
      <vt:lpstr>Arial</vt:lpstr>
      <vt:lpstr>Calibri</vt:lpstr>
      <vt:lpstr>Calibri Light</vt:lpstr>
      <vt:lpstr>Century Gothic</vt:lpstr>
      <vt:lpstr>Roboto</vt:lpstr>
      <vt:lpstr>Roboto Light</vt:lpstr>
      <vt:lpstr>Symbol</vt:lpstr>
      <vt:lpstr>Wingdings</vt:lpstr>
      <vt:lpstr>Wingdings 2</vt:lpstr>
      <vt:lpstr>Tema de Office</vt:lpstr>
      <vt:lpstr>Calidad</vt:lpstr>
      <vt:lpstr>Agenda</vt:lpstr>
      <vt:lpstr>Programa del curso</vt:lpstr>
      <vt:lpstr>Protocolo de seguridad</vt:lpstr>
      <vt:lpstr>Contacto</vt:lpstr>
      <vt:lpstr>Objetivo del curso</vt:lpstr>
      <vt:lpstr>Objetivos específicos</vt:lpstr>
      <vt:lpstr>Cronograma</vt:lpstr>
      <vt:lpstr>Evaluación</vt:lpstr>
      <vt:lpstr>Actividad: Definiendo calidad</vt:lpstr>
      <vt:lpstr>Actividad: Definiendo calidad</vt:lpstr>
      <vt:lpstr>Cinco criterios para valorar las definiciones de los constructos (conceptos) generados por los grupos</vt:lpstr>
      <vt:lpstr>Dinámica “sólo &lt;&gt; grupo &lt;&gt; todos” para definir, describir, analizar y valorar el concepto de calidad</vt:lpstr>
      <vt:lpstr>Figma Board</vt:lpstr>
      <vt:lpstr>Calidad</vt:lpstr>
      <vt:lpstr>¿Qué tiene más calidad?</vt:lpstr>
      <vt:lpstr>¿Qué tiene más calidad?</vt:lpstr>
      <vt:lpstr>Calidad: Características</vt:lpstr>
      <vt:lpstr>Calidad: Requisitos</vt:lpstr>
      <vt:lpstr>Etapas</vt:lpstr>
      <vt:lpstr>Etapas</vt:lpstr>
      <vt:lpstr>Artesanal</vt:lpstr>
      <vt:lpstr>Etapas</vt:lpstr>
      <vt:lpstr>Industrialización</vt:lpstr>
      <vt:lpstr>Etapas</vt:lpstr>
      <vt:lpstr>Control final</vt:lpstr>
      <vt:lpstr>Etapas</vt:lpstr>
      <vt:lpstr>Control en el proceso</vt:lpstr>
      <vt:lpstr>Etapas</vt:lpstr>
      <vt:lpstr>Control en diseño </vt:lpstr>
      <vt:lpstr>Etapas</vt:lpstr>
      <vt:lpstr>Mejora continua</vt:lpstr>
      <vt:lpstr>Calidad de software</vt:lpstr>
      <vt:lpstr>Caso Sabre</vt:lpstr>
      <vt:lpstr>Aseguramiento de la calidad del software</vt:lpstr>
      <vt:lpstr>Beneficios</vt:lpstr>
      <vt:lpstr>Beneficios</vt:lpstr>
      <vt:lpstr>Beneficios</vt:lpstr>
      <vt:lpstr>Beneficios</vt:lpstr>
      <vt:lpstr>Beneficios</vt:lpstr>
      <vt:lpstr>Beneficios</vt:lpstr>
      <vt:lpstr>Beneficios</vt:lpstr>
      <vt:lpstr>Repaso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Marlen Treviño Villalobos</dc:creator>
  <cp:lastModifiedBy>Marcos Antonio Rodriguez Ovares</cp:lastModifiedBy>
  <cp:revision>155</cp:revision>
  <cp:lastPrinted>2024-02-01T16:54:04Z</cp:lastPrinted>
  <dcterms:created xsi:type="dcterms:W3CDTF">2022-07-22T18:40:50Z</dcterms:created>
  <dcterms:modified xsi:type="dcterms:W3CDTF">2026-08-04T23:56:02Z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0x010100B9CE79E1917CA44A8D700A68A55BF3A1</vt:lpwstr>
  </property>
</Properties>
</file>