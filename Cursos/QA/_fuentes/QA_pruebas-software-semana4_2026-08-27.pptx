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9.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10.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11.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14.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15.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72"/>
  </p:notesMasterIdLst>
  <p:sldIdLst>
    <p:sldId id="256" r:id="rId5"/>
    <p:sldId id="257" r:id="rId6"/>
    <p:sldId id="333" r:id="rId7"/>
    <p:sldId id="322" r:id="rId8"/>
    <p:sldId id="323" r:id="rId9"/>
    <p:sldId id="328" r:id="rId10"/>
    <p:sldId id="324" r:id="rId11"/>
    <p:sldId id="325" r:id="rId12"/>
    <p:sldId id="326" r:id="rId13"/>
    <p:sldId id="334" r:id="rId14"/>
    <p:sldId id="327" r:id="rId15"/>
    <p:sldId id="337" r:id="rId16"/>
    <p:sldId id="329" r:id="rId17"/>
    <p:sldId id="268" r:id="rId18"/>
    <p:sldId id="266" r:id="rId19"/>
    <p:sldId id="269" r:id="rId20"/>
    <p:sldId id="270" r:id="rId21"/>
    <p:sldId id="271" r:id="rId22"/>
    <p:sldId id="272" r:id="rId23"/>
    <p:sldId id="273" r:id="rId24"/>
    <p:sldId id="276" r:id="rId25"/>
    <p:sldId id="277" r:id="rId26"/>
    <p:sldId id="274" r:id="rId27"/>
    <p:sldId id="285" r:id="rId28"/>
    <p:sldId id="284" r:id="rId29"/>
    <p:sldId id="283" r:id="rId30"/>
    <p:sldId id="282" r:id="rId31"/>
    <p:sldId id="275" r:id="rId32"/>
    <p:sldId id="278" r:id="rId33"/>
    <p:sldId id="286" r:id="rId34"/>
    <p:sldId id="287" r:id="rId35"/>
    <p:sldId id="288" r:id="rId36"/>
    <p:sldId id="279" r:id="rId37"/>
    <p:sldId id="289" r:id="rId38"/>
    <p:sldId id="280" r:id="rId39"/>
    <p:sldId id="290" r:id="rId40"/>
    <p:sldId id="292" r:id="rId41"/>
    <p:sldId id="291" r:id="rId42"/>
    <p:sldId id="294" r:id="rId43"/>
    <p:sldId id="293" r:id="rId44"/>
    <p:sldId id="295" r:id="rId45"/>
    <p:sldId id="296" r:id="rId46"/>
    <p:sldId id="297" r:id="rId47"/>
    <p:sldId id="331" r:id="rId48"/>
    <p:sldId id="330" r:id="rId49"/>
    <p:sldId id="267" r:id="rId50"/>
    <p:sldId id="299" r:id="rId51"/>
    <p:sldId id="300" r:id="rId52"/>
    <p:sldId id="302" r:id="rId53"/>
    <p:sldId id="301" r:id="rId54"/>
    <p:sldId id="303" r:id="rId55"/>
    <p:sldId id="304" r:id="rId56"/>
    <p:sldId id="305" r:id="rId57"/>
    <p:sldId id="306" r:id="rId58"/>
    <p:sldId id="309" r:id="rId59"/>
    <p:sldId id="308" r:id="rId60"/>
    <p:sldId id="310" r:id="rId61"/>
    <p:sldId id="315" r:id="rId62"/>
    <p:sldId id="312" r:id="rId63"/>
    <p:sldId id="313" r:id="rId64"/>
    <p:sldId id="316" r:id="rId65"/>
    <p:sldId id="317" r:id="rId66"/>
    <p:sldId id="311" r:id="rId67"/>
    <p:sldId id="336" r:id="rId68"/>
    <p:sldId id="335" r:id="rId69"/>
    <p:sldId id="318" r:id="rId70"/>
    <p:sldId id="265" r:id="rId71"/>
  </p:sldIdLst>
  <p:sldSz cx="12192000" cy="6858000"/>
  <p:notesSz cx="7315200" cy="9601200"/>
  <p:defaultText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40B4A6"/>
    <a:srgbClr val="D9D9D9"/>
    <a:srgbClr val="000000"/>
    <a:srgbClr val="A5A5A5"/>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919CB-9208-4C63-82C8-BF964B78E66E}" v="6" dt="2026-08-26T03:59:24.77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5" autoAdjust="0"/>
    <p:restoredTop sz="67736" autoAdjust="0"/>
  </p:normalViewPr>
  <p:slideViewPr>
    <p:cSldViewPr snapToGrid="0" showGuides="1">
      <p:cViewPr varScale="1">
        <p:scale>
          <a:sx n="97" d="100"/>
          <a:sy n="97" d="100"/>
        </p:scale>
        <p:origin x="72" y="312"/>
      </p:cViewPr>
      <p:guideLst>
        <p:guide orient="horz" pos="2160"/>
        <p:guide pos="3840"/>
      </p:guideLst>
    </p:cSldViewPr>
  </p:slideViewPr>
  <p:notesTextViewPr>
    <p:cViewPr>
      <p:scale>
        <a:sx n="1" d="1"/>
        <a:sy n="1" d="1"/>
      </p:scale>
      <p:origin x="0" y="0"/>
    </p:cViewPr>
  </p:notesTextViewPr>
  <p:notesViewPr>
    <p:cSldViewPr snapToGrid="0" showGuides="1">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os Antonio Rodriguez Ovares" userId="51e044ed-6c63-4c60-a8c9-452af1f5fe1b" providerId="ADAL" clId="{E0840990-7B2F-45E2-A9F1-4F3917AF35CA}"/>
    <pc:docChg chg="undo custSel addSld delSld modSld">
      <pc:chgData name="Marcos Antonio Rodriguez Ovares" userId="51e044ed-6c63-4c60-a8c9-452af1f5fe1b" providerId="ADAL" clId="{E0840990-7B2F-45E2-A9F1-4F3917AF35CA}" dt="2026-08-26T04:00:21.944" v="181" actId="47"/>
      <pc:docMkLst>
        <pc:docMk/>
      </pc:docMkLst>
      <pc:sldChg chg="modSp mod">
        <pc:chgData name="Marcos Antonio Rodriguez Ovares" userId="51e044ed-6c63-4c60-a8c9-452af1f5fe1b" providerId="ADAL" clId="{E0840990-7B2F-45E2-A9F1-4F3917AF35CA}" dt="2026-08-26T03:40:00.463" v="0" actId="20577"/>
        <pc:sldMkLst>
          <pc:docMk/>
          <pc:sldMk cId="1575278007" sldId="256"/>
        </pc:sldMkLst>
        <pc:spChg chg="mod">
          <ac:chgData name="Marcos Antonio Rodriguez Ovares" userId="51e044ed-6c63-4c60-a8c9-452af1f5fe1b" providerId="ADAL" clId="{E0840990-7B2F-45E2-A9F1-4F3917AF35CA}" dt="2026-08-26T03:40:00.463" v="0" actId="20577"/>
          <ac:spMkLst>
            <pc:docMk/>
            <pc:sldMk cId="1575278007" sldId="256"/>
            <ac:spMk id="3" creationId="{C8198703-FC40-4EAA-BFFB-D4E41267C874}"/>
          </ac:spMkLst>
        </pc:spChg>
      </pc:sldChg>
      <pc:sldChg chg="addSp delSp modSp mod">
        <pc:chgData name="Marcos Antonio Rodriguez Ovares" userId="51e044ed-6c63-4c60-a8c9-452af1f5fe1b" providerId="ADAL" clId="{E0840990-7B2F-45E2-A9F1-4F3917AF35CA}" dt="2026-08-26T03:51:18.068" v="43" actId="478"/>
        <pc:sldMkLst>
          <pc:docMk/>
          <pc:sldMk cId="2616271459" sldId="268"/>
        </pc:sldMkLst>
        <pc:spChg chg="add mod">
          <ac:chgData name="Marcos Antonio Rodriguez Ovares" userId="51e044ed-6c63-4c60-a8c9-452af1f5fe1b" providerId="ADAL" clId="{E0840990-7B2F-45E2-A9F1-4F3917AF35CA}" dt="2026-08-26T03:51:15.606" v="42" actId="478"/>
          <ac:spMkLst>
            <pc:docMk/>
            <pc:sldMk cId="2616271459" sldId="268"/>
            <ac:spMk id="5" creationId="{D9E60A09-2226-0C18-31AD-7F7BC55BC39F}"/>
          </ac:spMkLst>
        </pc:spChg>
        <pc:spChg chg="del">
          <ac:chgData name="Marcos Antonio Rodriguez Ovares" userId="51e044ed-6c63-4c60-a8c9-452af1f5fe1b" providerId="ADAL" clId="{E0840990-7B2F-45E2-A9F1-4F3917AF35CA}" dt="2026-08-26T03:51:15.606" v="42" actId="478"/>
          <ac:spMkLst>
            <pc:docMk/>
            <pc:sldMk cId="2616271459" sldId="268"/>
            <ac:spMk id="12" creationId="{D5D2B5B6-11B9-3BC2-E76B-911D391B24B5}"/>
          </ac:spMkLst>
        </pc:spChg>
        <pc:picChg chg="del">
          <ac:chgData name="Marcos Antonio Rodriguez Ovares" userId="51e044ed-6c63-4c60-a8c9-452af1f5fe1b" providerId="ADAL" clId="{E0840990-7B2F-45E2-A9F1-4F3917AF35CA}" dt="2026-08-26T03:51:11.876" v="41" actId="478"/>
          <ac:picMkLst>
            <pc:docMk/>
            <pc:sldMk cId="2616271459" sldId="268"/>
            <ac:picMk id="4" creationId="{E43FBAF8-2638-6DA1-E50F-9E5ECA52EF0F}"/>
          </ac:picMkLst>
        </pc:picChg>
        <pc:picChg chg="del">
          <ac:chgData name="Marcos Antonio Rodriguez Ovares" userId="51e044ed-6c63-4c60-a8c9-452af1f5fe1b" providerId="ADAL" clId="{E0840990-7B2F-45E2-A9F1-4F3917AF35CA}" dt="2026-08-26T03:51:18.068" v="43" actId="478"/>
          <ac:picMkLst>
            <pc:docMk/>
            <pc:sldMk cId="2616271459" sldId="268"/>
            <ac:picMk id="1026" creationId="{E4DEDE65-42BC-0420-B1BE-3559208D12E7}"/>
          </ac:picMkLst>
        </pc:picChg>
      </pc:sldChg>
      <pc:sldChg chg="modSp mod modNotesTx">
        <pc:chgData name="Marcos Antonio Rodriguez Ovares" userId="51e044ed-6c63-4c60-a8c9-452af1f5fe1b" providerId="ADAL" clId="{E0840990-7B2F-45E2-A9F1-4F3917AF35CA}" dt="2026-08-26T03:53:28.357" v="129" actId="20577"/>
        <pc:sldMkLst>
          <pc:docMk/>
          <pc:sldMk cId="3634553469" sldId="271"/>
        </pc:sldMkLst>
        <pc:spChg chg="mod">
          <ac:chgData name="Marcos Antonio Rodriguez Ovares" userId="51e044ed-6c63-4c60-a8c9-452af1f5fe1b" providerId="ADAL" clId="{E0840990-7B2F-45E2-A9F1-4F3917AF35CA}" dt="2026-08-26T03:52:53.164" v="46" actId="114"/>
          <ac:spMkLst>
            <pc:docMk/>
            <pc:sldMk cId="3634553469" sldId="271"/>
            <ac:spMk id="9" creationId="{BCC2DD58-1279-356F-A888-71ECC3D8CEF0}"/>
          </ac:spMkLst>
        </pc:spChg>
      </pc:sldChg>
      <pc:sldChg chg="modSp mod">
        <pc:chgData name="Marcos Antonio Rodriguez Ovares" userId="51e044ed-6c63-4c60-a8c9-452af1f5fe1b" providerId="ADAL" clId="{E0840990-7B2F-45E2-A9F1-4F3917AF35CA}" dt="2026-08-26T03:51:18.127" v="44" actId="27636"/>
        <pc:sldMkLst>
          <pc:docMk/>
          <pc:sldMk cId="1985637102" sldId="305"/>
        </pc:sldMkLst>
        <pc:spChg chg="mod">
          <ac:chgData name="Marcos Antonio Rodriguez Ovares" userId="51e044ed-6c63-4c60-a8c9-452af1f5fe1b" providerId="ADAL" clId="{E0840990-7B2F-45E2-A9F1-4F3917AF35CA}" dt="2026-08-26T03:51:18.127" v="44" actId="27636"/>
          <ac:spMkLst>
            <pc:docMk/>
            <pc:sldMk cId="1985637102" sldId="305"/>
            <ac:spMk id="2" creationId="{FE496235-8F9F-FDDE-936A-A3EF0F6BAAE2}"/>
          </ac:spMkLst>
        </pc:spChg>
      </pc:sldChg>
      <pc:sldChg chg="del">
        <pc:chgData name="Marcos Antonio Rodriguez Ovares" userId="51e044ed-6c63-4c60-a8c9-452af1f5fe1b" providerId="ADAL" clId="{E0840990-7B2F-45E2-A9F1-4F3917AF35CA}" dt="2026-08-26T04:00:10.509" v="179" actId="47"/>
        <pc:sldMkLst>
          <pc:docMk/>
          <pc:sldMk cId="3717250252" sldId="319"/>
        </pc:sldMkLst>
      </pc:sldChg>
      <pc:sldChg chg="del">
        <pc:chgData name="Marcos Antonio Rodriguez Ovares" userId="51e044ed-6c63-4c60-a8c9-452af1f5fe1b" providerId="ADAL" clId="{E0840990-7B2F-45E2-A9F1-4F3917AF35CA}" dt="2026-08-26T04:00:14.555" v="180" actId="47"/>
        <pc:sldMkLst>
          <pc:docMk/>
          <pc:sldMk cId="1104234576" sldId="320"/>
        </pc:sldMkLst>
      </pc:sldChg>
      <pc:sldChg chg="del">
        <pc:chgData name="Marcos Antonio Rodriguez Ovares" userId="51e044ed-6c63-4c60-a8c9-452af1f5fe1b" providerId="ADAL" clId="{E0840990-7B2F-45E2-A9F1-4F3917AF35CA}" dt="2026-08-26T04:00:21.944" v="181" actId="47"/>
        <pc:sldMkLst>
          <pc:docMk/>
          <pc:sldMk cId="2408793503" sldId="321"/>
        </pc:sldMkLst>
      </pc:sldChg>
      <pc:sldChg chg="modNotesTx">
        <pc:chgData name="Marcos Antonio Rodriguez Ovares" userId="51e044ed-6c63-4c60-a8c9-452af1f5fe1b" providerId="ADAL" clId="{E0840990-7B2F-45E2-A9F1-4F3917AF35CA}" dt="2026-08-26T03:55:19.029" v="170" actId="20577"/>
        <pc:sldMkLst>
          <pc:docMk/>
          <pc:sldMk cId="4169087585" sldId="324"/>
        </pc:sldMkLst>
      </pc:sldChg>
      <pc:sldChg chg="addSp delSp modSp add del mod">
        <pc:chgData name="Marcos Antonio Rodriguez Ovares" userId="51e044ed-6c63-4c60-a8c9-452af1f5fe1b" providerId="ADAL" clId="{E0840990-7B2F-45E2-A9F1-4F3917AF35CA}" dt="2026-08-26T03:59:44.630" v="178" actId="1076"/>
        <pc:sldMkLst>
          <pc:docMk/>
          <pc:sldMk cId="1397465328" sldId="331"/>
        </pc:sldMkLst>
        <pc:spChg chg="add mod">
          <ac:chgData name="Marcos Antonio Rodriguez Ovares" userId="51e044ed-6c63-4c60-a8c9-452af1f5fe1b" providerId="ADAL" clId="{E0840990-7B2F-45E2-A9F1-4F3917AF35CA}" dt="2026-08-26T03:59:44.630" v="178" actId="1076"/>
          <ac:spMkLst>
            <pc:docMk/>
            <pc:sldMk cId="1397465328" sldId="331"/>
            <ac:spMk id="3" creationId="{3447C1CD-0257-42DB-B29A-762049293B23}"/>
          </ac:spMkLst>
        </pc:spChg>
        <pc:picChg chg="del">
          <ac:chgData name="Marcos Antonio Rodriguez Ovares" userId="51e044ed-6c63-4c60-a8c9-452af1f5fe1b" providerId="ADAL" clId="{E0840990-7B2F-45E2-A9F1-4F3917AF35CA}" dt="2026-08-26T03:59:23.774" v="173" actId="478"/>
          <ac:picMkLst>
            <pc:docMk/>
            <pc:sldMk cId="1397465328" sldId="331"/>
            <ac:picMk id="7" creationId="{B99B4939-B12A-F59E-D818-407A4583B730}"/>
          </ac:picMkLst>
        </pc:picChg>
      </pc:sldChg>
      <pc:sldChg chg="modSp new mod">
        <pc:chgData name="Marcos Antonio Rodriguez Ovares" userId="51e044ed-6c63-4c60-a8c9-452af1f5fe1b" providerId="ADAL" clId="{E0840990-7B2F-45E2-A9F1-4F3917AF35CA}" dt="2026-08-26T03:50:37.176" v="40" actId="20577"/>
        <pc:sldMkLst>
          <pc:docMk/>
          <pc:sldMk cId="1767673628" sldId="337"/>
        </pc:sldMkLst>
        <pc:spChg chg="mod">
          <ac:chgData name="Marcos Antonio Rodriguez Ovares" userId="51e044ed-6c63-4c60-a8c9-452af1f5fe1b" providerId="ADAL" clId="{E0840990-7B2F-45E2-A9F1-4F3917AF35CA}" dt="2026-08-26T03:50:00.179" v="26" actId="20577"/>
          <ac:spMkLst>
            <pc:docMk/>
            <pc:sldMk cId="1767673628" sldId="337"/>
            <ac:spMk id="2" creationId="{AB983B0C-B5A0-43D4-5089-94250933016D}"/>
          </ac:spMkLst>
        </pc:spChg>
        <pc:spChg chg="mod">
          <ac:chgData name="Marcos Antonio Rodriguez Ovares" userId="51e044ed-6c63-4c60-a8c9-452af1f5fe1b" providerId="ADAL" clId="{E0840990-7B2F-45E2-A9F1-4F3917AF35CA}" dt="2026-08-26T03:50:37.176" v="40" actId="20577"/>
          <ac:spMkLst>
            <pc:docMk/>
            <pc:sldMk cId="1767673628" sldId="337"/>
            <ac:spMk id="3" creationId="{3CA84DCC-9EB2-B6C2-4C93-83D61ABC5EA1}"/>
          </ac:spMkLst>
        </pc:spChg>
      </pc:sldChg>
    </pc:docChg>
  </pc:docChgLst>
</pc:chgInfo>
</file>

<file path=ppt/diagrams/_rels/data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ata2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0.svg"/><Relationship Id="rId4" Type="http://schemas.openxmlformats.org/officeDocument/2006/relationships/image" Target="../media/image19.svg"/></Relationships>
</file>

<file path=ppt/diagrams/_rels/data2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s>
</file>

<file path=ppt/diagrams/_rels/data2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 Id="rId4" Type="http://schemas.openxmlformats.org/officeDocument/2006/relationships/image" Target="../media/image29.svg"/></Relationships>
</file>

<file path=ppt/diagrams/_rels/drawing5.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image" Target="../media/image10.svg"/></Relationships>
</file>

<file path=ppt/diagrams/_rels/drawing2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image" Target="../media/image10.svg"/><Relationship Id="rId4" Type="http://schemas.openxmlformats.org/officeDocument/2006/relationships/image" Target="../media/image19.svg"/></Relationships>
</file>

<file path=ppt/diagrams/_rels/drawing28.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s>
</file>

<file path=ppt/diagrams/_rels/drawing2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svg"/><Relationship Id="rId1" Type="http://schemas.openxmlformats.org/officeDocument/2006/relationships/image" Target="../media/image26.svg"/><Relationship Id="rId4"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1">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2">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3#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1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1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1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3#4">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1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3#5">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1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15">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3#6">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16">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1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1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19">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20">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9CBFFA-C625-44DD-90E5-7DFC83B9BD51}" type="doc">
      <dgm:prSet loTypeId="urn:microsoft.com/office/officeart/2008/layout/LinedList" loCatId="list" qsTypeId="urn:microsoft.com/office/officeart/2005/8/quickstyle/simple1#1" qsCatId="simple" csTypeId="urn:microsoft.com/office/officeart/2005/8/colors/colorful1#1" csCatId="colorful"/>
      <dgm:spPr/>
      <dgm:t>
        <a:bodyPr/>
        <a:lstStyle/>
        <a:p>
          <a:endParaRPr lang="en-US"/>
        </a:p>
      </dgm:t>
    </dgm:pt>
    <dgm:pt modelId="{E8A6D555-32C4-4A78-AB3B-8D29C3FD78A5}">
      <dgm:prSet/>
      <dgm:spPr/>
      <dgm:t>
        <a:bodyPr/>
        <a:lstStyle/>
        <a:p>
          <a:r>
            <a:rPr lang="es-CR"/>
            <a:t>"Un caso de prueba es un conjunto de entradas, condiciones de ejecución y resultados esperados, desarrollado para conseguir un objetivo particular o condición de prueba"</a:t>
          </a:r>
          <a:endParaRPr lang="en-US"/>
        </a:p>
      </dgm:t>
    </dgm:pt>
    <dgm:pt modelId="{C2143E8F-81F7-4C91-8110-ED120C58A669}" type="parTrans" cxnId="{66C3C404-E941-4D1C-B202-CEC81FF909A5}">
      <dgm:prSet/>
      <dgm:spPr/>
      <dgm:t>
        <a:bodyPr/>
        <a:lstStyle/>
        <a:p>
          <a:endParaRPr lang="en-US"/>
        </a:p>
      </dgm:t>
    </dgm:pt>
    <dgm:pt modelId="{7E3DC5D0-A245-461A-BD76-D1E40022F81F}" type="sibTrans" cxnId="{66C3C404-E941-4D1C-B202-CEC81FF909A5}">
      <dgm:prSet/>
      <dgm:spPr/>
      <dgm:t>
        <a:bodyPr/>
        <a:lstStyle/>
        <a:p>
          <a:endParaRPr lang="en-US"/>
        </a:p>
      </dgm:t>
    </dgm:pt>
    <dgm:pt modelId="{4F8A1F3B-9E64-40E2-86FE-EAB1E6086B00}">
      <dgm:prSet/>
      <dgm:spPr/>
      <dgm:t>
        <a:bodyPr/>
        <a:lstStyle/>
        <a:p>
          <a:r>
            <a:rPr lang="es-CR"/>
            <a:t>"Un caso de prueba es un proceso detallado que busca probar una funcionalidad o requerimiento particular, parcial o totalmente”</a:t>
          </a:r>
          <a:endParaRPr lang="en-US"/>
        </a:p>
      </dgm:t>
    </dgm:pt>
    <dgm:pt modelId="{35A776BC-270E-410E-B64B-476DF24C6101}" type="parTrans" cxnId="{BAF77790-336A-4986-BC76-6A6EA807BFD0}">
      <dgm:prSet/>
      <dgm:spPr/>
      <dgm:t>
        <a:bodyPr/>
        <a:lstStyle/>
        <a:p>
          <a:endParaRPr lang="en-US"/>
        </a:p>
      </dgm:t>
    </dgm:pt>
    <dgm:pt modelId="{A6BBC416-B146-464F-A630-B8A917688D8E}" type="sibTrans" cxnId="{BAF77790-336A-4986-BC76-6A6EA807BFD0}">
      <dgm:prSet/>
      <dgm:spPr/>
      <dgm:t>
        <a:bodyPr/>
        <a:lstStyle/>
        <a:p>
          <a:endParaRPr lang="en-US"/>
        </a:p>
      </dgm:t>
    </dgm:pt>
    <dgm:pt modelId="{E67100A1-BC4C-4CAA-B936-D370AA83252A}">
      <dgm:prSet/>
      <dgm:spPr/>
      <dgm:t>
        <a:bodyPr/>
        <a:lstStyle/>
        <a:p>
          <a:r>
            <a:rPr lang="es-CR"/>
            <a:t>"Un buen caso de prueba tiene una alta probabilidad de encontrar defectos"</a:t>
          </a:r>
          <a:endParaRPr lang="en-US"/>
        </a:p>
      </dgm:t>
    </dgm:pt>
    <dgm:pt modelId="{246F55C2-CC28-40E8-A79C-63F5C2A25AA4}" type="parTrans" cxnId="{555C5982-F4CA-4A0A-9EBE-EE08496E60CE}">
      <dgm:prSet/>
      <dgm:spPr/>
      <dgm:t>
        <a:bodyPr/>
        <a:lstStyle/>
        <a:p>
          <a:endParaRPr lang="en-US"/>
        </a:p>
      </dgm:t>
    </dgm:pt>
    <dgm:pt modelId="{CE5CB100-5E35-4BEA-BA2C-D02B0076F409}" type="sibTrans" cxnId="{555C5982-F4CA-4A0A-9EBE-EE08496E60CE}">
      <dgm:prSet/>
      <dgm:spPr/>
      <dgm:t>
        <a:bodyPr/>
        <a:lstStyle/>
        <a:p>
          <a:endParaRPr lang="en-US"/>
        </a:p>
      </dgm:t>
    </dgm:pt>
    <dgm:pt modelId="{BB31BAB0-44F0-4CCD-9441-E6F3EAC26FA4}" type="pres">
      <dgm:prSet presAssocID="{8A9CBFFA-C625-44DD-90E5-7DFC83B9BD51}" presName="vert0" presStyleCnt="0">
        <dgm:presLayoutVars>
          <dgm:dir/>
          <dgm:animOne val="branch"/>
          <dgm:animLvl val="lvl"/>
        </dgm:presLayoutVars>
      </dgm:prSet>
      <dgm:spPr/>
    </dgm:pt>
    <dgm:pt modelId="{3A1C00D8-9F5E-4F9E-BECB-64356ACCB224}" type="pres">
      <dgm:prSet presAssocID="{E8A6D555-32C4-4A78-AB3B-8D29C3FD78A5}" presName="thickLine" presStyleLbl="alignNode1" presStyleIdx="0" presStyleCnt="3"/>
      <dgm:spPr/>
    </dgm:pt>
    <dgm:pt modelId="{1D62AF1E-83F8-4BEC-A528-1B9D2CAF6CFB}" type="pres">
      <dgm:prSet presAssocID="{E8A6D555-32C4-4A78-AB3B-8D29C3FD78A5}" presName="horz1" presStyleCnt="0"/>
      <dgm:spPr/>
    </dgm:pt>
    <dgm:pt modelId="{4EC8DFB2-0FD8-4BF7-9AE5-163E0B8D657E}" type="pres">
      <dgm:prSet presAssocID="{E8A6D555-32C4-4A78-AB3B-8D29C3FD78A5}" presName="tx1" presStyleLbl="revTx" presStyleIdx="0" presStyleCnt="3"/>
      <dgm:spPr/>
    </dgm:pt>
    <dgm:pt modelId="{C9B3AC52-897A-448F-9FA3-C835F6ACC1B6}" type="pres">
      <dgm:prSet presAssocID="{E8A6D555-32C4-4A78-AB3B-8D29C3FD78A5}" presName="vert1" presStyleCnt="0"/>
      <dgm:spPr/>
    </dgm:pt>
    <dgm:pt modelId="{6DD7FDEA-D1E2-4FE8-BED0-31329C1A098D}" type="pres">
      <dgm:prSet presAssocID="{4F8A1F3B-9E64-40E2-86FE-EAB1E6086B00}" presName="thickLine" presStyleLbl="alignNode1" presStyleIdx="1" presStyleCnt="3"/>
      <dgm:spPr/>
    </dgm:pt>
    <dgm:pt modelId="{46DB153E-FC61-4233-8A6A-FE1E1B5B624F}" type="pres">
      <dgm:prSet presAssocID="{4F8A1F3B-9E64-40E2-86FE-EAB1E6086B00}" presName="horz1" presStyleCnt="0"/>
      <dgm:spPr/>
    </dgm:pt>
    <dgm:pt modelId="{FCB3A9DB-B5EC-427E-8F3A-94A4D3030EDC}" type="pres">
      <dgm:prSet presAssocID="{4F8A1F3B-9E64-40E2-86FE-EAB1E6086B00}" presName="tx1" presStyleLbl="revTx" presStyleIdx="1" presStyleCnt="3"/>
      <dgm:spPr/>
    </dgm:pt>
    <dgm:pt modelId="{E255D929-DA6A-4906-896A-F5E569754EF3}" type="pres">
      <dgm:prSet presAssocID="{4F8A1F3B-9E64-40E2-86FE-EAB1E6086B00}" presName="vert1" presStyleCnt="0"/>
      <dgm:spPr/>
    </dgm:pt>
    <dgm:pt modelId="{F8FBA5E8-0F5A-43F8-8636-FEE864923229}" type="pres">
      <dgm:prSet presAssocID="{E67100A1-BC4C-4CAA-B936-D370AA83252A}" presName="thickLine" presStyleLbl="alignNode1" presStyleIdx="2" presStyleCnt="3"/>
      <dgm:spPr/>
    </dgm:pt>
    <dgm:pt modelId="{EFE25F07-9139-4C7A-9AE5-6C2751CAF59D}" type="pres">
      <dgm:prSet presAssocID="{E67100A1-BC4C-4CAA-B936-D370AA83252A}" presName="horz1" presStyleCnt="0"/>
      <dgm:spPr/>
    </dgm:pt>
    <dgm:pt modelId="{7DB329D8-3BF7-438D-94AF-7AF8157FF9FE}" type="pres">
      <dgm:prSet presAssocID="{E67100A1-BC4C-4CAA-B936-D370AA83252A}" presName="tx1" presStyleLbl="revTx" presStyleIdx="2" presStyleCnt="3"/>
      <dgm:spPr/>
    </dgm:pt>
    <dgm:pt modelId="{9F03E5E5-4F88-4027-8D74-CD26AC5A4159}" type="pres">
      <dgm:prSet presAssocID="{E67100A1-BC4C-4CAA-B936-D370AA83252A}" presName="vert1" presStyleCnt="0"/>
      <dgm:spPr/>
    </dgm:pt>
  </dgm:ptLst>
  <dgm:cxnLst>
    <dgm:cxn modelId="{66C3C404-E941-4D1C-B202-CEC81FF909A5}" srcId="{8A9CBFFA-C625-44DD-90E5-7DFC83B9BD51}" destId="{E8A6D555-32C4-4A78-AB3B-8D29C3FD78A5}" srcOrd="0" destOrd="0" parTransId="{C2143E8F-81F7-4C91-8110-ED120C58A669}" sibTransId="{7E3DC5D0-A245-461A-BD76-D1E40022F81F}"/>
    <dgm:cxn modelId="{5D0AFC67-5241-45AD-96D3-943C0F15AB9E}" type="presOf" srcId="{E67100A1-BC4C-4CAA-B936-D370AA83252A}" destId="{7DB329D8-3BF7-438D-94AF-7AF8157FF9FE}" srcOrd="0" destOrd="0" presId="urn:microsoft.com/office/officeart/2008/layout/LinedList"/>
    <dgm:cxn modelId="{4612B254-A9F0-4856-81B5-4B8BC8A1A041}" type="presOf" srcId="{E8A6D555-32C4-4A78-AB3B-8D29C3FD78A5}" destId="{4EC8DFB2-0FD8-4BF7-9AE5-163E0B8D657E}" srcOrd="0" destOrd="0" presId="urn:microsoft.com/office/officeart/2008/layout/LinedList"/>
    <dgm:cxn modelId="{555C5982-F4CA-4A0A-9EBE-EE08496E60CE}" srcId="{8A9CBFFA-C625-44DD-90E5-7DFC83B9BD51}" destId="{E67100A1-BC4C-4CAA-B936-D370AA83252A}" srcOrd="2" destOrd="0" parTransId="{246F55C2-CC28-40E8-A79C-63F5C2A25AA4}" sibTransId="{CE5CB100-5E35-4BEA-BA2C-D02B0076F409}"/>
    <dgm:cxn modelId="{BAF77790-336A-4986-BC76-6A6EA807BFD0}" srcId="{8A9CBFFA-C625-44DD-90E5-7DFC83B9BD51}" destId="{4F8A1F3B-9E64-40E2-86FE-EAB1E6086B00}" srcOrd="1" destOrd="0" parTransId="{35A776BC-270E-410E-B64B-476DF24C6101}" sibTransId="{A6BBC416-B146-464F-A630-B8A917688D8E}"/>
    <dgm:cxn modelId="{49597097-FA4E-40CF-94E6-E399D2FE92BE}" type="presOf" srcId="{4F8A1F3B-9E64-40E2-86FE-EAB1E6086B00}" destId="{FCB3A9DB-B5EC-427E-8F3A-94A4D3030EDC}" srcOrd="0" destOrd="0" presId="urn:microsoft.com/office/officeart/2008/layout/LinedList"/>
    <dgm:cxn modelId="{F2B6A5E8-E316-4842-935D-B5A700DCCE91}" type="presOf" srcId="{8A9CBFFA-C625-44DD-90E5-7DFC83B9BD51}" destId="{BB31BAB0-44F0-4CCD-9441-E6F3EAC26FA4}" srcOrd="0" destOrd="0" presId="urn:microsoft.com/office/officeart/2008/layout/LinedList"/>
    <dgm:cxn modelId="{8057CD90-B1AF-41D1-8621-C8C2F49CAACE}" type="presParOf" srcId="{BB31BAB0-44F0-4CCD-9441-E6F3EAC26FA4}" destId="{3A1C00D8-9F5E-4F9E-BECB-64356ACCB224}" srcOrd="0" destOrd="0" presId="urn:microsoft.com/office/officeart/2008/layout/LinedList"/>
    <dgm:cxn modelId="{04017BD2-A151-4F1B-A5FC-110F0BB4160F}" type="presParOf" srcId="{BB31BAB0-44F0-4CCD-9441-E6F3EAC26FA4}" destId="{1D62AF1E-83F8-4BEC-A528-1B9D2CAF6CFB}" srcOrd="1" destOrd="0" presId="urn:microsoft.com/office/officeart/2008/layout/LinedList"/>
    <dgm:cxn modelId="{7974D735-FCBB-4DA2-B4BB-55B48FB1BB00}" type="presParOf" srcId="{1D62AF1E-83F8-4BEC-A528-1B9D2CAF6CFB}" destId="{4EC8DFB2-0FD8-4BF7-9AE5-163E0B8D657E}" srcOrd="0" destOrd="0" presId="urn:microsoft.com/office/officeart/2008/layout/LinedList"/>
    <dgm:cxn modelId="{58E87B2E-E40D-4226-9DE1-8463EF6543F7}" type="presParOf" srcId="{1D62AF1E-83F8-4BEC-A528-1B9D2CAF6CFB}" destId="{C9B3AC52-897A-448F-9FA3-C835F6ACC1B6}" srcOrd="1" destOrd="0" presId="urn:microsoft.com/office/officeart/2008/layout/LinedList"/>
    <dgm:cxn modelId="{DC1ACC53-51C7-47AB-AEA9-EBA0AC189B9D}" type="presParOf" srcId="{BB31BAB0-44F0-4CCD-9441-E6F3EAC26FA4}" destId="{6DD7FDEA-D1E2-4FE8-BED0-31329C1A098D}" srcOrd="2" destOrd="0" presId="urn:microsoft.com/office/officeart/2008/layout/LinedList"/>
    <dgm:cxn modelId="{81F6168A-D2E1-4AB9-9B0B-2D2815D8870C}" type="presParOf" srcId="{BB31BAB0-44F0-4CCD-9441-E6F3EAC26FA4}" destId="{46DB153E-FC61-4233-8A6A-FE1E1B5B624F}" srcOrd="3" destOrd="0" presId="urn:microsoft.com/office/officeart/2008/layout/LinedList"/>
    <dgm:cxn modelId="{819FF6DE-F154-47C6-86A7-B5BEB377A04F}" type="presParOf" srcId="{46DB153E-FC61-4233-8A6A-FE1E1B5B624F}" destId="{FCB3A9DB-B5EC-427E-8F3A-94A4D3030EDC}" srcOrd="0" destOrd="0" presId="urn:microsoft.com/office/officeart/2008/layout/LinedList"/>
    <dgm:cxn modelId="{7F2108E7-4F38-4342-9FFF-BC26F1F38893}" type="presParOf" srcId="{46DB153E-FC61-4233-8A6A-FE1E1B5B624F}" destId="{E255D929-DA6A-4906-896A-F5E569754EF3}" srcOrd="1" destOrd="0" presId="urn:microsoft.com/office/officeart/2008/layout/LinedList"/>
    <dgm:cxn modelId="{FF87909B-D608-428A-8E8A-D3FB2DC5B92D}" type="presParOf" srcId="{BB31BAB0-44F0-4CCD-9441-E6F3EAC26FA4}" destId="{F8FBA5E8-0F5A-43F8-8636-FEE864923229}" srcOrd="4" destOrd="0" presId="urn:microsoft.com/office/officeart/2008/layout/LinedList"/>
    <dgm:cxn modelId="{90F6B356-CCC6-4170-A746-5B125BE4932D}" type="presParOf" srcId="{BB31BAB0-44F0-4CCD-9441-E6F3EAC26FA4}" destId="{EFE25F07-9139-4C7A-9AE5-6C2751CAF59D}" srcOrd="5" destOrd="0" presId="urn:microsoft.com/office/officeart/2008/layout/LinedList"/>
    <dgm:cxn modelId="{8AC4841C-35AD-4AFF-97D3-C7E187A25077}" type="presParOf" srcId="{EFE25F07-9139-4C7A-9AE5-6C2751CAF59D}" destId="{7DB329D8-3BF7-438D-94AF-7AF8157FF9FE}" srcOrd="0" destOrd="0" presId="urn:microsoft.com/office/officeart/2008/layout/LinedList"/>
    <dgm:cxn modelId="{83A8CF82-7E8B-4FA4-9C75-4FF422AA7D94}" type="presParOf" srcId="{EFE25F07-9139-4C7A-9AE5-6C2751CAF59D}" destId="{9F03E5E5-4F88-4027-8D74-CD26AC5A415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5882D8-B7DD-4BCC-A375-172D06BA68AD}" type="doc">
      <dgm:prSet loTypeId="urn:microsoft.com/office/officeart/2005/8/layout/default" loCatId="list" qsTypeId="urn:microsoft.com/office/officeart/2005/8/quickstyle/simple1#2" qsCatId="simple" csTypeId="urn:microsoft.com/office/officeart/2005/8/colors/accent1_2#1" csCatId="accent1"/>
      <dgm:spPr/>
      <dgm:t>
        <a:bodyPr/>
        <a:lstStyle/>
        <a:p>
          <a:endParaRPr lang="en-US"/>
        </a:p>
      </dgm:t>
    </dgm:pt>
    <dgm:pt modelId="{727E8AD2-AAA5-4D5D-AFCB-C7F1CF9CE087}">
      <dgm:prSet custT="1"/>
      <dgm:spPr/>
      <dgm:t>
        <a:bodyPr/>
        <a:lstStyle/>
        <a:p>
          <a:r>
            <a:rPr lang="pt-BR" sz="1800"/>
            <a:t>a = b = c = Equilátero</a:t>
          </a:r>
          <a:endParaRPr lang="en-US" sz="1800"/>
        </a:p>
      </dgm:t>
    </dgm:pt>
    <dgm:pt modelId="{03A475B6-A631-4DB2-BD4F-BF8DF1C43B7D}" type="parTrans" cxnId="{181B09B4-85A4-41A0-942E-9729B36B1E46}">
      <dgm:prSet/>
      <dgm:spPr/>
      <dgm:t>
        <a:bodyPr/>
        <a:lstStyle/>
        <a:p>
          <a:endParaRPr lang="en-US" sz="2000"/>
        </a:p>
      </dgm:t>
    </dgm:pt>
    <dgm:pt modelId="{7A1FB31B-7A61-4A0B-8546-85864063ACC5}" type="sibTrans" cxnId="{181B09B4-85A4-41A0-942E-9729B36B1E46}">
      <dgm:prSet/>
      <dgm:spPr/>
      <dgm:t>
        <a:bodyPr/>
        <a:lstStyle/>
        <a:p>
          <a:endParaRPr lang="en-US" sz="2000"/>
        </a:p>
      </dgm:t>
    </dgm:pt>
    <dgm:pt modelId="{36228F14-0E79-44D5-A6BF-E8547C7B2EEE}">
      <dgm:prSet custT="1"/>
      <dgm:spPr/>
      <dgm:t>
        <a:bodyPr/>
        <a:lstStyle/>
        <a:p>
          <a:r>
            <a:rPr lang="pt-BR" sz="1800"/>
            <a:t>a &lt;&gt; b &lt;&gt; c = Escaleno</a:t>
          </a:r>
          <a:endParaRPr lang="en-US" sz="1800"/>
        </a:p>
      </dgm:t>
    </dgm:pt>
    <dgm:pt modelId="{AC91783A-1BA3-4EDD-94F7-FE716AFF0235}" type="parTrans" cxnId="{1B9C3E28-9006-4D73-BC43-0FE47A049807}">
      <dgm:prSet/>
      <dgm:spPr/>
      <dgm:t>
        <a:bodyPr/>
        <a:lstStyle/>
        <a:p>
          <a:endParaRPr lang="en-US" sz="2000"/>
        </a:p>
      </dgm:t>
    </dgm:pt>
    <dgm:pt modelId="{6F437982-D33A-431B-B442-B0E40E561981}" type="sibTrans" cxnId="{1B9C3E28-9006-4D73-BC43-0FE47A049807}">
      <dgm:prSet/>
      <dgm:spPr/>
      <dgm:t>
        <a:bodyPr/>
        <a:lstStyle/>
        <a:p>
          <a:endParaRPr lang="en-US" sz="2000"/>
        </a:p>
      </dgm:t>
    </dgm:pt>
    <dgm:pt modelId="{A94A17BB-067E-499D-9767-95B606C79891}">
      <dgm:prSet custT="1"/>
      <dgm:spPr/>
      <dgm:t>
        <a:bodyPr/>
        <a:lstStyle/>
        <a:p>
          <a:r>
            <a:rPr lang="pt-BR" sz="1800"/>
            <a:t>a ≠ b = c = Isósceles</a:t>
          </a:r>
          <a:endParaRPr lang="en-US" sz="1800"/>
        </a:p>
      </dgm:t>
    </dgm:pt>
    <dgm:pt modelId="{66FAADD3-B274-4F08-AC84-7FF14403C9A8}" type="parTrans" cxnId="{5B72A8D6-A8AC-4A48-8EC3-DCB6B39FA3A7}">
      <dgm:prSet/>
      <dgm:spPr/>
      <dgm:t>
        <a:bodyPr/>
        <a:lstStyle/>
        <a:p>
          <a:endParaRPr lang="en-US" sz="2000"/>
        </a:p>
      </dgm:t>
    </dgm:pt>
    <dgm:pt modelId="{0C06A697-F970-4C54-A53D-BBB95F42E51E}" type="sibTrans" cxnId="{5B72A8D6-A8AC-4A48-8EC3-DCB6B39FA3A7}">
      <dgm:prSet/>
      <dgm:spPr/>
      <dgm:t>
        <a:bodyPr/>
        <a:lstStyle/>
        <a:p>
          <a:endParaRPr lang="en-US" sz="2000"/>
        </a:p>
      </dgm:t>
    </dgm:pt>
    <dgm:pt modelId="{7E1E3858-35A7-434F-A04C-610364D7CA8C}">
      <dgm:prSet custT="1"/>
      <dgm:spPr/>
      <dgm:t>
        <a:bodyPr/>
        <a:lstStyle/>
        <a:p>
          <a:r>
            <a:rPr lang="pt-BR" sz="1800"/>
            <a:t>a = b &lt;&gt; c = Isósceles</a:t>
          </a:r>
          <a:endParaRPr lang="en-US" sz="1800"/>
        </a:p>
      </dgm:t>
    </dgm:pt>
    <dgm:pt modelId="{CB1C512B-EB7C-456E-B7E5-63AFFA053877}" type="parTrans" cxnId="{4CB877EA-7467-4CE2-A652-0A0D9A98A258}">
      <dgm:prSet/>
      <dgm:spPr/>
      <dgm:t>
        <a:bodyPr/>
        <a:lstStyle/>
        <a:p>
          <a:endParaRPr lang="en-US" sz="2000"/>
        </a:p>
      </dgm:t>
    </dgm:pt>
    <dgm:pt modelId="{1E1AC9E1-DC68-4020-A937-A92441AD09B0}" type="sibTrans" cxnId="{4CB877EA-7467-4CE2-A652-0A0D9A98A258}">
      <dgm:prSet/>
      <dgm:spPr/>
      <dgm:t>
        <a:bodyPr/>
        <a:lstStyle/>
        <a:p>
          <a:endParaRPr lang="en-US" sz="2000"/>
        </a:p>
      </dgm:t>
    </dgm:pt>
    <dgm:pt modelId="{A8F9F16D-277E-4BD6-9CEF-11EA047D7239}">
      <dgm:prSet custT="1"/>
      <dgm:spPr/>
      <dgm:t>
        <a:bodyPr/>
        <a:lstStyle/>
        <a:p>
          <a:r>
            <a:rPr lang="pt-BR" sz="1800"/>
            <a:t>b = c &lt;&gt; a = Isósceles</a:t>
          </a:r>
          <a:endParaRPr lang="en-US" sz="1800"/>
        </a:p>
      </dgm:t>
    </dgm:pt>
    <dgm:pt modelId="{2A59873B-CED0-4DCC-A941-68E136BBDF63}" type="parTrans" cxnId="{8FB2AAEE-44B3-4DF1-A862-AD511AEDFC9E}">
      <dgm:prSet/>
      <dgm:spPr/>
      <dgm:t>
        <a:bodyPr/>
        <a:lstStyle/>
        <a:p>
          <a:endParaRPr lang="en-US" sz="2000"/>
        </a:p>
      </dgm:t>
    </dgm:pt>
    <dgm:pt modelId="{ECC976BF-2114-4358-9F6E-C9558C4D3F5D}" type="sibTrans" cxnId="{8FB2AAEE-44B3-4DF1-A862-AD511AEDFC9E}">
      <dgm:prSet/>
      <dgm:spPr/>
      <dgm:t>
        <a:bodyPr/>
        <a:lstStyle/>
        <a:p>
          <a:endParaRPr lang="en-US" sz="2000"/>
        </a:p>
      </dgm:t>
    </dgm:pt>
    <dgm:pt modelId="{39DDCAD1-5275-4E19-802C-191B43F2392B}">
      <dgm:prSet custT="1"/>
      <dgm:spPr/>
      <dgm:t>
        <a:bodyPr/>
        <a:lstStyle/>
        <a:p>
          <a:r>
            <a:rPr lang="pt-BR" sz="1800"/>
            <a:t>a b c &gt; 0</a:t>
          </a:r>
          <a:endParaRPr lang="en-US" sz="1800"/>
        </a:p>
      </dgm:t>
    </dgm:pt>
    <dgm:pt modelId="{9F7ABC17-2074-4B2B-A4F9-D41084B39BA9}" type="parTrans" cxnId="{A5B1700B-AE6E-49C0-95F9-EE51ACF6FD66}">
      <dgm:prSet/>
      <dgm:spPr/>
      <dgm:t>
        <a:bodyPr/>
        <a:lstStyle/>
        <a:p>
          <a:endParaRPr lang="en-US" sz="2000"/>
        </a:p>
      </dgm:t>
    </dgm:pt>
    <dgm:pt modelId="{170E2CCF-A684-4B9C-8724-D47A2C6AAAF3}" type="sibTrans" cxnId="{A5B1700B-AE6E-49C0-95F9-EE51ACF6FD66}">
      <dgm:prSet/>
      <dgm:spPr/>
      <dgm:t>
        <a:bodyPr/>
        <a:lstStyle/>
        <a:p>
          <a:endParaRPr lang="en-US" sz="2000"/>
        </a:p>
      </dgm:t>
    </dgm:pt>
    <dgm:pt modelId="{459A0A11-6479-43C5-992D-E69971451C5D}">
      <dgm:prSet custT="1"/>
      <dgm:spPr/>
      <dgm:t>
        <a:bodyPr/>
        <a:lstStyle/>
        <a:p>
          <a:r>
            <a:rPr lang="pt-BR" sz="1800"/>
            <a:t>a + b &gt; c</a:t>
          </a:r>
          <a:endParaRPr lang="en-US" sz="1800"/>
        </a:p>
      </dgm:t>
    </dgm:pt>
    <dgm:pt modelId="{FA57D56F-08CA-4E84-96F9-17CCA0F84C66}" type="parTrans" cxnId="{2A478C6A-CD55-44E3-8E62-2B61353F07C4}">
      <dgm:prSet/>
      <dgm:spPr/>
      <dgm:t>
        <a:bodyPr/>
        <a:lstStyle/>
        <a:p>
          <a:endParaRPr lang="en-US" sz="2000"/>
        </a:p>
      </dgm:t>
    </dgm:pt>
    <dgm:pt modelId="{B49CCC91-A336-419E-A567-53A9FEFAD9FD}" type="sibTrans" cxnId="{2A478C6A-CD55-44E3-8E62-2B61353F07C4}">
      <dgm:prSet/>
      <dgm:spPr/>
      <dgm:t>
        <a:bodyPr/>
        <a:lstStyle/>
        <a:p>
          <a:endParaRPr lang="en-US" sz="2000"/>
        </a:p>
      </dgm:t>
    </dgm:pt>
    <dgm:pt modelId="{B536693D-7987-4FDB-A769-8368E6382B9F}">
      <dgm:prSet custT="1"/>
      <dgm:spPr/>
      <dgm:t>
        <a:bodyPr/>
        <a:lstStyle/>
        <a:p>
          <a:r>
            <a:rPr lang="pt-BR" sz="1800"/>
            <a:t>a + c &gt; b</a:t>
          </a:r>
          <a:endParaRPr lang="en-US" sz="1800"/>
        </a:p>
      </dgm:t>
    </dgm:pt>
    <dgm:pt modelId="{96009411-C266-4DD7-AD39-302116E088D3}" type="parTrans" cxnId="{B320468A-7AC0-49EA-A318-225E28CBAECC}">
      <dgm:prSet/>
      <dgm:spPr/>
      <dgm:t>
        <a:bodyPr/>
        <a:lstStyle/>
        <a:p>
          <a:endParaRPr lang="en-US" sz="2000"/>
        </a:p>
      </dgm:t>
    </dgm:pt>
    <dgm:pt modelId="{CFB362E4-7A5C-4A63-A985-B2C07105D6C4}" type="sibTrans" cxnId="{B320468A-7AC0-49EA-A318-225E28CBAECC}">
      <dgm:prSet/>
      <dgm:spPr/>
      <dgm:t>
        <a:bodyPr/>
        <a:lstStyle/>
        <a:p>
          <a:endParaRPr lang="en-US" sz="2000"/>
        </a:p>
      </dgm:t>
    </dgm:pt>
    <dgm:pt modelId="{E5CA7583-DD5C-408C-A884-D2DFA2D9A1C2}">
      <dgm:prSet custT="1"/>
      <dgm:spPr/>
      <dgm:t>
        <a:bodyPr/>
        <a:lstStyle/>
        <a:p>
          <a:r>
            <a:rPr lang="pt-BR" sz="1800"/>
            <a:t>b + c &gt; a</a:t>
          </a:r>
          <a:endParaRPr lang="en-US" sz="1800"/>
        </a:p>
      </dgm:t>
    </dgm:pt>
    <dgm:pt modelId="{1C4312FE-8568-4E97-91DE-F6A85AAD5BC0}" type="parTrans" cxnId="{FBEE4637-D9DB-44AA-B2AB-4CC2EC5E15CF}">
      <dgm:prSet/>
      <dgm:spPr/>
      <dgm:t>
        <a:bodyPr/>
        <a:lstStyle/>
        <a:p>
          <a:endParaRPr lang="en-US" sz="2000"/>
        </a:p>
      </dgm:t>
    </dgm:pt>
    <dgm:pt modelId="{A2C9ED4C-02BF-4892-A05E-E9C9E0D937E7}" type="sibTrans" cxnId="{FBEE4637-D9DB-44AA-B2AB-4CC2EC5E15CF}">
      <dgm:prSet/>
      <dgm:spPr/>
      <dgm:t>
        <a:bodyPr/>
        <a:lstStyle/>
        <a:p>
          <a:endParaRPr lang="en-US" sz="2000"/>
        </a:p>
      </dgm:t>
    </dgm:pt>
    <dgm:pt modelId="{C0F77D91-CAB4-4F6F-B1A2-DDD171CF9048}">
      <dgm:prSet custT="1"/>
      <dgm:spPr/>
      <dgm:t>
        <a:bodyPr/>
        <a:lstStyle/>
        <a:p>
          <a:r>
            <a:rPr lang="es-CR" sz="1800"/>
            <a:t>a b c = 0</a:t>
          </a:r>
          <a:endParaRPr lang="en-US" sz="1800"/>
        </a:p>
      </dgm:t>
    </dgm:pt>
    <dgm:pt modelId="{158FF08D-545C-48A8-98B6-9BFC1B3923F1}" type="parTrans" cxnId="{13DF20CA-9A4F-43EE-B74F-ACA4064EB5E2}">
      <dgm:prSet/>
      <dgm:spPr/>
      <dgm:t>
        <a:bodyPr/>
        <a:lstStyle/>
        <a:p>
          <a:endParaRPr lang="en-US" sz="2000"/>
        </a:p>
      </dgm:t>
    </dgm:pt>
    <dgm:pt modelId="{839471BC-580B-42BF-AC81-B4733AC2D121}" type="sibTrans" cxnId="{13DF20CA-9A4F-43EE-B74F-ACA4064EB5E2}">
      <dgm:prSet/>
      <dgm:spPr/>
      <dgm:t>
        <a:bodyPr/>
        <a:lstStyle/>
        <a:p>
          <a:endParaRPr lang="en-US" sz="2000"/>
        </a:p>
      </dgm:t>
    </dgm:pt>
    <dgm:pt modelId="{8E6AE0D5-CFB3-49F9-823D-DF14026DE355}">
      <dgm:prSet custT="1"/>
      <dgm:spPr/>
      <dgm:t>
        <a:bodyPr/>
        <a:lstStyle/>
        <a:p>
          <a:r>
            <a:rPr lang="es-CR" sz="1800"/>
            <a:t>a b c = real</a:t>
          </a:r>
          <a:endParaRPr lang="en-US" sz="1800"/>
        </a:p>
      </dgm:t>
    </dgm:pt>
    <dgm:pt modelId="{F4FC4D63-97DA-4B43-813B-A729BC93D153}" type="parTrans" cxnId="{336BBF64-1FAE-4B05-82B7-BDFDA46A003A}">
      <dgm:prSet/>
      <dgm:spPr/>
      <dgm:t>
        <a:bodyPr/>
        <a:lstStyle/>
        <a:p>
          <a:endParaRPr lang="en-US" sz="2000"/>
        </a:p>
      </dgm:t>
    </dgm:pt>
    <dgm:pt modelId="{263278A6-0780-4678-A9A8-FB36A41B8E69}" type="sibTrans" cxnId="{336BBF64-1FAE-4B05-82B7-BDFDA46A003A}">
      <dgm:prSet/>
      <dgm:spPr/>
      <dgm:t>
        <a:bodyPr/>
        <a:lstStyle/>
        <a:p>
          <a:endParaRPr lang="en-US" sz="2000"/>
        </a:p>
      </dgm:t>
    </dgm:pt>
    <dgm:pt modelId="{AB1EE859-DEEF-41A3-A961-6727BBD3B2E3}">
      <dgm:prSet custT="1"/>
      <dgm:spPr/>
      <dgm:t>
        <a:bodyPr/>
        <a:lstStyle/>
        <a:p>
          <a:r>
            <a:rPr lang="es-CR" sz="1800"/>
            <a:t>a b c = long</a:t>
          </a:r>
          <a:endParaRPr lang="en-US" sz="1800"/>
        </a:p>
      </dgm:t>
    </dgm:pt>
    <dgm:pt modelId="{1056DC87-03E7-454C-9BE5-2350CD135CD6}" type="parTrans" cxnId="{7EEB49CA-09B4-4E7F-B99F-119417CF76B3}">
      <dgm:prSet/>
      <dgm:spPr/>
      <dgm:t>
        <a:bodyPr/>
        <a:lstStyle/>
        <a:p>
          <a:endParaRPr lang="en-US" sz="2000"/>
        </a:p>
      </dgm:t>
    </dgm:pt>
    <dgm:pt modelId="{099B2B6C-21E3-45EE-8DCD-1FD4C62FC898}" type="sibTrans" cxnId="{7EEB49CA-09B4-4E7F-B99F-119417CF76B3}">
      <dgm:prSet/>
      <dgm:spPr/>
      <dgm:t>
        <a:bodyPr/>
        <a:lstStyle/>
        <a:p>
          <a:endParaRPr lang="en-US" sz="2000"/>
        </a:p>
      </dgm:t>
    </dgm:pt>
    <dgm:pt modelId="{B95BAEA2-81AF-45D8-9392-AA4A4EBCCBAF}">
      <dgm:prSet custT="1"/>
      <dgm:spPr/>
      <dgm:t>
        <a:bodyPr/>
        <a:lstStyle/>
        <a:p>
          <a:r>
            <a:rPr lang="es-CR" sz="1800"/>
            <a:t>a b c = caracteres especiales</a:t>
          </a:r>
          <a:endParaRPr lang="en-US" sz="1800"/>
        </a:p>
      </dgm:t>
    </dgm:pt>
    <dgm:pt modelId="{6ED5E9A4-220E-47B1-BD2A-CBFC2962B55D}" type="parTrans" cxnId="{168B9316-B9B8-4B53-A3B6-5FB4EC6B6721}">
      <dgm:prSet/>
      <dgm:spPr/>
      <dgm:t>
        <a:bodyPr/>
        <a:lstStyle/>
        <a:p>
          <a:endParaRPr lang="en-US" sz="2000"/>
        </a:p>
      </dgm:t>
    </dgm:pt>
    <dgm:pt modelId="{906A4578-B77B-415B-8838-751CD017DBFC}" type="sibTrans" cxnId="{168B9316-B9B8-4B53-A3B6-5FB4EC6B6721}">
      <dgm:prSet/>
      <dgm:spPr/>
      <dgm:t>
        <a:bodyPr/>
        <a:lstStyle/>
        <a:p>
          <a:endParaRPr lang="en-US" sz="2000"/>
        </a:p>
      </dgm:t>
    </dgm:pt>
    <dgm:pt modelId="{B910EACF-58C2-4F8F-97A1-8B1BD929D690}">
      <dgm:prSet custT="1"/>
      <dgm:spPr/>
      <dgm:t>
        <a:bodyPr/>
        <a:lstStyle/>
        <a:p>
          <a:r>
            <a:rPr lang="es-CR" sz="1800"/>
            <a:t>a b c = nulos</a:t>
          </a:r>
          <a:endParaRPr lang="en-US" sz="1800"/>
        </a:p>
      </dgm:t>
    </dgm:pt>
    <dgm:pt modelId="{08E5C573-A392-4539-90C2-D510E6E0F186}" type="parTrans" cxnId="{DBB4D116-61AD-4FAA-AF5E-790448430689}">
      <dgm:prSet/>
      <dgm:spPr/>
      <dgm:t>
        <a:bodyPr/>
        <a:lstStyle/>
        <a:p>
          <a:endParaRPr lang="en-US" sz="2000"/>
        </a:p>
      </dgm:t>
    </dgm:pt>
    <dgm:pt modelId="{13A77424-7857-4B93-8434-9BA4D5A40F7F}" type="sibTrans" cxnId="{DBB4D116-61AD-4FAA-AF5E-790448430689}">
      <dgm:prSet/>
      <dgm:spPr/>
      <dgm:t>
        <a:bodyPr/>
        <a:lstStyle/>
        <a:p>
          <a:endParaRPr lang="en-US" sz="2000"/>
        </a:p>
      </dgm:t>
    </dgm:pt>
    <dgm:pt modelId="{C30105C0-0176-4FB9-9724-8F3694D40EAF}">
      <dgm:prSet custT="1"/>
      <dgm:spPr/>
      <dgm:t>
        <a:bodyPr/>
        <a:lstStyle/>
        <a:p>
          <a:r>
            <a:rPr lang="es-CR" sz="1800"/>
            <a:t>a b c = alfanuméricos</a:t>
          </a:r>
          <a:endParaRPr lang="en-US" sz="1800"/>
        </a:p>
      </dgm:t>
    </dgm:pt>
    <dgm:pt modelId="{3EE4A50B-86E9-4DF3-9F92-218890C70792}" type="parTrans" cxnId="{4DB8A548-8BC8-448E-A350-B4C2D46AC966}">
      <dgm:prSet/>
      <dgm:spPr/>
      <dgm:t>
        <a:bodyPr/>
        <a:lstStyle/>
        <a:p>
          <a:endParaRPr lang="en-US" sz="2000"/>
        </a:p>
      </dgm:t>
    </dgm:pt>
    <dgm:pt modelId="{C7894AF1-7226-4BA3-BC3F-2F8CB393E4CD}" type="sibTrans" cxnId="{4DB8A548-8BC8-448E-A350-B4C2D46AC966}">
      <dgm:prSet/>
      <dgm:spPr/>
      <dgm:t>
        <a:bodyPr/>
        <a:lstStyle/>
        <a:p>
          <a:endParaRPr lang="en-US" sz="2000"/>
        </a:p>
      </dgm:t>
    </dgm:pt>
    <dgm:pt modelId="{0B29EF1F-E4DE-4E3F-B602-6310A4101E0F}">
      <dgm:prSet custT="1"/>
      <dgm:spPr/>
      <dgm:t>
        <a:bodyPr/>
        <a:lstStyle/>
        <a:p>
          <a:r>
            <a:rPr lang="es-CR" sz="1800"/>
            <a:t>a b c = negativos</a:t>
          </a:r>
          <a:endParaRPr lang="en-US" sz="1800"/>
        </a:p>
      </dgm:t>
    </dgm:pt>
    <dgm:pt modelId="{F8AA4625-34C3-4555-930F-8F3218853D02}" type="parTrans" cxnId="{FEB35AFA-8B82-4326-8A75-3B0E4965B2EA}">
      <dgm:prSet/>
      <dgm:spPr/>
      <dgm:t>
        <a:bodyPr/>
        <a:lstStyle/>
        <a:p>
          <a:endParaRPr lang="en-US" sz="2000"/>
        </a:p>
      </dgm:t>
    </dgm:pt>
    <dgm:pt modelId="{F135DD07-69E9-4A6B-8067-7E726CBE03DD}" type="sibTrans" cxnId="{FEB35AFA-8B82-4326-8A75-3B0E4965B2EA}">
      <dgm:prSet/>
      <dgm:spPr/>
      <dgm:t>
        <a:bodyPr/>
        <a:lstStyle/>
        <a:p>
          <a:endParaRPr lang="en-US" sz="2000"/>
        </a:p>
      </dgm:t>
    </dgm:pt>
    <dgm:pt modelId="{69A72990-C8AB-41DA-9DF4-5750374E9812}">
      <dgm:prSet custT="1"/>
      <dgm:spPr/>
      <dgm:t>
        <a:bodyPr/>
        <a:lstStyle/>
        <a:p>
          <a:r>
            <a:rPr lang="es-CR" sz="1800"/>
            <a:t>a + b &lt;= c</a:t>
          </a:r>
          <a:endParaRPr lang="en-US" sz="1800"/>
        </a:p>
      </dgm:t>
    </dgm:pt>
    <dgm:pt modelId="{D5DE3727-B955-4F4A-B3EB-F2C2A1FE6348}" type="parTrans" cxnId="{63502D83-383A-4E15-9AAC-AC5FFB68899D}">
      <dgm:prSet/>
      <dgm:spPr/>
      <dgm:t>
        <a:bodyPr/>
        <a:lstStyle/>
        <a:p>
          <a:endParaRPr lang="en-US" sz="2000"/>
        </a:p>
      </dgm:t>
    </dgm:pt>
    <dgm:pt modelId="{863A5805-88DB-4509-A9AB-8A7168410431}" type="sibTrans" cxnId="{63502D83-383A-4E15-9AAC-AC5FFB68899D}">
      <dgm:prSet/>
      <dgm:spPr/>
      <dgm:t>
        <a:bodyPr/>
        <a:lstStyle/>
        <a:p>
          <a:endParaRPr lang="en-US" sz="2000"/>
        </a:p>
      </dgm:t>
    </dgm:pt>
    <dgm:pt modelId="{4B35E1BD-AF72-4844-A5FA-3367DF491006}">
      <dgm:prSet custT="1"/>
      <dgm:spPr/>
      <dgm:t>
        <a:bodyPr/>
        <a:lstStyle/>
        <a:p>
          <a:r>
            <a:rPr lang="es-CR" sz="1800"/>
            <a:t>a + c &lt;= b</a:t>
          </a:r>
          <a:endParaRPr lang="en-US" sz="1800"/>
        </a:p>
      </dgm:t>
    </dgm:pt>
    <dgm:pt modelId="{F3A6A6E3-7300-4FD4-9583-5002DB3D6348}" type="parTrans" cxnId="{6E0B60ED-FBA4-4D60-A4FE-25CD1D523C9C}">
      <dgm:prSet/>
      <dgm:spPr/>
      <dgm:t>
        <a:bodyPr/>
        <a:lstStyle/>
        <a:p>
          <a:endParaRPr lang="en-US" sz="2000"/>
        </a:p>
      </dgm:t>
    </dgm:pt>
    <dgm:pt modelId="{D8A92270-8F64-4516-98C6-C1586AD12FA0}" type="sibTrans" cxnId="{6E0B60ED-FBA4-4D60-A4FE-25CD1D523C9C}">
      <dgm:prSet/>
      <dgm:spPr/>
      <dgm:t>
        <a:bodyPr/>
        <a:lstStyle/>
        <a:p>
          <a:endParaRPr lang="en-US" sz="2000"/>
        </a:p>
      </dgm:t>
    </dgm:pt>
    <dgm:pt modelId="{FAF6B0E8-A622-4919-B338-17E84DE2810B}">
      <dgm:prSet custT="1"/>
      <dgm:spPr/>
      <dgm:t>
        <a:bodyPr/>
        <a:lstStyle/>
        <a:p>
          <a:r>
            <a:rPr lang="es-CR" sz="1800"/>
            <a:t>b + c &lt;= a</a:t>
          </a:r>
          <a:endParaRPr lang="en-US" sz="1800"/>
        </a:p>
      </dgm:t>
    </dgm:pt>
    <dgm:pt modelId="{22CAB313-8CE3-4784-8551-B4DAFA4945B6}" type="parTrans" cxnId="{78763B66-3DBB-459E-9286-D2FA3D9247D4}">
      <dgm:prSet/>
      <dgm:spPr/>
      <dgm:t>
        <a:bodyPr/>
        <a:lstStyle/>
        <a:p>
          <a:endParaRPr lang="en-US" sz="2000"/>
        </a:p>
      </dgm:t>
    </dgm:pt>
    <dgm:pt modelId="{CF702872-A374-4211-A7BC-77DA24D18F46}" type="sibTrans" cxnId="{78763B66-3DBB-459E-9286-D2FA3D9247D4}">
      <dgm:prSet/>
      <dgm:spPr/>
      <dgm:t>
        <a:bodyPr/>
        <a:lstStyle/>
        <a:p>
          <a:endParaRPr lang="en-US" sz="2000"/>
        </a:p>
      </dgm:t>
    </dgm:pt>
    <dgm:pt modelId="{09E4DE7F-7F6F-42DA-A966-659370F7D978}" type="pres">
      <dgm:prSet presAssocID="{015882D8-B7DD-4BCC-A375-172D06BA68AD}" presName="diagram" presStyleCnt="0">
        <dgm:presLayoutVars>
          <dgm:dir/>
          <dgm:resizeHandles val="exact"/>
        </dgm:presLayoutVars>
      </dgm:prSet>
      <dgm:spPr/>
    </dgm:pt>
    <dgm:pt modelId="{D334F5A0-6323-47D8-AC61-238AF09629B9}" type="pres">
      <dgm:prSet presAssocID="{727E8AD2-AAA5-4D5D-AFCB-C7F1CF9CE087}" presName="node" presStyleLbl="node1" presStyleIdx="0" presStyleCnt="19">
        <dgm:presLayoutVars>
          <dgm:bulletEnabled val="1"/>
        </dgm:presLayoutVars>
      </dgm:prSet>
      <dgm:spPr/>
    </dgm:pt>
    <dgm:pt modelId="{B026B0C7-5E95-4A27-A3DF-E41A9C97184F}" type="pres">
      <dgm:prSet presAssocID="{7A1FB31B-7A61-4A0B-8546-85864063ACC5}" presName="sibTrans" presStyleCnt="0"/>
      <dgm:spPr/>
    </dgm:pt>
    <dgm:pt modelId="{98A27BD1-C638-4808-AD3A-82DF847458D9}" type="pres">
      <dgm:prSet presAssocID="{36228F14-0E79-44D5-A6BF-E8547C7B2EEE}" presName="node" presStyleLbl="node1" presStyleIdx="1" presStyleCnt="19">
        <dgm:presLayoutVars>
          <dgm:bulletEnabled val="1"/>
        </dgm:presLayoutVars>
      </dgm:prSet>
      <dgm:spPr/>
    </dgm:pt>
    <dgm:pt modelId="{5C56B6DE-9392-4794-8EB7-203002D1441C}" type="pres">
      <dgm:prSet presAssocID="{6F437982-D33A-431B-B442-B0E40E561981}" presName="sibTrans" presStyleCnt="0"/>
      <dgm:spPr/>
    </dgm:pt>
    <dgm:pt modelId="{5F9EBB84-0E99-43C1-9E1F-B515C2FA381B}" type="pres">
      <dgm:prSet presAssocID="{A94A17BB-067E-499D-9767-95B606C79891}" presName="node" presStyleLbl="node1" presStyleIdx="2" presStyleCnt="19">
        <dgm:presLayoutVars>
          <dgm:bulletEnabled val="1"/>
        </dgm:presLayoutVars>
      </dgm:prSet>
      <dgm:spPr/>
    </dgm:pt>
    <dgm:pt modelId="{53F187E9-7993-45D1-A27D-02C0E8218B12}" type="pres">
      <dgm:prSet presAssocID="{0C06A697-F970-4C54-A53D-BBB95F42E51E}" presName="sibTrans" presStyleCnt="0"/>
      <dgm:spPr/>
    </dgm:pt>
    <dgm:pt modelId="{CAA68F40-ED5F-4A49-B39D-54A4EF88AC1C}" type="pres">
      <dgm:prSet presAssocID="{7E1E3858-35A7-434F-A04C-610364D7CA8C}" presName="node" presStyleLbl="node1" presStyleIdx="3" presStyleCnt="19">
        <dgm:presLayoutVars>
          <dgm:bulletEnabled val="1"/>
        </dgm:presLayoutVars>
      </dgm:prSet>
      <dgm:spPr/>
    </dgm:pt>
    <dgm:pt modelId="{307C2891-B0A2-456A-8F46-4D376A7D3BD7}" type="pres">
      <dgm:prSet presAssocID="{1E1AC9E1-DC68-4020-A937-A92441AD09B0}" presName="sibTrans" presStyleCnt="0"/>
      <dgm:spPr/>
    </dgm:pt>
    <dgm:pt modelId="{F912BD46-612E-4B3F-BB3C-933132C55692}" type="pres">
      <dgm:prSet presAssocID="{A8F9F16D-277E-4BD6-9CEF-11EA047D7239}" presName="node" presStyleLbl="node1" presStyleIdx="4" presStyleCnt="19">
        <dgm:presLayoutVars>
          <dgm:bulletEnabled val="1"/>
        </dgm:presLayoutVars>
      </dgm:prSet>
      <dgm:spPr/>
    </dgm:pt>
    <dgm:pt modelId="{1320AE7B-52D1-4DE6-86BA-E1E7B303A9AE}" type="pres">
      <dgm:prSet presAssocID="{ECC976BF-2114-4358-9F6E-C9558C4D3F5D}" presName="sibTrans" presStyleCnt="0"/>
      <dgm:spPr/>
    </dgm:pt>
    <dgm:pt modelId="{9B60CDBD-6BE9-4B5F-AC4F-D0134B5756F7}" type="pres">
      <dgm:prSet presAssocID="{39DDCAD1-5275-4E19-802C-191B43F2392B}" presName="node" presStyleLbl="node1" presStyleIdx="5" presStyleCnt="19">
        <dgm:presLayoutVars>
          <dgm:bulletEnabled val="1"/>
        </dgm:presLayoutVars>
      </dgm:prSet>
      <dgm:spPr/>
    </dgm:pt>
    <dgm:pt modelId="{4311EFAD-0EC7-4A59-BC7D-74A148C5063C}" type="pres">
      <dgm:prSet presAssocID="{170E2CCF-A684-4B9C-8724-D47A2C6AAAF3}" presName="sibTrans" presStyleCnt="0"/>
      <dgm:spPr/>
    </dgm:pt>
    <dgm:pt modelId="{2DE6A4A8-14FB-4827-8AA0-A15644AB55B5}" type="pres">
      <dgm:prSet presAssocID="{459A0A11-6479-43C5-992D-E69971451C5D}" presName="node" presStyleLbl="node1" presStyleIdx="6" presStyleCnt="19">
        <dgm:presLayoutVars>
          <dgm:bulletEnabled val="1"/>
        </dgm:presLayoutVars>
      </dgm:prSet>
      <dgm:spPr/>
    </dgm:pt>
    <dgm:pt modelId="{496A2A0C-99D9-4DED-8634-09300EC35A3B}" type="pres">
      <dgm:prSet presAssocID="{B49CCC91-A336-419E-A567-53A9FEFAD9FD}" presName="sibTrans" presStyleCnt="0"/>
      <dgm:spPr/>
    </dgm:pt>
    <dgm:pt modelId="{919A228E-F625-4AD4-B3FD-17541830812A}" type="pres">
      <dgm:prSet presAssocID="{B536693D-7987-4FDB-A769-8368E6382B9F}" presName="node" presStyleLbl="node1" presStyleIdx="7" presStyleCnt="19">
        <dgm:presLayoutVars>
          <dgm:bulletEnabled val="1"/>
        </dgm:presLayoutVars>
      </dgm:prSet>
      <dgm:spPr/>
    </dgm:pt>
    <dgm:pt modelId="{E1C11B42-44BF-4E0B-9B93-36CDDA6860B5}" type="pres">
      <dgm:prSet presAssocID="{CFB362E4-7A5C-4A63-A985-B2C07105D6C4}" presName="sibTrans" presStyleCnt="0"/>
      <dgm:spPr/>
    </dgm:pt>
    <dgm:pt modelId="{A00C683E-A8A6-4263-AC9D-61C0FF4DDBE7}" type="pres">
      <dgm:prSet presAssocID="{E5CA7583-DD5C-408C-A884-D2DFA2D9A1C2}" presName="node" presStyleLbl="node1" presStyleIdx="8" presStyleCnt="19">
        <dgm:presLayoutVars>
          <dgm:bulletEnabled val="1"/>
        </dgm:presLayoutVars>
      </dgm:prSet>
      <dgm:spPr/>
    </dgm:pt>
    <dgm:pt modelId="{EF7361F6-AA66-4979-9A51-CC90C810DA0A}" type="pres">
      <dgm:prSet presAssocID="{A2C9ED4C-02BF-4892-A05E-E9C9E0D937E7}" presName="sibTrans" presStyleCnt="0"/>
      <dgm:spPr/>
    </dgm:pt>
    <dgm:pt modelId="{4C42BF67-3C14-4210-8452-C6E0038C6034}" type="pres">
      <dgm:prSet presAssocID="{C0F77D91-CAB4-4F6F-B1A2-DDD171CF9048}" presName="node" presStyleLbl="node1" presStyleIdx="9" presStyleCnt="19">
        <dgm:presLayoutVars>
          <dgm:bulletEnabled val="1"/>
        </dgm:presLayoutVars>
      </dgm:prSet>
      <dgm:spPr/>
    </dgm:pt>
    <dgm:pt modelId="{4BB6666E-4A22-4C9C-B316-671ACEDD7318}" type="pres">
      <dgm:prSet presAssocID="{839471BC-580B-42BF-AC81-B4733AC2D121}" presName="sibTrans" presStyleCnt="0"/>
      <dgm:spPr/>
    </dgm:pt>
    <dgm:pt modelId="{19D3CF17-0B22-40A4-BF03-4FA81F8571CF}" type="pres">
      <dgm:prSet presAssocID="{8E6AE0D5-CFB3-49F9-823D-DF14026DE355}" presName="node" presStyleLbl="node1" presStyleIdx="10" presStyleCnt="19">
        <dgm:presLayoutVars>
          <dgm:bulletEnabled val="1"/>
        </dgm:presLayoutVars>
      </dgm:prSet>
      <dgm:spPr/>
    </dgm:pt>
    <dgm:pt modelId="{FDC54E74-026F-4635-9024-A9595857E983}" type="pres">
      <dgm:prSet presAssocID="{263278A6-0780-4678-A9A8-FB36A41B8E69}" presName="sibTrans" presStyleCnt="0"/>
      <dgm:spPr/>
    </dgm:pt>
    <dgm:pt modelId="{DAB544BD-0F8F-4202-9C5D-B8FE31DAC745}" type="pres">
      <dgm:prSet presAssocID="{AB1EE859-DEEF-41A3-A961-6727BBD3B2E3}" presName="node" presStyleLbl="node1" presStyleIdx="11" presStyleCnt="19">
        <dgm:presLayoutVars>
          <dgm:bulletEnabled val="1"/>
        </dgm:presLayoutVars>
      </dgm:prSet>
      <dgm:spPr/>
    </dgm:pt>
    <dgm:pt modelId="{6558922A-6A0E-47D6-ABAF-CD22AF6CA29A}" type="pres">
      <dgm:prSet presAssocID="{099B2B6C-21E3-45EE-8DCD-1FD4C62FC898}" presName="sibTrans" presStyleCnt="0"/>
      <dgm:spPr/>
    </dgm:pt>
    <dgm:pt modelId="{207808D0-0D04-4898-8A10-A8476BC3FD28}" type="pres">
      <dgm:prSet presAssocID="{B95BAEA2-81AF-45D8-9392-AA4A4EBCCBAF}" presName="node" presStyleLbl="node1" presStyleIdx="12" presStyleCnt="19">
        <dgm:presLayoutVars>
          <dgm:bulletEnabled val="1"/>
        </dgm:presLayoutVars>
      </dgm:prSet>
      <dgm:spPr/>
    </dgm:pt>
    <dgm:pt modelId="{29F187AE-D85D-4605-89BA-87D810233521}" type="pres">
      <dgm:prSet presAssocID="{906A4578-B77B-415B-8838-751CD017DBFC}" presName="sibTrans" presStyleCnt="0"/>
      <dgm:spPr/>
    </dgm:pt>
    <dgm:pt modelId="{52E2CCE5-0C36-4AAF-8E0C-7599C57C3ABC}" type="pres">
      <dgm:prSet presAssocID="{B910EACF-58C2-4F8F-97A1-8B1BD929D690}" presName="node" presStyleLbl="node1" presStyleIdx="13" presStyleCnt="19">
        <dgm:presLayoutVars>
          <dgm:bulletEnabled val="1"/>
        </dgm:presLayoutVars>
      </dgm:prSet>
      <dgm:spPr/>
    </dgm:pt>
    <dgm:pt modelId="{DBBD4BC4-D3B6-4DC4-98E5-527CB2AD8C43}" type="pres">
      <dgm:prSet presAssocID="{13A77424-7857-4B93-8434-9BA4D5A40F7F}" presName="sibTrans" presStyleCnt="0"/>
      <dgm:spPr/>
    </dgm:pt>
    <dgm:pt modelId="{09CF39C3-9057-4F5F-959D-65E82F27997D}" type="pres">
      <dgm:prSet presAssocID="{C30105C0-0176-4FB9-9724-8F3694D40EAF}" presName="node" presStyleLbl="node1" presStyleIdx="14" presStyleCnt="19">
        <dgm:presLayoutVars>
          <dgm:bulletEnabled val="1"/>
        </dgm:presLayoutVars>
      </dgm:prSet>
      <dgm:spPr/>
    </dgm:pt>
    <dgm:pt modelId="{E049E1E6-A308-48F4-9CCE-9772DF083719}" type="pres">
      <dgm:prSet presAssocID="{C7894AF1-7226-4BA3-BC3F-2F8CB393E4CD}" presName="sibTrans" presStyleCnt="0"/>
      <dgm:spPr/>
    </dgm:pt>
    <dgm:pt modelId="{2CEE0D00-619C-48A8-BB2A-24E4A058E54D}" type="pres">
      <dgm:prSet presAssocID="{0B29EF1F-E4DE-4E3F-B602-6310A4101E0F}" presName="node" presStyleLbl="node1" presStyleIdx="15" presStyleCnt="19">
        <dgm:presLayoutVars>
          <dgm:bulletEnabled val="1"/>
        </dgm:presLayoutVars>
      </dgm:prSet>
      <dgm:spPr/>
    </dgm:pt>
    <dgm:pt modelId="{81F40642-908F-4823-B0B1-62D4A3FA7E20}" type="pres">
      <dgm:prSet presAssocID="{F135DD07-69E9-4A6B-8067-7E726CBE03DD}" presName="sibTrans" presStyleCnt="0"/>
      <dgm:spPr/>
    </dgm:pt>
    <dgm:pt modelId="{2F69B1F4-DA41-40E7-9137-F4B8E4C3ABDE}" type="pres">
      <dgm:prSet presAssocID="{69A72990-C8AB-41DA-9DF4-5750374E9812}" presName="node" presStyleLbl="node1" presStyleIdx="16" presStyleCnt="19">
        <dgm:presLayoutVars>
          <dgm:bulletEnabled val="1"/>
        </dgm:presLayoutVars>
      </dgm:prSet>
      <dgm:spPr/>
    </dgm:pt>
    <dgm:pt modelId="{59D92CF4-1735-4F98-89B0-100C1DF59C25}" type="pres">
      <dgm:prSet presAssocID="{863A5805-88DB-4509-A9AB-8A7168410431}" presName="sibTrans" presStyleCnt="0"/>
      <dgm:spPr/>
    </dgm:pt>
    <dgm:pt modelId="{9C09CE84-1338-4822-8D89-6B03AC6A3462}" type="pres">
      <dgm:prSet presAssocID="{4B35E1BD-AF72-4844-A5FA-3367DF491006}" presName="node" presStyleLbl="node1" presStyleIdx="17" presStyleCnt="19">
        <dgm:presLayoutVars>
          <dgm:bulletEnabled val="1"/>
        </dgm:presLayoutVars>
      </dgm:prSet>
      <dgm:spPr/>
    </dgm:pt>
    <dgm:pt modelId="{9D274670-676A-423E-8ECD-762B1FC1DAEA}" type="pres">
      <dgm:prSet presAssocID="{D8A92270-8F64-4516-98C6-C1586AD12FA0}" presName="sibTrans" presStyleCnt="0"/>
      <dgm:spPr/>
    </dgm:pt>
    <dgm:pt modelId="{5181CE8D-73F9-4A93-B376-9AE031E8D016}" type="pres">
      <dgm:prSet presAssocID="{FAF6B0E8-A622-4919-B338-17E84DE2810B}" presName="node" presStyleLbl="node1" presStyleIdx="18" presStyleCnt="19">
        <dgm:presLayoutVars>
          <dgm:bulletEnabled val="1"/>
        </dgm:presLayoutVars>
      </dgm:prSet>
      <dgm:spPr/>
    </dgm:pt>
  </dgm:ptLst>
  <dgm:cxnLst>
    <dgm:cxn modelId="{D0819408-ACC7-45C7-9471-CF75F54A7AD7}" type="presOf" srcId="{A94A17BB-067E-499D-9767-95B606C79891}" destId="{5F9EBB84-0E99-43C1-9E1F-B515C2FA381B}" srcOrd="0" destOrd="0" presId="urn:microsoft.com/office/officeart/2005/8/layout/default"/>
    <dgm:cxn modelId="{A5B1700B-AE6E-49C0-95F9-EE51ACF6FD66}" srcId="{015882D8-B7DD-4BCC-A375-172D06BA68AD}" destId="{39DDCAD1-5275-4E19-802C-191B43F2392B}" srcOrd="5" destOrd="0" parTransId="{9F7ABC17-2074-4B2B-A4F9-D41084B39BA9}" sibTransId="{170E2CCF-A684-4B9C-8724-D47A2C6AAAF3}"/>
    <dgm:cxn modelId="{D9B0960B-3D0E-47C7-9255-3ED93A35F9CD}" type="presOf" srcId="{C0F77D91-CAB4-4F6F-B1A2-DDD171CF9048}" destId="{4C42BF67-3C14-4210-8452-C6E0038C6034}" srcOrd="0" destOrd="0" presId="urn:microsoft.com/office/officeart/2005/8/layout/default"/>
    <dgm:cxn modelId="{DFEAE60B-7AC6-4F50-9AAE-10F1EF61637C}" type="presOf" srcId="{B910EACF-58C2-4F8F-97A1-8B1BD929D690}" destId="{52E2CCE5-0C36-4AAF-8E0C-7599C57C3ABC}" srcOrd="0" destOrd="0" presId="urn:microsoft.com/office/officeart/2005/8/layout/default"/>
    <dgm:cxn modelId="{168B9316-B9B8-4B53-A3B6-5FB4EC6B6721}" srcId="{015882D8-B7DD-4BCC-A375-172D06BA68AD}" destId="{B95BAEA2-81AF-45D8-9392-AA4A4EBCCBAF}" srcOrd="12" destOrd="0" parTransId="{6ED5E9A4-220E-47B1-BD2A-CBFC2962B55D}" sibTransId="{906A4578-B77B-415B-8838-751CD017DBFC}"/>
    <dgm:cxn modelId="{DBB4D116-61AD-4FAA-AF5E-790448430689}" srcId="{015882D8-B7DD-4BCC-A375-172D06BA68AD}" destId="{B910EACF-58C2-4F8F-97A1-8B1BD929D690}" srcOrd="13" destOrd="0" parTransId="{08E5C573-A392-4539-90C2-D510E6E0F186}" sibTransId="{13A77424-7857-4B93-8434-9BA4D5A40F7F}"/>
    <dgm:cxn modelId="{613DCE1B-3FAA-450E-B9E1-DBA760A2D6C1}" type="presOf" srcId="{C30105C0-0176-4FB9-9724-8F3694D40EAF}" destId="{09CF39C3-9057-4F5F-959D-65E82F27997D}" srcOrd="0" destOrd="0" presId="urn:microsoft.com/office/officeart/2005/8/layout/default"/>
    <dgm:cxn modelId="{91FE8924-FD08-43EC-98C2-E03690AC23E1}" type="presOf" srcId="{AB1EE859-DEEF-41A3-A961-6727BBD3B2E3}" destId="{DAB544BD-0F8F-4202-9C5D-B8FE31DAC745}" srcOrd="0" destOrd="0" presId="urn:microsoft.com/office/officeart/2005/8/layout/default"/>
    <dgm:cxn modelId="{1B9C3E28-9006-4D73-BC43-0FE47A049807}" srcId="{015882D8-B7DD-4BCC-A375-172D06BA68AD}" destId="{36228F14-0E79-44D5-A6BF-E8547C7B2EEE}" srcOrd="1" destOrd="0" parTransId="{AC91783A-1BA3-4EDD-94F7-FE716AFF0235}" sibTransId="{6F437982-D33A-431B-B442-B0E40E561981}"/>
    <dgm:cxn modelId="{FBEE4637-D9DB-44AA-B2AB-4CC2EC5E15CF}" srcId="{015882D8-B7DD-4BCC-A375-172D06BA68AD}" destId="{E5CA7583-DD5C-408C-A884-D2DFA2D9A1C2}" srcOrd="8" destOrd="0" parTransId="{1C4312FE-8568-4E97-91DE-F6A85AAD5BC0}" sibTransId="{A2C9ED4C-02BF-4892-A05E-E9C9E0D937E7}"/>
    <dgm:cxn modelId="{E862B23A-0A06-4DB1-86C0-C5FB5A88AB99}" type="presOf" srcId="{39DDCAD1-5275-4E19-802C-191B43F2392B}" destId="{9B60CDBD-6BE9-4B5F-AC4F-D0134B5756F7}" srcOrd="0" destOrd="0" presId="urn:microsoft.com/office/officeart/2005/8/layout/default"/>
    <dgm:cxn modelId="{417EB561-4693-4ECD-83DE-EFD1823B714C}" type="presOf" srcId="{015882D8-B7DD-4BCC-A375-172D06BA68AD}" destId="{09E4DE7F-7F6F-42DA-A966-659370F7D978}" srcOrd="0" destOrd="0" presId="urn:microsoft.com/office/officeart/2005/8/layout/default"/>
    <dgm:cxn modelId="{336BBF64-1FAE-4B05-82B7-BDFDA46A003A}" srcId="{015882D8-B7DD-4BCC-A375-172D06BA68AD}" destId="{8E6AE0D5-CFB3-49F9-823D-DF14026DE355}" srcOrd="10" destOrd="0" parTransId="{F4FC4D63-97DA-4B43-813B-A729BC93D153}" sibTransId="{263278A6-0780-4678-A9A8-FB36A41B8E69}"/>
    <dgm:cxn modelId="{78763B66-3DBB-459E-9286-D2FA3D9247D4}" srcId="{015882D8-B7DD-4BCC-A375-172D06BA68AD}" destId="{FAF6B0E8-A622-4919-B338-17E84DE2810B}" srcOrd="18" destOrd="0" parTransId="{22CAB313-8CE3-4784-8551-B4DAFA4945B6}" sibTransId="{CF702872-A374-4211-A7BC-77DA24D18F46}"/>
    <dgm:cxn modelId="{4DB8A548-8BC8-448E-A350-B4C2D46AC966}" srcId="{015882D8-B7DD-4BCC-A375-172D06BA68AD}" destId="{C30105C0-0176-4FB9-9724-8F3694D40EAF}" srcOrd="14" destOrd="0" parTransId="{3EE4A50B-86E9-4DF3-9F92-218890C70792}" sibTransId="{C7894AF1-7226-4BA3-BC3F-2F8CB393E4CD}"/>
    <dgm:cxn modelId="{2A478C6A-CD55-44E3-8E62-2B61353F07C4}" srcId="{015882D8-B7DD-4BCC-A375-172D06BA68AD}" destId="{459A0A11-6479-43C5-992D-E69971451C5D}" srcOrd="6" destOrd="0" parTransId="{FA57D56F-08CA-4E84-96F9-17CCA0F84C66}" sibTransId="{B49CCC91-A336-419E-A567-53A9FEFAD9FD}"/>
    <dgm:cxn modelId="{9E9D654D-1169-4303-AA15-110EF623E98E}" type="presOf" srcId="{A8F9F16D-277E-4BD6-9CEF-11EA047D7239}" destId="{F912BD46-612E-4B3F-BB3C-933132C55692}" srcOrd="0" destOrd="0" presId="urn:microsoft.com/office/officeart/2005/8/layout/default"/>
    <dgm:cxn modelId="{C4595A50-4C69-466F-B966-C50681C3D599}" type="presOf" srcId="{0B29EF1F-E4DE-4E3F-B602-6310A4101E0F}" destId="{2CEE0D00-619C-48A8-BB2A-24E4A058E54D}" srcOrd="0" destOrd="0" presId="urn:microsoft.com/office/officeart/2005/8/layout/default"/>
    <dgm:cxn modelId="{6B60B654-C907-4AFE-84F5-26EF3AACF66E}" type="presOf" srcId="{E5CA7583-DD5C-408C-A884-D2DFA2D9A1C2}" destId="{A00C683E-A8A6-4263-AC9D-61C0FF4DDBE7}" srcOrd="0" destOrd="0" presId="urn:microsoft.com/office/officeart/2005/8/layout/default"/>
    <dgm:cxn modelId="{63502D83-383A-4E15-9AAC-AC5FFB68899D}" srcId="{015882D8-B7DD-4BCC-A375-172D06BA68AD}" destId="{69A72990-C8AB-41DA-9DF4-5750374E9812}" srcOrd="16" destOrd="0" parTransId="{D5DE3727-B955-4F4A-B3EB-F2C2A1FE6348}" sibTransId="{863A5805-88DB-4509-A9AB-8A7168410431}"/>
    <dgm:cxn modelId="{B320468A-7AC0-49EA-A318-225E28CBAECC}" srcId="{015882D8-B7DD-4BCC-A375-172D06BA68AD}" destId="{B536693D-7987-4FDB-A769-8368E6382B9F}" srcOrd="7" destOrd="0" parTransId="{96009411-C266-4DD7-AD39-302116E088D3}" sibTransId="{CFB362E4-7A5C-4A63-A985-B2C07105D6C4}"/>
    <dgm:cxn modelId="{37EA9A8F-46A8-4565-8EF3-2AD623765EBC}" type="presOf" srcId="{8E6AE0D5-CFB3-49F9-823D-DF14026DE355}" destId="{19D3CF17-0B22-40A4-BF03-4FA81F8571CF}" srcOrd="0" destOrd="0" presId="urn:microsoft.com/office/officeart/2005/8/layout/default"/>
    <dgm:cxn modelId="{EC307098-B880-42B0-A8F1-8D06D7E2E1A5}" type="presOf" srcId="{7E1E3858-35A7-434F-A04C-610364D7CA8C}" destId="{CAA68F40-ED5F-4A49-B39D-54A4EF88AC1C}" srcOrd="0" destOrd="0" presId="urn:microsoft.com/office/officeart/2005/8/layout/default"/>
    <dgm:cxn modelId="{7785789D-2CE7-4CD4-911A-3E670C711A36}" type="presOf" srcId="{69A72990-C8AB-41DA-9DF4-5750374E9812}" destId="{2F69B1F4-DA41-40E7-9137-F4B8E4C3ABDE}" srcOrd="0" destOrd="0" presId="urn:microsoft.com/office/officeart/2005/8/layout/default"/>
    <dgm:cxn modelId="{75B90FA5-3055-4119-BEA5-AA1499F29AED}" type="presOf" srcId="{36228F14-0E79-44D5-A6BF-E8547C7B2EEE}" destId="{98A27BD1-C638-4808-AD3A-82DF847458D9}" srcOrd="0" destOrd="0" presId="urn:microsoft.com/office/officeart/2005/8/layout/default"/>
    <dgm:cxn modelId="{181B09B4-85A4-41A0-942E-9729B36B1E46}" srcId="{015882D8-B7DD-4BCC-A375-172D06BA68AD}" destId="{727E8AD2-AAA5-4D5D-AFCB-C7F1CF9CE087}" srcOrd="0" destOrd="0" parTransId="{03A475B6-A631-4DB2-BD4F-BF8DF1C43B7D}" sibTransId="{7A1FB31B-7A61-4A0B-8546-85864063ACC5}"/>
    <dgm:cxn modelId="{AB02A0B5-9169-4302-B6E1-1AB2EB699423}" type="presOf" srcId="{B536693D-7987-4FDB-A769-8368E6382B9F}" destId="{919A228E-F625-4AD4-B3FD-17541830812A}" srcOrd="0" destOrd="0" presId="urn:microsoft.com/office/officeart/2005/8/layout/default"/>
    <dgm:cxn modelId="{86AD7DC0-3342-4077-BAD9-9911C74CD891}" type="presOf" srcId="{4B35E1BD-AF72-4844-A5FA-3367DF491006}" destId="{9C09CE84-1338-4822-8D89-6B03AC6A3462}" srcOrd="0" destOrd="0" presId="urn:microsoft.com/office/officeart/2005/8/layout/default"/>
    <dgm:cxn modelId="{13DF20CA-9A4F-43EE-B74F-ACA4064EB5E2}" srcId="{015882D8-B7DD-4BCC-A375-172D06BA68AD}" destId="{C0F77D91-CAB4-4F6F-B1A2-DDD171CF9048}" srcOrd="9" destOrd="0" parTransId="{158FF08D-545C-48A8-98B6-9BFC1B3923F1}" sibTransId="{839471BC-580B-42BF-AC81-B4733AC2D121}"/>
    <dgm:cxn modelId="{7EEB49CA-09B4-4E7F-B99F-119417CF76B3}" srcId="{015882D8-B7DD-4BCC-A375-172D06BA68AD}" destId="{AB1EE859-DEEF-41A3-A961-6727BBD3B2E3}" srcOrd="11" destOrd="0" parTransId="{1056DC87-03E7-454C-9BE5-2350CD135CD6}" sibTransId="{099B2B6C-21E3-45EE-8DCD-1FD4C62FC898}"/>
    <dgm:cxn modelId="{5B72A8D6-A8AC-4A48-8EC3-DCB6B39FA3A7}" srcId="{015882D8-B7DD-4BCC-A375-172D06BA68AD}" destId="{A94A17BB-067E-499D-9767-95B606C79891}" srcOrd="2" destOrd="0" parTransId="{66FAADD3-B274-4F08-AC84-7FF14403C9A8}" sibTransId="{0C06A697-F970-4C54-A53D-BBB95F42E51E}"/>
    <dgm:cxn modelId="{6AF3B6E0-3C7B-4538-852B-9CD4EA5E2091}" type="presOf" srcId="{B95BAEA2-81AF-45D8-9392-AA4A4EBCCBAF}" destId="{207808D0-0D04-4898-8A10-A8476BC3FD28}" srcOrd="0" destOrd="0" presId="urn:microsoft.com/office/officeart/2005/8/layout/default"/>
    <dgm:cxn modelId="{B06902E2-C7D5-43F2-AC37-D336088F591B}" type="presOf" srcId="{727E8AD2-AAA5-4D5D-AFCB-C7F1CF9CE087}" destId="{D334F5A0-6323-47D8-AC61-238AF09629B9}" srcOrd="0" destOrd="0" presId="urn:microsoft.com/office/officeart/2005/8/layout/default"/>
    <dgm:cxn modelId="{C9B2ABE8-66B2-416A-BE21-AA710D1813F8}" type="presOf" srcId="{FAF6B0E8-A622-4919-B338-17E84DE2810B}" destId="{5181CE8D-73F9-4A93-B376-9AE031E8D016}" srcOrd="0" destOrd="0" presId="urn:microsoft.com/office/officeart/2005/8/layout/default"/>
    <dgm:cxn modelId="{4CB877EA-7467-4CE2-A652-0A0D9A98A258}" srcId="{015882D8-B7DD-4BCC-A375-172D06BA68AD}" destId="{7E1E3858-35A7-434F-A04C-610364D7CA8C}" srcOrd="3" destOrd="0" parTransId="{CB1C512B-EB7C-456E-B7E5-63AFFA053877}" sibTransId="{1E1AC9E1-DC68-4020-A937-A92441AD09B0}"/>
    <dgm:cxn modelId="{6E0B60ED-FBA4-4D60-A4FE-25CD1D523C9C}" srcId="{015882D8-B7DD-4BCC-A375-172D06BA68AD}" destId="{4B35E1BD-AF72-4844-A5FA-3367DF491006}" srcOrd="17" destOrd="0" parTransId="{F3A6A6E3-7300-4FD4-9583-5002DB3D6348}" sibTransId="{D8A92270-8F64-4516-98C6-C1586AD12FA0}"/>
    <dgm:cxn modelId="{8FB2AAEE-44B3-4DF1-A862-AD511AEDFC9E}" srcId="{015882D8-B7DD-4BCC-A375-172D06BA68AD}" destId="{A8F9F16D-277E-4BD6-9CEF-11EA047D7239}" srcOrd="4" destOrd="0" parTransId="{2A59873B-CED0-4DCC-A941-68E136BBDF63}" sibTransId="{ECC976BF-2114-4358-9F6E-C9558C4D3F5D}"/>
    <dgm:cxn modelId="{DD2E36F7-3FF2-46D8-B26B-DC78492DD801}" type="presOf" srcId="{459A0A11-6479-43C5-992D-E69971451C5D}" destId="{2DE6A4A8-14FB-4827-8AA0-A15644AB55B5}" srcOrd="0" destOrd="0" presId="urn:microsoft.com/office/officeart/2005/8/layout/default"/>
    <dgm:cxn modelId="{FEB35AFA-8B82-4326-8A75-3B0E4965B2EA}" srcId="{015882D8-B7DD-4BCC-A375-172D06BA68AD}" destId="{0B29EF1F-E4DE-4E3F-B602-6310A4101E0F}" srcOrd="15" destOrd="0" parTransId="{F8AA4625-34C3-4555-930F-8F3218853D02}" sibTransId="{F135DD07-69E9-4A6B-8067-7E726CBE03DD}"/>
    <dgm:cxn modelId="{9524EBE4-49C2-40A0-987A-687ED0FE1538}" type="presParOf" srcId="{09E4DE7F-7F6F-42DA-A966-659370F7D978}" destId="{D334F5A0-6323-47D8-AC61-238AF09629B9}" srcOrd="0" destOrd="0" presId="urn:microsoft.com/office/officeart/2005/8/layout/default"/>
    <dgm:cxn modelId="{29C96C82-F0BF-494A-9F81-155D9CE7F6C0}" type="presParOf" srcId="{09E4DE7F-7F6F-42DA-A966-659370F7D978}" destId="{B026B0C7-5E95-4A27-A3DF-E41A9C97184F}" srcOrd="1" destOrd="0" presId="urn:microsoft.com/office/officeart/2005/8/layout/default"/>
    <dgm:cxn modelId="{B5AE7193-B9FB-449B-B9CD-D9DFD77DC394}" type="presParOf" srcId="{09E4DE7F-7F6F-42DA-A966-659370F7D978}" destId="{98A27BD1-C638-4808-AD3A-82DF847458D9}" srcOrd="2" destOrd="0" presId="urn:microsoft.com/office/officeart/2005/8/layout/default"/>
    <dgm:cxn modelId="{E7A17A4E-C513-412D-BD25-471BC27DE6CD}" type="presParOf" srcId="{09E4DE7F-7F6F-42DA-A966-659370F7D978}" destId="{5C56B6DE-9392-4794-8EB7-203002D1441C}" srcOrd="3" destOrd="0" presId="urn:microsoft.com/office/officeart/2005/8/layout/default"/>
    <dgm:cxn modelId="{03B2F293-0E6A-4E9C-AB1C-63E6B004472E}" type="presParOf" srcId="{09E4DE7F-7F6F-42DA-A966-659370F7D978}" destId="{5F9EBB84-0E99-43C1-9E1F-B515C2FA381B}" srcOrd="4" destOrd="0" presId="urn:microsoft.com/office/officeart/2005/8/layout/default"/>
    <dgm:cxn modelId="{4EBB71A6-3FEA-4718-A941-2CEB148B5C9A}" type="presParOf" srcId="{09E4DE7F-7F6F-42DA-A966-659370F7D978}" destId="{53F187E9-7993-45D1-A27D-02C0E8218B12}" srcOrd="5" destOrd="0" presId="urn:microsoft.com/office/officeart/2005/8/layout/default"/>
    <dgm:cxn modelId="{11732D41-44DA-4C60-BFE7-82FED99E8BD4}" type="presParOf" srcId="{09E4DE7F-7F6F-42DA-A966-659370F7D978}" destId="{CAA68F40-ED5F-4A49-B39D-54A4EF88AC1C}" srcOrd="6" destOrd="0" presId="urn:microsoft.com/office/officeart/2005/8/layout/default"/>
    <dgm:cxn modelId="{D796C1C6-02E3-440D-B517-164C9C0FAFDC}" type="presParOf" srcId="{09E4DE7F-7F6F-42DA-A966-659370F7D978}" destId="{307C2891-B0A2-456A-8F46-4D376A7D3BD7}" srcOrd="7" destOrd="0" presId="urn:microsoft.com/office/officeart/2005/8/layout/default"/>
    <dgm:cxn modelId="{68E84317-7F6F-4627-8BBE-4382AB688FF2}" type="presParOf" srcId="{09E4DE7F-7F6F-42DA-A966-659370F7D978}" destId="{F912BD46-612E-4B3F-BB3C-933132C55692}" srcOrd="8" destOrd="0" presId="urn:microsoft.com/office/officeart/2005/8/layout/default"/>
    <dgm:cxn modelId="{921C6B60-B4A4-478E-8E5B-D65D99C8B886}" type="presParOf" srcId="{09E4DE7F-7F6F-42DA-A966-659370F7D978}" destId="{1320AE7B-52D1-4DE6-86BA-E1E7B303A9AE}" srcOrd="9" destOrd="0" presId="urn:microsoft.com/office/officeart/2005/8/layout/default"/>
    <dgm:cxn modelId="{5698797E-8067-4A99-AAD2-129448F3D84E}" type="presParOf" srcId="{09E4DE7F-7F6F-42DA-A966-659370F7D978}" destId="{9B60CDBD-6BE9-4B5F-AC4F-D0134B5756F7}" srcOrd="10" destOrd="0" presId="urn:microsoft.com/office/officeart/2005/8/layout/default"/>
    <dgm:cxn modelId="{D1F47137-ACF7-4316-AE3C-05D4EF7045F1}" type="presParOf" srcId="{09E4DE7F-7F6F-42DA-A966-659370F7D978}" destId="{4311EFAD-0EC7-4A59-BC7D-74A148C5063C}" srcOrd="11" destOrd="0" presId="urn:microsoft.com/office/officeart/2005/8/layout/default"/>
    <dgm:cxn modelId="{B633161F-9AD8-480D-9D69-A8FE751F9F23}" type="presParOf" srcId="{09E4DE7F-7F6F-42DA-A966-659370F7D978}" destId="{2DE6A4A8-14FB-4827-8AA0-A15644AB55B5}" srcOrd="12" destOrd="0" presId="urn:microsoft.com/office/officeart/2005/8/layout/default"/>
    <dgm:cxn modelId="{BF3FC471-FAEA-4927-B6B6-16A72AAAB77C}" type="presParOf" srcId="{09E4DE7F-7F6F-42DA-A966-659370F7D978}" destId="{496A2A0C-99D9-4DED-8634-09300EC35A3B}" srcOrd="13" destOrd="0" presId="urn:microsoft.com/office/officeart/2005/8/layout/default"/>
    <dgm:cxn modelId="{DE891EE4-721F-486C-B714-936F2895BDC0}" type="presParOf" srcId="{09E4DE7F-7F6F-42DA-A966-659370F7D978}" destId="{919A228E-F625-4AD4-B3FD-17541830812A}" srcOrd="14" destOrd="0" presId="urn:microsoft.com/office/officeart/2005/8/layout/default"/>
    <dgm:cxn modelId="{3024D713-E507-4ED2-918B-00262D7B52AB}" type="presParOf" srcId="{09E4DE7F-7F6F-42DA-A966-659370F7D978}" destId="{E1C11B42-44BF-4E0B-9B93-36CDDA6860B5}" srcOrd="15" destOrd="0" presId="urn:microsoft.com/office/officeart/2005/8/layout/default"/>
    <dgm:cxn modelId="{01B67739-80B3-401F-BF12-775B4A18A2B4}" type="presParOf" srcId="{09E4DE7F-7F6F-42DA-A966-659370F7D978}" destId="{A00C683E-A8A6-4263-AC9D-61C0FF4DDBE7}" srcOrd="16" destOrd="0" presId="urn:microsoft.com/office/officeart/2005/8/layout/default"/>
    <dgm:cxn modelId="{5A535D3C-EDCC-4274-9E40-1BEE5801C9B6}" type="presParOf" srcId="{09E4DE7F-7F6F-42DA-A966-659370F7D978}" destId="{EF7361F6-AA66-4979-9A51-CC90C810DA0A}" srcOrd="17" destOrd="0" presId="urn:microsoft.com/office/officeart/2005/8/layout/default"/>
    <dgm:cxn modelId="{CF931FF3-4368-4D22-BA9A-CAE1D7D74722}" type="presParOf" srcId="{09E4DE7F-7F6F-42DA-A966-659370F7D978}" destId="{4C42BF67-3C14-4210-8452-C6E0038C6034}" srcOrd="18" destOrd="0" presId="urn:microsoft.com/office/officeart/2005/8/layout/default"/>
    <dgm:cxn modelId="{702401EE-C73C-4C64-BBA2-95E6DB1A52C4}" type="presParOf" srcId="{09E4DE7F-7F6F-42DA-A966-659370F7D978}" destId="{4BB6666E-4A22-4C9C-B316-671ACEDD7318}" srcOrd="19" destOrd="0" presId="urn:microsoft.com/office/officeart/2005/8/layout/default"/>
    <dgm:cxn modelId="{B611574A-93AA-471D-B642-BFBC8FABB744}" type="presParOf" srcId="{09E4DE7F-7F6F-42DA-A966-659370F7D978}" destId="{19D3CF17-0B22-40A4-BF03-4FA81F8571CF}" srcOrd="20" destOrd="0" presId="urn:microsoft.com/office/officeart/2005/8/layout/default"/>
    <dgm:cxn modelId="{4EF486C0-934E-4903-85B2-BD9ACF605F55}" type="presParOf" srcId="{09E4DE7F-7F6F-42DA-A966-659370F7D978}" destId="{FDC54E74-026F-4635-9024-A9595857E983}" srcOrd="21" destOrd="0" presId="urn:microsoft.com/office/officeart/2005/8/layout/default"/>
    <dgm:cxn modelId="{ADB92E48-E6DE-4514-A28C-C5C78A1D981B}" type="presParOf" srcId="{09E4DE7F-7F6F-42DA-A966-659370F7D978}" destId="{DAB544BD-0F8F-4202-9C5D-B8FE31DAC745}" srcOrd="22" destOrd="0" presId="urn:microsoft.com/office/officeart/2005/8/layout/default"/>
    <dgm:cxn modelId="{725124F2-2731-40C9-BCB5-55992673F49F}" type="presParOf" srcId="{09E4DE7F-7F6F-42DA-A966-659370F7D978}" destId="{6558922A-6A0E-47D6-ABAF-CD22AF6CA29A}" srcOrd="23" destOrd="0" presId="urn:microsoft.com/office/officeart/2005/8/layout/default"/>
    <dgm:cxn modelId="{85813F36-4033-4E1C-9A22-557F3D969162}" type="presParOf" srcId="{09E4DE7F-7F6F-42DA-A966-659370F7D978}" destId="{207808D0-0D04-4898-8A10-A8476BC3FD28}" srcOrd="24" destOrd="0" presId="urn:microsoft.com/office/officeart/2005/8/layout/default"/>
    <dgm:cxn modelId="{8CDF8E48-A54D-4B25-8760-7DF1B6EA043F}" type="presParOf" srcId="{09E4DE7F-7F6F-42DA-A966-659370F7D978}" destId="{29F187AE-D85D-4605-89BA-87D810233521}" srcOrd="25" destOrd="0" presId="urn:microsoft.com/office/officeart/2005/8/layout/default"/>
    <dgm:cxn modelId="{8AC9ADE8-5E84-442B-8E5F-95023D3EF338}" type="presParOf" srcId="{09E4DE7F-7F6F-42DA-A966-659370F7D978}" destId="{52E2CCE5-0C36-4AAF-8E0C-7599C57C3ABC}" srcOrd="26" destOrd="0" presId="urn:microsoft.com/office/officeart/2005/8/layout/default"/>
    <dgm:cxn modelId="{759E18FD-CCBD-44E9-904B-7E76BA6ABB11}" type="presParOf" srcId="{09E4DE7F-7F6F-42DA-A966-659370F7D978}" destId="{DBBD4BC4-D3B6-4DC4-98E5-527CB2AD8C43}" srcOrd="27" destOrd="0" presId="urn:microsoft.com/office/officeart/2005/8/layout/default"/>
    <dgm:cxn modelId="{15E2A3C3-2F42-4E8B-B7EA-722295B014DC}" type="presParOf" srcId="{09E4DE7F-7F6F-42DA-A966-659370F7D978}" destId="{09CF39C3-9057-4F5F-959D-65E82F27997D}" srcOrd="28" destOrd="0" presId="urn:microsoft.com/office/officeart/2005/8/layout/default"/>
    <dgm:cxn modelId="{B90DFDF3-BB7F-47C7-87A7-56B6CC54D4A1}" type="presParOf" srcId="{09E4DE7F-7F6F-42DA-A966-659370F7D978}" destId="{E049E1E6-A308-48F4-9CCE-9772DF083719}" srcOrd="29" destOrd="0" presId="urn:microsoft.com/office/officeart/2005/8/layout/default"/>
    <dgm:cxn modelId="{A5413B9A-642E-4256-BC3D-9E37B8FE522E}" type="presParOf" srcId="{09E4DE7F-7F6F-42DA-A966-659370F7D978}" destId="{2CEE0D00-619C-48A8-BB2A-24E4A058E54D}" srcOrd="30" destOrd="0" presId="urn:microsoft.com/office/officeart/2005/8/layout/default"/>
    <dgm:cxn modelId="{B31B97C4-512F-4469-BA29-2DA7AEA7FF29}" type="presParOf" srcId="{09E4DE7F-7F6F-42DA-A966-659370F7D978}" destId="{81F40642-908F-4823-B0B1-62D4A3FA7E20}" srcOrd="31" destOrd="0" presId="urn:microsoft.com/office/officeart/2005/8/layout/default"/>
    <dgm:cxn modelId="{A28B3C7D-075E-490F-845C-43489D6657CD}" type="presParOf" srcId="{09E4DE7F-7F6F-42DA-A966-659370F7D978}" destId="{2F69B1F4-DA41-40E7-9137-F4B8E4C3ABDE}" srcOrd="32" destOrd="0" presId="urn:microsoft.com/office/officeart/2005/8/layout/default"/>
    <dgm:cxn modelId="{6C02797B-C2B0-48DE-AD9E-03F20EA65A98}" type="presParOf" srcId="{09E4DE7F-7F6F-42DA-A966-659370F7D978}" destId="{59D92CF4-1735-4F98-89B0-100C1DF59C25}" srcOrd="33" destOrd="0" presId="urn:microsoft.com/office/officeart/2005/8/layout/default"/>
    <dgm:cxn modelId="{93E68017-58CA-4AB5-899B-7265B0165C1B}" type="presParOf" srcId="{09E4DE7F-7F6F-42DA-A966-659370F7D978}" destId="{9C09CE84-1338-4822-8D89-6B03AC6A3462}" srcOrd="34" destOrd="0" presId="urn:microsoft.com/office/officeart/2005/8/layout/default"/>
    <dgm:cxn modelId="{747AF2CE-548B-45AD-AACC-0C2E54D5B809}" type="presParOf" srcId="{09E4DE7F-7F6F-42DA-A966-659370F7D978}" destId="{9D274670-676A-423E-8ECD-762B1FC1DAEA}" srcOrd="35" destOrd="0" presId="urn:microsoft.com/office/officeart/2005/8/layout/default"/>
    <dgm:cxn modelId="{5AA21C5E-A566-49B6-B1E6-4C6A67645D49}" type="presParOf" srcId="{09E4DE7F-7F6F-42DA-A966-659370F7D978}" destId="{5181CE8D-73F9-4A93-B376-9AE031E8D016}" srcOrd="3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D200F69-724C-4221-A514-5EF2A70208FA}" type="doc">
      <dgm:prSet loTypeId="urn:microsoft.com/office/officeart/2005/8/layout/pyramid2" loCatId="pyramid" qsTypeId="urn:microsoft.com/office/officeart/2005/8/quickstyle/3d3#1" qsCatId="3D" csTypeId="urn:microsoft.com/office/officeart/2005/8/colors/accent1_3#1" csCatId="accent1" phldr="1"/>
      <dgm:spPr/>
    </dgm:pt>
    <dgm:pt modelId="{C5094E34-D2AD-40CE-A7E0-8EAED16D359E}">
      <dgm:prSet phldrT="[Texto]" custT="1"/>
      <dgm:spPr/>
      <dgm:t>
        <a:bodyPr/>
        <a:lstStyle/>
        <a:p>
          <a:pPr algn="ctr"/>
          <a:r>
            <a:rPr lang="es-ES" sz="1800" b="1" dirty="0">
              <a:solidFill>
                <a:sysClr val="windowText" lastClr="000000"/>
              </a:solidFill>
            </a:rPr>
            <a:t>Pruebas de mantenimiento</a:t>
          </a:r>
        </a:p>
      </dgm:t>
    </dgm:pt>
    <dgm:pt modelId="{2B28F56D-A01A-4E21-B763-FE51E6EB9930}" type="parTrans" cxnId="{27B834F3-7257-42B9-9DC2-9E5BEB217399}">
      <dgm:prSet/>
      <dgm:spPr/>
      <dgm:t>
        <a:bodyPr/>
        <a:lstStyle/>
        <a:p>
          <a:pPr algn="ctr"/>
          <a:endParaRPr lang="es-ES" sz="1800" b="1">
            <a:solidFill>
              <a:sysClr val="windowText" lastClr="000000"/>
            </a:solidFill>
          </a:endParaRPr>
        </a:p>
      </dgm:t>
    </dgm:pt>
    <dgm:pt modelId="{ABCFC9E9-289A-47A9-970A-7563699412A6}" type="sibTrans" cxnId="{27B834F3-7257-42B9-9DC2-9E5BEB217399}">
      <dgm:prSet/>
      <dgm:spPr/>
      <dgm:t>
        <a:bodyPr/>
        <a:lstStyle/>
        <a:p>
          <a:pPr algn="ctr"/>
          <a:endParaRPr lang="es-ES" sz="1800" b="1">
            <a:solidFill>
              <a:sysClr val="windowText" lastClr="000000"/>
            </a:solidFill>
          </a:endParaRPr>
        </a:p>
      </dgm:t>
    </dgm:pt>
    <dgm:pt modelId="{CE9F4616-DED2-46E9-9402-9E966149A07E}">
      <dgm:prSet phldrT="[Texto]" custT="1"/>
      <dgm:spPr/>
      <dgm:t>
        <a:bodyPr/>
        <a:lstStyle/>
        <a:p>
          <a:pPr algn="ctr"/>
          <a:r>
            <a:rPr lang="es-ES" sz="1800" b="1" dirty="0">
              <a:solidFill>
                <a:sysClr val="windowText" lastClr="000000"/>
              </a:solidFill>
            </a:rPr>
            <a:t>Pruebas de aceptación</a:t>
          </a:r>
        </a:p>
      </dgm:t>
    </dgm:pt>
    <dgm:pt modelId="{F5A4E6C9-205B-4DFF-A807-E10B303F7BF3}" type="parTrans" cxnId="{809514C0-3038-411C-9DA0-743B5BB54C46}">
      <dgm:prSet/>
      <dgm:spPr/>
      <dgm:t>
        <a:bodyPr/>
        <a:lstStyle/>
        <a:p>
          <a:pPr algn="ctr"/>
          <a:endParaRPr lang="es-ES" sz="1800" b="1">
            <a:solidFill>
              <a:sysClr val="windowText" lastClr="000000"/>
            </a:solidFill>
          </a:endParaRPr>
        </a:p>
      </dgm:t>
    </dgm:pt>
    <dgm:pt modelId="{877D44FB-BF98-4576-9953-3E4290660276}" type="sibTrans" cxnId="{809514C0-3038-411C-9DA0-743B5BB54C46}">
      <dgm:prSet/>
      <dgm:spPr/>
      <dgm:t>
        <a:bodyPr/>
        <a:lstStyle/>
        <a:p>
          <a:pPr algn="ctr"/>
          <a:endParaRPr lang="es-ES" sz="1800" b="1">
            <a:solidFill>
              <a:sysClr val="windowText" lastClr="000000"/>
            </a:solidFill>
          </a:endParaRPr>
        </a:p>
      </dgm:t>
    </dgm:pt>
    <dgm:pt modelId="{D1EEF1B4-9459-4026-B8BA-95C77C8B9D81}">
      <dgm:prSet phldrT="[Texto]" custT="1"/>
      <dgm:spPr/>
      <dgm:t>
        <a:bodyPr/>
        <a:lstStyle/>
        <a:p>
          <a:pPr algn="ctr"/>
          <a:r>
            <a:rPr lang="es-ES" sz="1800" b="1" dirty="0">
              <a:solidFill>
                <a:sysClr val="windowText" lastClr="000000"/>
              </a:solidFill>
            </a:rPr>
            <a:t>Pruebas de sistema</a:t>
          </a:r>
        </a:p>
      </dgm:t>
    </dgm:pt>
    <dgm:pt modelId="{647A8EFE-8F67-4D19-B597-3B0B33867859}" type="parTrans" cxnId="{110ACA90-1E48-42D0-A4D4-A3DE3D00EF06}">
      <dgm:prSet/>
      <dgm:spPr/>
      <dgm:t>
        <a:bodyPr/>
        <a:lstStyle/>
        <a:p>
          <a:pPr algn="ctr"/>
          <a:endParaRPr lang="es-ES" sz="1800" b="1">
            <a:solidFill>
              <a:sysClr val="windowText" lastClr="000000"/>
            </a:solidFill>
          </a:endParaRPr>
        </a:p>
      </dgm:t>
    </dgm:pt>
    <dgm:pt modelId="{6B8CAD05-DD41-4BE3-86BE-87F60B6B2C57}" type="sibTrans" cxnId="{110ACA90-1E48-42D0-A4D4-A3DE3D00EF06}">
      <dgm:prSet/>
      <dgm:spPr/>
      <dgm:t>
        <a:bodyPr/>
        <a:lstStyle/>
        <a:p>
          <a:pPr algn="ctr"/>
          <a:endParaRPr lang="es-ES" sz="1800" b="1">
            <a:solidFill>
              <a:sysClr val="windowText" lastClr="000000"/>
            </a:solidFill>
          </a:endParaRPr>
        </a:p>
      </dgm:t>
    </dgm:pt>
    <dgm:pt modelId="{AD5F827F-C10C-42F5-8380-1E02FF1233C7}">
      <dgm:prSet phldrT="[Texto]" custT="1"/>
      <dgm:spPr/>
      <dgm:t>
        <a:bodyPr/>
        <a:lstStyle/>
        <a:p>
          <a:pPr algn="ctr"/>
          <a:r>
            <a:rPr lang="es-ES" sz="1800" b="1" dirty="0">
              <a:solidFill>
                <a:sysClr val="windowText" lastClr="000000"/>
              </a:solidFill>
            </a:rPr>
            <a:t>Pruebas unitarias</a:t>
          </a:r>
        </a:p>
      </dgm:t>
    </dgm:pt>
    <dgm:pt modelId="{8E666BE7-AECA-4637-A4E3-8EAA10B75C3B}" type="parTrans" cxnId="{CAF46B73-2937-438A-BBF7-DBA365614CBD}">
      <dgm:prSet/>
      <dgm:spPr/>
      <dgm:t>
        <a:bodyPr/>
        <a:lstStyle/>
        <a:p>
          <a:pPr algn="ctr"/>
          <a:endParaRPr lang="es-ES" sz="1800" b="1">
            <a:solidFill>
              <a:sysClr val="windowText" lastClr="000000"/>
            </a:solidFill>
          </a:endParaRPr>
        </a:p>
      </dgm:t>
    </dgm:pt>
    <dgm:pt modelId="{BC3DD2E2-1598-4B24-84CD-75DE180F64C2}" type="sibTrans" cxnId="{CAF46B73-2937-438A-BBF7-DBA365614CBD}">
      <dgm:prSet/>
      <dgm:spPr/>
      <dgm:t>
        <a:bodyPr/>
        <a:lstStyle/>
        <a:p>
          <a:pPr algn="ctr"/>
          <a:endParaRPr lang="es-ES" sz="1800" b="1">
            <a:solidFill>
              <a:sysClr val="windowText" lastClr="000000"/>
            </a:solidFill>
          </a:endParaRPr>
        </a:p>
      </dgm:t>
    </dgm:pt>
    <dgm:pt modelId="{C33CD699-366A-48C1-A996-30F33AD223CA}">
      <dgm:prSet phldrT="[Texto]" custT="1"/>
      <dgm:spPr/>
      <dgm:t>
        <a:bodyPr/>
        <a:lstStyle/>
        <a:p>
          <a:pPr algn="ctr"/>
          <a:r>
            <a:rPr lang="es-ES" sz="1800" b="1" dirty="0">
              <a:solidFill>
                <a:sysClr val="windowText" lastClr="000000"/>
              </a:solidFill>
            </a:rPr>
            <a:t>Pruebas de integración</a:t>
          </a:r>
        </a:p>
      </dgm:t>
    </dgm:pt>
    <dgm:pt modelId="{2D4E2A38-ECB1-47A3-B739-9BB9AB617D73}" type="parTrans" cxnId="{B63959A1-FA96-4FB0-A56F-51ACD6F9FDA1}">
      <dgm:prSet/>
      <dgm:spPr/>
      <dgm:t>
        <a:bodyPr/>
        <a:lstStyle/>
        <a:p>
          <a:pPr algn="ctr"/>
          <a:endParaRPr lang="es-ES" sz="1800" b="1">
            <a:solidFill>
              <a:sysClr val="windowText" lastClr="000000"/>
            </a:solidFill>
          </a:endParaRPr>
        </a:p>
      </dgm:t>
    </dgm:pt>
    <dgm:pt modelId="{9573758D-41B9-4E37-8934-EC7185D7D08E}" type="sibTrans" cxnId="{B63959A1-FA96-4FB0-A56F-51ACD6F9FDA1}">
      <dgm:prSet/>
      <dgm:spPr/>
      <dgm:t>
        <a:bodyPr/>
        <a:lstStyle/>
        <a:p>
          <a:pPr algn="ctr"/>
          <a:endParaRPr lang="es-ES" sz="1800" b="1">
            <a:solidFill>
              <a:sysClr val="windowText" lastClr="000000"/>
            </a:solidFill>
          </a:endParaRPr>
        </a:p>
      </dgm:t>
    </dgm:pt>
    <dgm:pt modelId="{003B0E5B-DF86-4FFE-9C5D-80ABA41EB752}" type="pres">
      <dgm:prSet presAssocID="{1D200F69-724C-4221-A514-5EF2A70208FA}" presName="compositeShape" presStyleCnt="0">
        <dgm:presLayoutVars>
          <dgm:dir/>
          <dgm:resizeHandles/>
        </dgm:presLayoutVars>
      </dgm:prSet>
      <dgm:spPr/>
    </dgm:pt>
    <dgm:pt modelId="{8A7A7AD1-8A38-4A5E-8C70-C1E7C6F1C0FD}" type="pres">
      <dgm:prSet presAssocID="{1D200F69-724C-4221-A514-5EF2A70208FA}" presName="pyramid" presStyleLbl="node1" presStyleIdx="0" presStyleCnt="1"/>
      <dgm:spPr/>
    </dgm:pt>
    <dgm:pt modelId="{71CC26C2-1285-4BCE-9833-7DE8ADB8FF30}" type="pres">
      <dgm:prSet presAssocID="{1D200F69-724C-4221-A514-5EF2A70208FA}" presName="theList" presStyleCnt="0"/>
      <dgm:spPr/>
    </dgm:pt>
    <dgm:pt modelId="{2E7AFA1D-8E7C-43C8-BB09-1017BEC43B6B}" type="pres">
      <dgm:prSet presAssocID="{C5094E34-D2AD-40CE-A7E0-8EAED16D359E}" presName="aNode" presStyleLbl="fgAcc1" presStyleIdx="0" presStyleCnt="5" custScaleX="128255" custLinFactNeighborX="7888">
        <dgm:presLayoutVars>
          <dgm:bulletEnabled val="1"/>
        </dgm:presLayoutVars>
      </dgm:prSet>
      <dgm:spPr/>
    </dgm:pt>
    <dgm:pt modelId="{C1D9AA90-9A94-451B-8D59-858FB3D19A5C}" type="pres">
      <dgm:prSet presAssocID="{C5094E34-D2AD-40CE-A7E0-8EAED16D359E}" presName="aSpace" presStyleCnt="0"/>
      <dgm:spPr/>
    </dgm:pt>
    <dgm:pt modelId="{09CA6F9B-3EEB-4163-AAB0-C46787F4B9D6}" type="pres">
      <dgm:prSet presAssocID="{CE9F4616-DED2-46E9-9402-9E966149A07E}" presName="aNode" presStyleLbl="fgAcc1" presStyleIdx="1" presStyleCnt="5" custScaleX="128255" custLinFactNeighborX="7888">
        <dgm:presLayoutVars>
          <dgm:bulletEnabled val="1"/>
        </dgm:presLayoutVars>
      </dgm:prSet>
      <dgm:spPr/>
    </dgm:pt>
    <dgm:pt modelId="{D5A527E1-24B2-4CB1-8AE6-9BAA7A64AAF5}" type="pres">
      <dgm:prSet presAssocID="{CE9F4616-DED2-46E9-9402-9E966149A07E}" presName="aSpace" presStyleCnt="0"/>
      <dgm:spPr/>
    </dgm:pt>
    <dgm:pt modelId="{AD8B56FE-54A0-4BF9-9EF5-EDD698EFC8FF}" type="pres">
      <dgm:prSet presAssocID="{D1EEF1B4-9459-4026-B8BA-95C77C8B9D81}" presName="aNode" presStyleLbl="fgAcc1" presStyleIdx="2" presStyleCnt="5" custScaleX="128255" custLinFactNeighborX="7888">
        <dgm:presLayoutVars>
          <dgm:bulletEnabled val="1"/>
        </dgm:presLayoutVars>
      </dgm:prSet>
      <dgm:spPr/>
    </dgm:pt>
    <dgm:pt modelId="{84819934-E839-4350-A013-721D3D25DD65}" type="pres">
      <dgm:prSet presAssocID="{D1EEF1B4-9459-4026-B8BA-95C77C8B9D81}" presName="aSpace" presStyleCnt="0"/>
      <dgm:spPr/>
    </dgm:pt>
    <dgm:pt modelId="{07D707A0-EB1F-499B-AA58-D96214FA6D0A}" type="pres">
      <dgm:prSet presAssocID="{C33CD699-366A-48C1-A996-30F33AD223CA}" presName="aNode" presStyleLbl="fgAcc1" presStyleIdx="3" presStyleCnt="5" custScaleX="128255" custLinFactNeighborX="7888">
        <dgm:presLayoutVars>
          <dgm:bulletEnabled val="1"/>
        </dgm:presLayoutVars>
      </dgm:prSet>
      <dgm:spPr/>
    </dgm:pt>
    <dgm:pt modelId="{C07D3F8C-5B63-40E9-9ACE-988AC203CA02}" type="pres">
      <dgm:prSet presAssocID="{C33CD699-366A-48C1-A996-30F33AD223CA}" presName="aSpace" presStyleCnt="0"/>
      <dgm:spPr/>
    </dgm:pt>
    <dgm:pt modelId="{D53D3E6E-17D5-49DE-9B2D-69B0DAA4EF0E}" type="pres">
      <dgm:prSet presAssocID="{AD5F827F-C10C-42F5-8380-1E02FF1233C7}" presName="aNode" presStyleLbl="fgAcc1" presStyleIdx="4" presStyleCnt="5" custScaleX="128255" custLinFactNeighborX="7888">
        <dgm:presLayoutVars>
          <dgm:bulletEnabled val="1"/>
        </dgm:presLayoutVars>
      </dgm:prSet>
      <dgm:spPr/>
    </dgm:pt>
    <dgm:pt modelId="{46363843-3C48-432A-A945-D695A97E94DC}" type="pres">
      <dgm:prSet presAssocID="{AD5F827F-C10C-42F5-8380-1E02FF1233C7}" presName="aSpace" presStyleCnt="0"/>
      <dgm:spPr/>
    </dgm:pt>
  </dgm:ptLst>
  <dgm:cxnLst>
    <dgm:cxn modelId="{9C674B1B-E2CA-4480-9D2A-C53E6F648A08}" type="presOf" srcId="{AD5F827F-C10C-42F5-8380-1E02FF1233C7}" destId="{D53D3E6E-17D5-49DE-9B2D-69B0DAA4EF0E}" srcOrd="0" destOrd="0" presId="urn:microsoft.com/office/officeart/2005/8/layout/pyramid2"/>
    <dgm:cxn modelId="{8B75A061-65EE-49AD-A743-B87C3FC08486}" type="presOf" srcId="{CE9F4616-DED2-46E9-9402-9E966149A07E}" destId="{09CA6F9B-3EEB-4163-AAB0-C46787F4B9D6}" srcOrd="0" destOrd="0" presId="urn:microsoft.com/office/officeart/2005/8/layout/pyramid2"/>
    <dgm:cxn modelId="{00969762-E1A7-4F08-BB59-478C266441F8}" type="presOf" srcId="{C5094E34-D2AD-40CE-A7E0-8EAED16D359E}" destId="{2E7AFA1D-8E7C-43C8-BB09-1017BEC43B6B}" srcOrd="0" destOrd="0" presId="urn:microsoft.com/office/officeart/2005/8/layout/pyramid2"/>
    <dgm:cxn modelId="{CAF46B73-2937-438A-BBF7-DBA365614CBD}" srcId="{1D200F69-724C-4221-A514-5EF2A70208FA}" destId="{AD5F827F-C10C-42F5-8380-1E02FF1233C7}" srcOrd="4" destOrd="0" parTransId="{8E666BE7-AECA-4637-A4E3-8EAA10B75C3B}" sibTransId="{BC3DD2E2-1598-4B24-84CD-75DE180F64C2}"/>
    <dgm:cxn modelId="{3627A45A-CCE9-42DE-9537-278D98A4B44B}" type="presOf" srcId="{1D200F69-724C-4221-A514-5EF2A70208FA}" destId="{003B0E5B-DF86-4FFE-9C5D-80ABA41EB752}" srcOrd="0" destOrd="0" presId="urn:microsoft.com/office/officeart/2005/8/layout/pyramid2"/>
    <dgm:cxn modelId="{110ACA90-1E48-42D0-A4D4-A3DE3D00EF06}" srcId="{1D200F69-724C-4221-A514-5EF2A70208FA}" destId="{D1EEF1B4-9459-4026-B8BA-95C77C8B9D81}" srcOrd="2" destOrd="0" parTransId="{647A8EFE-8F67-4D19-B597-3B0B33867859}" sibTransId="{6B8CAD05-DD41-4BE3-86BE-87F60B6B2C57}"/>
    <dgm:cxn modelId="{B63959A1-FA96-4FB0-A56F-51ACD6F9FDA1}" srcId="{1D200F69-724C-4221-A514-5EF2A70208FA}" destId="{C33CD699-366A-48C1-A996-30F33AD223CA}" srcOrd="3" destOrd="0" parTransId="{2D4E2A38-ECB1-47A3-B739-9BB9AB617D73}" sibTransId="{9573758D-41B9-4E37-8934-EC7185D7D08E}"/>
    <dgm:cxn modelId="{878BE1B3-6830-407F-AA63-B273E815350D}" type="presOf" srcId="{D1EEF1B4-9459-4026-B8BA-95C77C8B9D81}" destId="{AD8B56FE-54A0-4BF9-9EF5-EDD698EFC8FF}" srcOrd="0" destOrd="0" presId="urn:microsoft.com/office/officeart/2005/8/layout/pyramid2"/>
    <dgm:cxn modelId="{809514C0-3038-411C-9DA0-743B5BB54C46}" srcId="{1D200F69-724C-4221-A514-5EF2A70208FA}" destId="{CE9F4616-DED2-46E9-9402-9E966149A07E}" srcOrd="1" destOrd="0" parTransId="{F5A4E6C9-205B-4DFF-A807-E10B303F7BF3}" sibTransId="{877D44FB-BF98-4576-9953-3E4290660276}"/>
    <dgm:cxn modelId="{797234EA-362F-43A8-8D3E-5FC57001C75E}" type="presOf" srcId="{C33CD699-366A-48C1-A996-30F33AD223CA}" destId="{07D707A0-EB1F-499B-AA58-D96214FA6D0A}" srcOrd="0" destOrd="0" presId="urn:microsoft.com/office/officeart/2005/8/layout/pyramid2"/>
    <dgm:cxn modelId="{27B834F3-7257-42B9-9DC2-9E5BEB217399}" srcId="{1D200F69-724C-4221-A514-5EF2A70208FA}" destId="{C5094E34-D2AD-40CE-A7E0-8EAED16D359E}" srcOrd="0" destOrd="0" parTransId="{2B28F56D-A01A-4E21-B763-FE51E6EB9930}" sibTransId="{ABCFC9E9-289A-47A9-970A-7563699412A6}"/>
    <dgm:cxn modelId="{AAD94B40-D0DA-4887-9B95-6F744B16E68D}" type="presParOf" srcId="{003B0E5B-DF86-4FFE-9C5D-80ABA41EB752}" destId="{8A7A7AD1-8A38-4A5E-8C70-C1E7C6F1C0FD}" srcOrd="0" destOrd="0" presId="urn:microsoft.com/office/officeart/2005/8/layout/pyramid2"/>
    <dgm:cxn modelId="{BD0B6ACA-480A-4470-BE1A-4EC532BF2E95}" type="presParOf" srcId="{003B0E5B-DF86-4FFE-9C5D-80ABA41EB752}" destId="{71CC26C2-1285-4BCE-9833-7DE8ADB8FF30}" srcOrd="1" destOrd="0" presId="urn:microsoft.com/office/officeart/2005/8/layout/pyramid2"/>
    <dgm:cxn modelId="{09E7E1BC-6015-4AC4-BFF8-CB003AC4148A}" type="presParOf" srcId="{71CC26C2-1285-4BCE-9833-7DE8ADB8FF30}" destId="{2E7AFA1D-8E7C-43C8-BB09-1017BEC43B6B}" srcOrd="0" destOrd="0" presId="urn:microsoft.com/office/officeart/2005/8/layout/pyramid2"/>
    <dgm:cxn modelId="{F7C4A0E5-9484-4CDF-A8EE-1D7C2C510305}" type="presParOf" srcId="{71CC26C2-1285-4BCE-9833-7DE8ADB8FF30}" destId="{C1D9AA90-9A94-451B-8D59-858FB3D19A5C}" srcOrd="1" destOrd="0" presId="urn:microsoft.com/office/officeart/2005/8/layout/pyramid2"/>
    <dgm:cxn modelId="{DD451F4B-C1F3-4770-B0EC-0723422A53D7}" type="presParOf" srcId="{71CC26C2-1285-4BCE-9833-7DE8ADB8FF30}" destId="{09CA6F9B-3EEB-4163-AAB0-C46787F4B9D6}" srcOrd="2" destOrd="0" presId="urn:microsoft.com/office/officeart/2005/8/layout/pyramid2"/>
    <dgm:cxn modelId="{C95961FA-B6C8-42B1-A63C-C04BF8B3B947}" type="presParOf" srcId="{71CC26C2-1285-4BCE-9833-7DE8ADB8FF30}" destId="{D5A527E1-24B2-4CB1-8AE6-9BAA7A64AAF5}" srcOrd="3" destOrd="0" presId="urn:microsoft.com/office/officeart/2005/8/layout/pyramid2"/>
    <dgm:cxn modelId="{A6AA7559-FBFE-4109-8B48-45613D3DBCDA}" type="presParOf" srcId="{71CC26C2-1285-4BCE-9833-7DE8ADB8FF30}" destId="{AD8B56FE-54A0-4BF9-9EF5-EDD698EFC8FF}" srcOrd="4" destOrd="0" presId="urn:microsoft.com/office/officeart/2005/8/layout/pyramid2"/>
    <dgm:cxn modelId="{CEE42A10-B014-4A85-A193-650379C22A96}" type="presParOf" srcId="{71CC26C2-1285-4BCE-9833-7DE8ADB8FF30}" destId="{84819934-E839-4350-A013-721D3D25DD65}" srcOrd="5" destOrd="0" presId="urn:microsoft.com/office/officeart/2005/8/layout/pyramid2"/>
    <dgm:cxn modelId="{FF7C47A8-65AD-4F8E-9ADD-3651D8C38F8E}" type="presParOf" srcId="{71CC26C2-1285-4BCE-9833-7DE8ADB8FF30}" destId="{07D707A0-EB1F-499B-AA58-D96214FA6D0A}" srcOrd="6" destOrd="0" presId="urn:microsoft.com/office/officeart/2005/8/layout/pyramid2"/>
    <dgm:cxn modelId="{C2B0DAA0-D287-4A31-8977-EA875BAEEAD0}" type="presParOf" srcId="{71CC26C2-1285-4BCE-9833-7DE8ADB8FF30}" destId="{C07D3F8C-5B63-40E9-9ACE-988AC203CA02}" srcOrd="7" destOrd="0" presId="urn:microsoft.com/office/officeart/2005/8/layout/pyramid2"/>
    <dgm:cxn modelId="{CB40457F-F7DF-4086-BF0E-D79E0F28E453}" type="presParOf" srcId="{71CC26C2-1285-4BCE-9833-7DE8ADB8FF30}" destId="{D53D3E6E-17D5-49DE-9B2D-69B0DAA4EF0E}" srcOrd="8" destOrd="0" presId="urn:microsoft.com/office/officeart/2005/8/layout/pyramid2"/>
    <dgm:cxn modelId="{2708D7AB-DA3D-4895-97AA-E9A511801691}" type="presParOf" srcId="{71CC26C2-1285-4BCE-9833-7DE8ADB8FF30}" destId="{46363843-3C48-432A-A945-D695A97E94DC}"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D200F69-724C-4221-A514-5EF2A70208FA}" type="doc">
      <dgm:prSet loTypeId="urn:microsoft.com/office/officeart/2005/8/layout/pyramid2" loCatId="pyramid" qsTypeId="urn:microsoft.com/office/officeart/2005/8/quickstyle/3d3#2" qsCatId="3D" csTypeId="urn:microsoft.com/office/officeart/2005/8/colors/accent1_3#2" csCatId="accent1" phldr="1"/>
      <dgm:spPr/>
    </dgm:pt>
    <dgm:pt modelId="{C5094E34-D2AD-40CE-A7E0-8EAED16D359E}">
      <dgm:prSet phldrT="[Texto]" custT="1"/>
      <dgm:spPr/>
      <dgm:t>
        <a:bodyPr/>
        <a:lstStyle/>
        <a:p>
          <a:pPr algn="ctr"/>
          <a:r>
            <a:rPr lang="es-ES" sz="1800" b="1" dirty="0">
              <a:solidFill>
                <a:sysClr val="windowText" lastClr="000000"/>
              </a:solidFill>
            </a:rPr>
            <a:t>Pruebas de mantenimiento</a:t>
          </a:r>
        </a:p>
      </dgm:t>
    </dgm:pt>
    <dgm:pt modelId="{2B28F56D-A01A-4E21-B763-FE51E6EB9930}" type="parTrans" cxnId="{27B834F3-7257-42B9-9DC2-9E5BEB217399}">
      <dgm:prSet/>
      <dgm:spPr/>
      <dgm:t>
        <a:bodyPr/>
        <a:lstStyle/>
        <a:p>
          <a:pPr algn="ctr"/>
          <a:endParaRPr lang="es-ES" sz="1800" b="1">
            <a:solidFill>
              <a:sysClr val="windowText" lastClr="000000"/>
            </a:solidFill>
          </a:endParaRPr>
        </a:p>
      </dgm:t>
    </dgm:pt>
    <dgm:pt modelId="{ABCFC9E9-289A-47A9-970A-7563699412A6}" type="sibTrans" cxnId="{27B834F3-7257-42B9-9DC2-9E5BEB217399}">
      <dgm:prSet/>
      <dgm:spPr/>
      <dgm:t>
        <a:bodyPr/>
        <a:lstStyle/>
        <a:p>
          <a:pPr algn="ctr"/>
          <a:endParaRPr lang="es-ES" sz="1800" b="1">
            <a:solidFill>
              <a:sysClr val="windowText" lastClr="000000"/>
            </a:solidFill>
          </a:endParaRPr>
        </a:p>
      </dgm:t>
    </dgm:pt>
    <dgm:pt modelId="{CE9F4616-DED2-46E9-9402-9E966149A07E}">
      <dgm:prSet phldrT="[Texto]" custT="1"/>
      <dgm:spPr/>
      <dgm:t>
        <a:bodyPr/>
        <a:lstStyle/>
        <a:p>
          <a:pPr algn="ctr"/>
          <a:r>
            <a:rPr lang="es-ES" sz="1800" b="1" dirty="0">
              <a:solidFill>
                <a:sysClr val="windowText" lastClr="000000"/>
              </a:solidFill>
            </a:rPr>
            <a:t>Pruebas de aceptación</a:t>
          </a:r>
        </a:p>
      </dgm:t>
    </dgm:pt>
    <dgm:pt modelId="{F5A4E6C9-205B-4DFF-A807-E10B303F7BF3}" type="parTrans" cxnId="{809514C0-3038-411C-9DA0-743B5BB54C46}">
      <dgm:prSet/>
      <dgm:spPr/>
      <dgm:t>
        <a:bodyPr/>
        <a:lstStyle/>
        <a:p>
          <a:pPr algn="ctr"/>
          <a:endParaRPr lang="es-ES" sz="1800" b="1">
            <a:solidFill>
              <a:sysClr val="windowText" lastClr="000000"/>
            </a:solidFill>
          </a:endParaRPr>
        </a:p>
      </dgm:t>
    </dgm:pt>
    <dgm:pt modelId="{877D44FB-BF98-4576-9953-3E4290660276}" type="sibTrans" cxnId="{809514C0-3038-411C-9DA0-743B5BB54C46}">
      <dgm:prSet/>
      <dgm:spPr/>
      <dgm:t>
        <a:bodyPr/>
        <a:lstStyle/>
        <a:p>
          <a:pPr algn="ctr"/>
          <a:endParaRPr lang="es-ES" sz="1800" b="1">
            <a:solidFill>
              <a:sysClr val="windowText" lastClr="000000"/>
            </a:solidFill>
          </a:endParaRPr>
        </a:p>
      </dgm:t>
    </dgm:pt>
    <dgm:pt modelId="{D1EEF1B4-9459-4026-B8BA-95C77C8B9D81}">
      <dgm:prSet phldrT="[Texto]" custT="1"/>
      <dgm:spPr/>
      <dgm:t>
        <a:bodyPr/>
        <a:lstStyle/>
        <a:p>
          <a:pPr algn="ctr"/>
          <a:r>
            <a:rPr lang="es-ES" sz="1800" b="1" dirty="0">
              <a:solidFill>
                <a:sysClr val="windowText" lastClr="000000"/>
              </a:solidFill>
            </a:rPr>
            <a:t>Pruebas de sistema</a:t>
          </a:r>
        </a:p>
      </dgm:t>
    </dgm:pt>
    <dgm:pt modelId="{647A8EFE-8F67-4D19-B597-3B0B33867859}" type="parTrans" cxnId="{110ACA90-1E48-42D0-A4D4-A3DE3D00EF06}">
      <dgm:prSet/>
      <dgm:spPr/>
      <dgm:t>
        <a:bodyPr/>
        <a:lstStyle/>
        <a:p>
          <a:pPr algn="ctr"/>
          <a:endParaRPr lang="es-ES" sz="1800" b="1">
            <a:solidFill>
              <a:sysClr val="windowText" lastClr="000000"/>
            </a:solidFill>
          </a:endParaRPr>
        </a:p>
      </dgm:t>
    </dgm:pt>
    <dgm:pt modelId="{6B8CAD05-DD41-4BE3-86BE-87F60B6B2C57}" type="sibTrans" cxnId="{110ACA90-1E48-42D0-A4D4-A3DE3D00EF06}">
      <dgm:prSet/>
      <dgm:spPr/>
      <dgm:t>
        <a:bodyPr/>
        <a:lstStyle/>
        <a:p>
          <a:pPr algn="ctr"/>
          <a:endParaRPr lang="es-ES" sz="1800" b="1">
            <a:solidFill>
              <a:sysClr val="windowText" lastClr="000000"/>
            </a:solidFill>
          </a:endParaRPr>
        </a:p>
      </dgm:t>
    </dgm:pt>
    <dgm:pt modelId="{AD5F827F-C10C-42F5-8380-1E02FF1233C7}">
      <dgm:prSet phldrT="[Texto]" custT="1"/>
      <dgm:spPr>
        <a:solidFill>
          <a:srgbClr val="00B050">
            <a:alpha val="90000"/>
          </a:srgbClr>
        </a:solidFill>
      </dgm:spPr>
      <dgm:t>
        <a:bodyPr/>
        <a:lstStyle/>
        <a:p>
          <a:pPr algn="ctr"/>
          <a:r>
            <a:rPr lang="es-ES" sz="1800" b="1" dirty="0">
              <a:solidFill>
                <a:sysClr val="windowText" lastClr="000000"/>
              </a:solidFill>
            </a:rPr>
            <a:t>Pruebas unitarias</a:t>
          </a:r>
        </a:p>
      </dgm:t>
    </dgm:pt>
    <dgm:pt modelId="{8E666BE7-AECA-4637-A4E3-8EAA10B75C3B}" type="parTrans" cxnId="{CAF46B73-2937-438A-BBF7-DBA365614CBD}">
      <dgm:prSet/>
      <dgm:spPr/>
      <dgm:t>
        <a:bodyPr/>
        <a:lstStyle/>
        <a:p>
          <a:pPr algn="ctr"/>
          <a:endParaRPr lang="es-ES" sz="1800" b="1">
            <a:solidFill>
              <a:sysClr val="windowText" lastClr="000000"/>
            </a:solidFill>
          </a:endParaRPr>
        </a:p>
      </dgm:t>
    </dgm:pt>
    <dgm:pt modelId="{BC3DD2E2-1598-4B24-84CD-75DE180F64C2}" type="sibTrans" cxnId="{CAF46B73-2937-438A-BBF7-DBA365614CBD}">
      <dgm:prSet/>
      <dgm:spPr/>
      <dgm:t>
        <a:bodyPr/>
        <a:lstStyle/>
        <a:p>
          <a:pPr algn="ctr"/>
          <a:endParaRPr lang="es-ES" sz="1800" b="1">
            <a:solidFill>
              <a:sysClr val="windowText" lastClr="000000"/>
            </a:solidFill>
          </a:endParaRPr>
        </a:p>
      </dgm:t>
    </dgm:pt>
    <dgm:pt modelId="{C33CD699-366A-48C1-A996-30F33AD223CA}">
      <dgm:prSet phldrT="[Texto]" custT="1"/>
      <dgm:spPr/>
      <dgm:t>
        <a:bodyPr/>
        <a:lstStyle/>
        <a:p>
          <a:pPr algn="ctr"/>
          <a:r>
            <a:rPr lang="es-ES" sz="1800" b="1" dirty="0">
              <a:solidFill>
                <a:sysClr val="windowText" lastClr="000000"/>
              </a:solidFill>
            </a:rPr>
            <a:t>Pruebas de integración</a:t>
          </a:r>
        </a:p>
      </dgm:t>
    </dgm:pt>
    <dgm:pt modelId="{2D4E2A38-ECB1-47A3-B739-9BB9AB617D73}" type="parTrans" cxnId="{B63959A1-FA96-4FB0-A56F-51ACD6F9FDA1}">
      <dgm:prSet/>
      <dgm:spPr/>
      <dgm:t>
        <a:bodyPr/>
        <a:lstStyle/>
        <a:p>
          <a:pPr algn="ctr"/>
          <a:endParaRPr lang="es-ES" sz="1800" b="1">
            <a:solidFill>
              <a:sysClr val="windowText" lastClr="000000"/>
            </a:solidFill>
          </a:endParaRPr>
        </a:p>
      </dgm:t>
    </dgm:pt>
    <dgm:pt modelId="{9573758D-41B9-4E37-8934-EC7185D7D08E}" type="sibTrans" cxnId="{B63959A1-FA96-4FB0-A56F-51ACD6F9FDA1}">
      <dgm:prSet/>
      <dgm:spPr/>
      <dgm:t>
        <a:bodyPr/>
        <a:lstStyle/>
        <a:p>
          <a:pPr algn="ctr"/>
          <a:endParaRPr lang="es-ES" sz="1800" b="1">
            <a:solidFill>
              <a:sysClr val="windowText" lastClr="000000"/>
            </a:solidFill>
          </a:endParaRPr>
        </a:p>
      </dgm:t>
    </dgm:pt>
    <dgm:pt modelId="{003B0E5B-DF86-4FFE-9C5D-80ABA41EB752}" type="pres">
      <dgm:prSet presAssocID="{1D200F69-724C-4221-A514-5EF2A70208FA}" presName="compositeShape" presStyleCnt="0">
        <dgm:presLayoutVars>
          <dgm:dir/>
          <dgm:resizeHandles/>
        </dgm:presLayoutVars>
      </dgm:prSet>
      <dgm:spPr/>
    </dgm:pt>
    <dgm:pt modelId="{8A7A7AD1-8A38-4A5E-8C70-C1E7C6F1C0FD}" type="pres">
      <dgm:prSet presAssocID="{1D200F69-724C-4221-A514-5EF2A70208FA}" presName="pyramid" presStyleLbl="node1" presStyleIdx="0" presStyleCnt="1"/>
      <dgm:spPr/>
    </dgm:pt>
    <dgm:pt modelId="{71CC26C2-1285-4BCE-9833-7DE8ADB8FF30}" type="pres">
      <dgm:prSet presAssocID="{1D200F69-724C-4221-A514-5EF2A70208FA}" presName="theList" presStyleCnt="0"/>
      <dgm:spPr/>
    </dgm:pt>
    <dgm:pt modelId="{2E7AFA1D-8E7C-43C8-BB09-1017BEC43B6B}" type="pres">
      <dgm:prSet presAssocID="{C5094E34-D2AD-40CE-A7E0-8EAED16D359E}" presName="aNode" presStyleLbl="fgAcc1" presStyleIdx="0" presStyleCnt="5" custScaleX="128255" custLinFactNeighborX="7888">
        <dgm:presLayoutVars>
          <dgm:bulletEnabled val="1"/>
        </dgm:presLayoutVars>
      </dgm:prSet>
      <dgm:spPr/>
    </dgm:pt>
    <dgm:pt modelId="{C1D9AA90-9A94-451B-8D59-858FB3D19A5C}" type="pres">
      <dgm:prSet presAssocID="{C5094E34-D2AD-40CE-A7E0-8EAED16D359E}" presName="aSpace" presStyleCnt="0"/>
      <dgm:spPr/>
    </dgm:pt>
    <dgm:pt modelId="{09CA6F9B-3EEB-4163-AAB0-C46787F4B9D6}" type="pres">
      <dgm:prSet presAssocID="{CE9F4616-DED2-46E9-9402-9E966149A07E}" presName="aNode" presStyleLbl="fgAcc1" presStyleIdx="1" presStyleCnt="5" custScaleX="128255" custLinFactNeighborX="7888">
        <dgm:presLayoutVars>
          <dgm:bulletEnabled val="1"/>
        </dgm:presLayoutVars>
      </dgm:prSet>
      <dgm:spPr/>
    </dgm:pt>
    <dgm:pt modelId="{D5A527E1-24B2-4CB1-8AE6-9BAA7A64AAF5}" type="pres">
      <dgm:prSet presAssocID="{CE9F4616-DED2-46E9-9402-9E966149A07E}" presName="aSpace" presStyleCnt="0"/>
      <dgm:spPr/>
    </dgm:pt>
    <dgm:pt modelId="{AD8B56FE-54A0-4BF9-9EF5-EDD698EFC8FF}" type="pres">
      <dgm:prSet presAssocID="{D1EEF1B4-9459-4026-B8BA-95C77C8B9D81}" presName="aNode" presStyleLbl="fgAcc1" presStyleIdx="2" presStyleCnt="5" custScaleX="128255" custLinFactNeighborX="7888">
        <dgm:presLayoutVars>
          <dgm:bulletEnabled val="1"/>
        </dgm:presLayoutVars>
      </dgm:prSet>
      <dgm:spPr/>
    </dgm:pt>
    <dgm:pt modelId="{84819934-E839-4350-A013-721D3D25DD65}" type="pres">
      <dgm:prSet presAssocID="{D1EEF1B4-9459-4026-B8BA-95C77C8B9D81}" presName="aSpace" presStyleCnt="0"/>
      <dgm:spPr/>
    </dgm:pt>
    <dgm:pt modelId="{07D707A0-EB1F-499B-AA58-D96214FA6D0A}" type="pres">
      <dgm:prSet presAssocID="{C33CD699-366A-48C1-A996-30F33AD223CA}" presName="aNode" presStyleLbl="fgAcc1" presStyleIdx="3" presStyleCnt="5" custScaleX="128255" custLinFactNeighborX="7888">
        <dgm:presLayoutVars>
          <dgm:bulletEnabled val="1"/>
        </dgm:presLayoutVars>
      </dgm:prSet>
      <dgm:spPr/>
    </dgm:pt>
    <dgm:pt modelId="{C07D3F8C-5B63-40E9-9ACE-988AC203CA02}" type="pres">
      <dgm:prSet presAssocID="{C33CD699-366A-48C1-A996-30F33AD223CA}" presName="aSpace" presStyleCnt="0"/>
      <dgm:spPr/>
    </dgm:pt>
    <dgm:pt modelId="{D53D3E6E-17D5-49DE-9B2D-69B0DAA4EF0E}" type="pres">
      <dgm:prSet presAssocID="{AD5F827F-C10C-42F5-8380-1E02FF1233C7}" presName="aNode" presStyleLbl="fgAcc1" presStyleIdx="4" presStyleCnt="5" custScaleX="128255" custLinFactNeighborX="7888">
        <dgm:presLayoutVars>
          <dgm:bulletEnabled val="1"/>
        </dgm:presLayoutVars>
      </dgm:prSet>
      <dgm:spPr/>
    </dgm:pt>
    <dgm:pt modelId="{46363843-3C48-432A-A945-D695A97E94DC}" type="pres">
      <dgm:prSet presAssocID="{AD5F827F-C10C-42F5-8380-1E02FF1233C7}" presName="aSpace" presStyleCnt="0"/>
      <dgm:spPr/>
    </dgm:pt>
  </dgm:ptLst>
  <dgm:cxnLst>
    <dgm:cxn modelId="{9C674B1B-E2CA-4480-9D2A-C53E6F648A08}" type="presOf" srcId="{AD5F827F-C10C-42F5-8380-1E02FF1233C7}" destId="{D53D3E6E-17D5-49DE-9B2D-69B0DAA4EF0E}" srcOrd="0" destOrd="0" presId="urn:microsoft.com/office/officeart/2005/8/layout/pyramid2"/>
    <dgm:cxn modelId="{8B75A061-65EE-49AD-A743-B87C3FC08486}" type="presOf" srcId="{CE9F4616-DED2-46E9-9402-9E966149A07E}" destId="{09CA6F9B-3EEB-4163-AAB0-C46787F4B9D6}" srcOrd="0" destOrd="0" presId="urn:microsoft.com/office/officeart/2005/8/layout/pyramid2"/>
    <dgm:cxn modelId="{00969762-E1A7-4F08-BB59-478C266441F8}" type="presOf" srcId="{C5094E34-D2AD-40CE-A7E0-8EAED16D359E}" destId="{2E7AFA1D-8E7C-43C8-BB09-1017BEC43B6B}" srcOrd="0" destOrd="0" presId="urn:microsoft.com/office/officeart/2005/8/layout/pyramid2"/>
    <dgm:cxn modelId="{CAF46B73-2937-438A-BBF7-DBA365614CBD}" srcId="{1D200F69-724C-4221-A514-5EF2A70208FA}" destId="{AD5F827F-C10C-42F5-8380-1E02FF1233C7}" srcOrd="4" destOrd="0" parTransId="{8E666BE7-AECA-4637-A4E3-8EAA10B75C3B}" sibTransId="{BC3DD2E2-1598-4B24-84CD-75DE180F64C2}"/>
    <dgm:cxn modelId="{3627A45A-CCE9-42DE-9537-278D98A4B44B}" type="presOf" srcId="{1D200F69-724C-4221-A514-5EF2A70208FA}" destId="{003B0E5B-DF86-4FFE-9C5D-80ABA41EB752}" srcOrd="0" destOrd="0" presId="urn:microsoft.com/office/officeart/2005/8/layout/pyramid2"/>
    <dgm:cxn modelId="{110ACA90-1E48-42D0-A4D4-A3DE3D00EF06}" srcId="{1D200F69-724C-4221-A514-5EF2A70208FA}" destId="{D1EEF1B4-9459-4026-B8BA-95C77C8B9D81}" srcOrd="2" destOrd="0" parTransId="{647A8EFE-8F67-4D19-B597-3B0B33867859}" sibTransId="{6B8CAD05-DD41-4BE3-86BE-87F60B6B2C57}"/>
    <dgm:cxn modelId="{B63959A1-FA96-4FB0-A56F-51ACD6F9FDA1}" srcId="{1D200F69-724C-4221-A514-5EF2A70208FA}" destId="{C33CD699-366A-48C1-A996-30F33AD223CA}" srcOrd="3" destOrd="0" parTransId="{2D4E2A38-ECB1-47A3-B739-9BB9AB617D73}" sibTransId="{9573758D-41B9-4E37-8934-EC7185D7D08E}"/>
    <dgm:cxn modelId="{878BE1B3-6830-407F-AA63-B273E815350D}" type="presOf" srcId="{D1EEF1B4-9459-4026-B8BA-95C77C8B9D81}" destId="{AD8B56FE-54A0-4BF9-9EF5-EDD698EFC8FF}" srcOrd="0" destOrd="0" presId="urn:microsoft.com/office/officeart/2005/8/layout/pyramid2"/>
    <dgm:cxn modelId="{809514C0-3038-411C-9DA0-743B5BB54C46}" srcId="{1D200F69-724C-4221-A514-5EF2A70208FA}" destId="{CE9F4616-DED2-46E9-9402-9E966149A07E}" srcOrd="1" destOrd="0" parTransId="{F5A4E6C9-205B-4DFF-A807-E10B303F7BF3}" sibTransId="{877D44FB-BF98-4576-9953-3E4290660276}"/>
    <dgm:cxn modelId="{797234EA-362F-43A8-8D3E-5FC57001C75E}" type="presOf" srcId="{C33CD699-366A-48C1-A996-30F33AD223CA}" destId="{07D707A0-EB1F-499B-AA58-D96214FA6D0A}" srcOrd="0" destOrd="0" presId="urn:microsoft.com/office/officeart/2005/8/layout/pyramid2"/>
    <dgm:cxn modelId="{27B834F3-7257-42B9-9DC2-9E5BEB217399}" srcId="{1D200F69-724C-4221-A514-5EF2A70208FA}" destId="{C5094E34-D2AD-40CE-A7E0-8EAED16D359E}" srcOrd="0" destOrd="0" parTransId="{2B28F56D-A01A-4E21-B763-FE51E6EB9930}" sibTransId="{ABCFC9E9-289A-47A9-970A-7563699412A6}"/>
    <dgm:cxn modelId="{AAD94B40-D0DA-4887-9B95-6F744B16E68D}" type="presParOf" srcId="{003B0E5B-DF86-4FFE-9C5D-80ABA41EB752}" destId="{8A7A7AD1-8A38-4A5E-8C70-C1E7C6F1C0FD}" srcOrd="0" destOrd="0" presId="urn:microsoft.com/office/officeart/2005/8/layout/pyramid2"/>
    <dgm:cxn modelId="{BD0B6ACA-480A-4470-BE1A-4EC532BF2E95}" type="presParOf" srcId="{003B0E5B-DF86-4FFE-9C5D-80ABA41EB752}" destId="{71CC26C2-1285-4BCE-9833-7DE8ADB8FF30}" srcOrd="1" destOrd="0" presId="urn:microsoft.com/office/officeart/2005/8/layout/pyramid2"/>
    <dgm:cxn modelId="{09E7E1BC-6015-4AC4-BFF8-CB003AC4148A}" type="presParOf" srcId="{71CC26C2-1285-4BCE-9833-7DE8ADB8FF30}" destId="{2E7AFA1D-8E7C-43C8-BB09-1017BEC43B6B}" srcOrd="0" destOrd="0" presId="urn:microsoft.com/office/officeart/2005/8/layout/pyramid2"/>
    <dgm:cxn modelId="{F7C4A0E5-9484-4CDF-A8EE-1D7C2C510305}" type="presParOf" srcId="{71CC26C2-1285-4BCE-9833-7DE8ADB8FF30}" destId="{C1D9AA90-9A94-451B-8D59-858FB3D19A5C}" srcOrd="1" destOrd="0" presId="urn:microsoft.com/office/officeart/2005/8/layout/pyramid2"/>
    <dgm:cxn modelId="{DD451F4B-C1F3-4770-B0EC-0723422A53D7}" type="presParOf" srcId="{71CC26C2-1285-4BCE-9833-7DE8ADB8FF30}" destId="{09CA6F9B-3EEB-4163-AAB0-C46787F4B9D6}" srcOrd="2" destOrd="0" presId="urn:microsoft.com/office/officeart/2005/8/layout/pyramid2"/>
    <dgm:cxn modelId="{C95961FA-B6C8-42B1-A63C-C04BF8B3B947}" type="presParOf" srcId="{71CC26C2-1285-4BCE-9833-7DE8ADB8FF30}" destId="{D5A527E1-24B2-4CB1-8AE6-9BAA7A64AAF5}" srcOrd="3" destOrd="0" presId="urn:microsoft.com/office/officeart/2005/8/layout/pyramid2"/>
    <dgm:cxn modelId="{A6AA7559-FBFE-4109-8B48-45613D3DBCDA}" type="presParOf" srcId="{71CC26C2-1285-4BCE-9833-7DE8ADB8FF30}" destId="{AD8B56FE-54A0-4BF9-9EF5-EDD698EFC8FF}" srcOrd="4" destOrd="0" presId="urn:microsoft.com/office/officeart/2005/8/layout/pyramid2"/>
    <dgm:cxn modelId="{CEE42A10-B014-4A85-A193-650379C22A96}" type="presParOf" srcId="{71CC26C2-1285-4BCE-9833-7DE8ADB8FF30}" destId="{84819934-E839-4350-A013-721D3D25DD65}" srcOrd="5" destOrd="0" presId="urn:microsoft.com/office/officeart/2005/8/layout/pyramid2"/>
    <dgm:cxn modelId="{FF7C47A8-65AD-4F8E-9ADD-3651D8C38F8E}" type="presParOf" srcId="{71CC26C2-1285-4BCE-9833-7DE8ADB8FF30}" destId="{07D707A0-EB1F-499B-AA58-D96214FA6D0A}" srcOrd="6" destOrd="0" presId="urn:microsoft.com/office/officeart/2005/8/layout/pyramid2"/>
    <dgm:cxn modelId="{C2B0DAA0-D287-4A31-8977-EA875BAEEAD0}" type="presParOf" srcId="{71CC26C2-1285-4BCE-9833-7DE8ADB8FF30}" destId="{C07D3F8C-5B63-40E9-9ACE-988AC203CA02}" srcOrd="7" destOrd="0" presId="urn:microsoft.com/office/officeart/2005/8/layout/pyramid2"/>
    <dgm:cxn modelId="{CB40457F-F7DF-4086-BF0E-D79E0F28E453}" type="presParOf" srcId="{71CC26C2-1285-4BCE-9833-7DE8ADB8FF30}" destId="{D53D3E6E-17D5-49DE-9B2D-69B0DAA4EF0E}" srcOrd="8" destOrd="0" presId="urn:microsoft.com/office/officeart/2005/8/layout/pyramid2"/>
    <dgm:cxn modelId="{2708D7AB-DA3D-4895-97AA-E9A511801691}" type="presParOf" srcId="{71CC26C2-1285-4BCE-9833-7DE8ADB8FF30}" destId="{46363843-3C48-432A-A945-D695A97E94DC}"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B697DC8-0966-4817-B827-7C6B29A16B38}" type="doc">
      <dgm:prSet loTypeId="urn:microsoft.com/office/officeart/2018/2/layout/IconVerticalSolidList" loCatId="icon" qsTypeId="urn:microsoft.com/office/officeart/2005/8/quickstyle/simple1#3" qsCatId="simple" csTypeId="urn:microsoft.com/office/officeart/2005/8/colors/accent1_2#2" csCatId="accent1" phldr="1"/>
      <dgm:spPr/>
      <dgm:t>
        <a:bodyPr/>
        <a:lstStyle/>
        <a:p>
          <a:endParaRPr lang="en-US"/>
        </a:p>
      </dgm:t>
    </dgm:pt>
    <dgm:pt modelId="{FCB8545C-92B5-47FA-96BF-483BF977D5AE}">
      <dgm:prSet custT="1"/>
      <dgm:spPr/>
      <dgm:t>
        <a:bodyPr/>
        <a:lstStyle/>
        <a:p>
          <a:pPr>
            <a:lnSpc>
              <a:spcPct val="100000"/>
            </a:lnSpc>
          </a:pPr>
          <a:r>
            <a:rPr lang="es-CR" sz="2800" dirty="0"/>
            <a:t>Las pruebas unitarias intentan </a:t>
          </a:r>
          <a:r>
            <a:rPr lang="es-CR" sz="2800" b="1" dirty="0"/>
            <a:t>asegurar que cada unidad cumple con las especificaciones antes de integrarlas </a:t>
          </a:r>
          <a:r>
            <a:rPr lang="es-CR" sz="2800" dirty="0"/>
            <a:t>con otras unidades. </a:t>
          </a:r>
          <a:endParaRPr lang="en-US" sz="2800" dirty="0"/>
        </a:p>
      </dgm:t>
    </dgm:pt>
    <dgm:pt modelId="{5B47299D-18A1-43F0-B856-4E1FC6F09D91}" type="parTrans" cxnId="{83E63A12-3BB5-4CB6-9CD8-8FEEF6885EAD}">
      <dgm:prSet/>
      <dgm:spPr/>
      <dgm:t>
        <a:bodyPr/>
        <a:lstStyle/>
        <a:p>
          <a:endParaRPr lang="en-US" sz="2000"/>
        </a:p>
      </dgm:t>
    </dgm:pt>
    <dgm:pt modelId="{0ADBADFF-6F8C-4BBD-9291-2FD91A29DD69}" type="sibTrans" cxnId="{83E63A12-3BB5-4CB6-9CD8-8FEEF6885EAD}">
      <dgm:prSet/>
      <dgm:spPr/>
      <dgm:t>
        <a:bodyPr/>
        <a:lstStyle/>
        <a:p>
          <a:endParaRPr lang="en-US" sz="2000"/>
        </a:p>
      </dgm:t>
    </dgm:pt>
    <dgm:pt modelId="{CA1CBCB6-84B5-4106-9061-68C0FE4D6629}">
      <dgm:prSet custT="1"/>
      <dgm:spPr/>
      <dgm:t>
        <a:bodyPr/>
        <a:lstStyle/>
        <a:p>
          <a:pPr>
            <a:lnSpc>
              <a:spcPct val="100000"/>
            </a:lnSpc>
          </a:pPr>
          <a:r>
            <a:rPr lang="es-CR" sz="2800"/>
            <a:t>Estas pruebas </a:t>
          </a:r>
          <a:r>
            <a:rPr lang="es-CR" sz="2800" b="1"/>
            <a:t>son realizadas por el propio desarrollador </a:t>
          </a:r>
          <a:r>
            <a:rPr lang="es-CR" sz="2800"/>
            <a:t>a la par del diseño y la construcción del módulo.</a:t>
          </a:r>
          <a:endParaRPr lang="en-US" sz="2800"/>
        </a:p>
      </dgm:t>
    </dgm:pt>
    <dgm:pt modelId="{C4BCD72D-F2CA-4116-8FDF-34AB2DF3639E}" type="parTrans" cxnId="{A6D3F353-2BFA-473A-809B-F9CBCAB49DEA}">
      <dgm:prSet/>
      <dgm:spPr/>
      <dgm:t>
        <a:bodyPr/>
        <a:lstStyle/>
        <a:p>
          <a:endParaRPr lang="en-US" sz="2000"/>
        </a:p>
      </dgm:t>
    </dgm:pt>
    <dgm:pt modelId="{8FF7974C-86E7-4151-8892-840ADC1CF207}" type="sibTrans" cxnId="{A6D3F353-2BFA-473A-809B-F9CBCAB49DEA}">
      <dgm:prSet/>
      <dgm:spPr/>
      <dgm:t>
        <a:bodyPr/>
        <a:lstStyle/>
        <a:p>
          <a:endParaRPr lang="en-US" sz="2000"/>
        </a:p>
      </dgm:t>
    </dgm:pt>
    <dgm:pt modelId="{361D73C8-BAE8-4A98-85AD-D4A884438964}" type="pres">
      <dgm:prSet presAssocID="{8B697DC8-0966-4817-B827-7C6B29A16B38}" presName="root" presStyleCnt="0">
        <dgm:presLayoutVars>
          <dgm:dir/>
          <dgm:resizeHandles val="exact"/>
        </dgm:presLayoutVars>
      </dgm:prSet>
      <dgm:spPr/>
    </dgm:pt>
    <dgm:pt modelId="{A316F3CA-7D7B-441B-A155-644CAFCA9ED8}" type="pres">
      <dgm:prSet presAssocID="{FCB8545C-92B5-47FA-96BF-483BF977D5AE}" presName="compNode" presStyleCnt="0"/>
      <dgm:spPr/>
    </dgm:pt>
    <dgm:pt modelId="{9D522475-E4A6-4932-AE3F-8E47B753B412}" type="pres">
      <dgm:prSet presAssocID="{FCB8545C-92B5-47FA-96BF-483BF977D5AE}" presName="bgRect" presStyleLbl="bgShp" presStyleIdx="0" presStyleCnt="2"/>
      <dgm:spPr/>
    </dgm:pt>
    <dgm:pt modelId="{642AB08D-9301-4873-B196-01D2BF3A01BD}" type="pres">
      <dgm:prSet presAssocID="{FCB8545C-92B5-47FA-96BF-483BF977D5A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rca de verificación"/>
        </a:ext>
      </dgm:extLst>
    </dgm:pt>
    <dgm:pt modelId="{158EFED6-B337-4497-B923-CDC81E48F0C3}" type="pres">
      <dgm:prSet presAssocID="{FCB8545C-92B5-47FA-96BF-483BF977D5AE}" presName="spaceRect" presStyleCnt="0"/>
      <dgm:spPr/>
    </dgm:pt>
    <dgm:pt modelId="{AC2A263C-93FA-4141-8417-E7C9C1947532}" type="pres">
      <dgm:prSet presAssocID="{FCB8545C-92B5-47FA-96BF-483BF977D5AE}" presName="parTx" presStyleLbl="revTx" presStyleIdx="0" presStyleCnt="2">
        <dgm:presLayoutVars>
          <dgm:chMax val="0"/>
          <dgm:chPref val="0"/>
        </dgm:presLayoutVars>
      </dgm:prSet>
      <dgm:spPr/>
    </dgm:pt>
    <dgm:pt modelId="{847838E2-0C9F-4EFA-8BA2-0CD25374D4C1}" type="pres">
      <dgm:prSet presAssocID="{0ADBADFF-6F8C-4BBD-9291-2FD91A29DD69}" presName="sibTrans" presStyleCnt="0"/>
      <dgm:spPr/>
    </dgm:pt>
    <dgm:pt modelId="{363BBFAF-A19D-4E13-AC2C-4DF7D6005197}" type="pres">
      <dgm:prSet presAssocID="{CA1CBCB6-84B5-4106-9061-68C0FE4D6629}" presName="compNode" presStyleCnt="0"/>
      <dgm:spPr/>
    </dgm:pt>
    <dgm:pt modelId="{D1A32305-0397-4DBA-BD82-4ED73F8E94E4}" type="pres">
      <dgm:prSet presAssocID="{CA1CBCB6-84B5-4106-9061-68C0FE4D6629}" presName="bgRect" presStyleLbl="bgShp" presStyleIdx="1" presStyleCnt="2"/>
      <dgm:spPr/>
    </dgm:pt>
    <dgm:pt modelId="{E5F282F3-4FAF-4159-8621-E3A75B54A359}" type="pres">
      <dgm:prSet presAssocID="{CA1CBCB6-84B5-4106-9061-68C0FE4D6629}"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rramientas"/>
        </a:ext>
      </dgm:extLst>
    </dgm:pt>
    <dgm:pt modelId="{3EFEE841-01C3-4C84-A5E1-6262C71715B7}" type="pres">
      <dgm:prSet presAssocID="{CA1CBCB6-84B5-4106-9061-68C0FE4D6629}" presName="spaceRect" presStyleCnt="0"/>
      <dgm:spPr/>
    </dgm:pt>
    <dgm:pt modelId="{AC62158F-D89E-4231-9F8F-B6E35067D50D}" type="pres">
      <dgm:prSet presAssocID="{CA1CBCB6-84B5-4106-9061-68C0FE4D6629}" presName="parTx" presStyleLbl="revTx" presStyleIdx="1" presStyleCnt="2">
        <dgm:presLayoutVars>
          <dgm:chMax val="0"/>
          <dgm:chPref val="0"/>
        </dgm:presLayoutVars>
      </dgm:prSet>
      <dgm:spPr/>
    </dgm:pt>
  </dgm:ptLst>
  <dgm:cxnLst>
    <dgm:cxn modelId="{83E63A12-3BB5-4CB6-9CD8-8FEEF6885EAD}" srcId="{8B697DC8-0966-4817-B827-7C6B29A16B38}" destId="{FCB8545C-92B5-47FA-96BF-483BF977D5AE}" srcOrd="0" destOrd="0" parTransId="{5B47299D-18A1-43F0-B856-4E1FC6F09D91}" sibTransId="{0ADBADFF-6F8C-4BBD-9291-2FD91A29DD69}"/>
    <dgm:cxn modelId="{A6D3F353-2BFA-473A-809B-F9CBCAB49DEA}" srcId="{8B697DC8-0966-4817-B827-7C6B29A16B38}" destId="{CA1CBCB6-84B5-4106-9061-68C0FE4D6629}" srcOrd="1" destOrd="0" parTransId="{C4BCD72D-F2CA-4116-8FDF-34AB2DF3639E}" sibTransId="{8FF7974C-86E7-4151-8892-840ADC1CF207}"/>
    <dgm:cxn modelId="{C715CF5A-D3DC-45BE-942A-2DB1FF35B0E6}" type="presOf" srcId="{CA1CBCB6-84B5-4106-9061-68C0FE4D6629}" destId="{AC62158F-D89E-4231-9F8F-B6E35067D50D}" srcOrd="0" destOrd="0" presId="urn:microsoft.com/office/officeart/2018/2/layout/IconVerticalSolidList"/>
    <dgm:cxn modelId="{4D462281-4516-4499-9091-A5CD35748ADC}" type="presOf" srcId="{8B697DC8-0966-4817-B827-7C6B29A16B38}" destId="{361D73C8-BAE8-4A98-85AD-D4A884438964}" srcOrd="0" destOrd="0" presId="urn:microsoft.com/office/officeart/2018/2/layout/IconVerticalSolidList"/>
    <dgm:cxn modelId="{D319059E-9230-4211-B7D7-B048519C2EDB}" type="presOf" srcId="{FCB8545C-92B5-47FA-96BF-483BF977D5AE}" destId="{AC2A263C-93FA-4141-8417-E7C9C1947532}" srcOrd="0" destOrd="0" presId="urn:microsoft.com/office/officeart/2018/2/layout/IconVerticalSolidList"/>
    <dgm:cxn modelId="{B0CF758F-C819-4F0B-807F-7086E924B702}" type="presParOf" srcId="{361D73C8-BAE8-4A98-85AD-D4A884438964}" destId="{A316F3CA-7D7B-441B-A155-644CAFCA9ED8}" srcOrd="0" destOrd="0" presId="urn:microsoft.com/office/officeart/2018/2/layout/IconVerticalSolidList"/>
    <dgm:cxn modelId="{69725A22-98B3-4BF9-B205-CD945B49F835}" type="presParOf" srcId="{A316F3CA-7D7B-441B-A155-644CAFCA9ED8}" destId="{9D522475-E4A6-4932-AE3F-8E47B753B412}" srcOrd="0" destOrd="0" presId="urn:microsoft.com/office/officeart/2018/2/layout/IconVerticalSolidList"/>
    <dgm:cxn modelId="{FE2872BA-59F8-4E9B-9524-DEB6C20F76D9}" type="presParOf" srcId="{A316F3CA-7D7B-441B-A155-644CAFCA9ED8}" destId="{642AB08D-9301-4873-B196-01D2BF3A01BD}" srcOrd="1" destOrd="0" presId="urn:microsoft.com/office/officeart/2018/2/layout/IconVerticalSolidList"/>
    <dgm:cxn modelId="{C9A2EA38-99FF-48B8-AAC1-8281C80B1BD3}" type="presParOf" srcId="{A316F3CA-7D7B-441B-A155-644CAFCA9ED8}" destId="{158EFED6-B337-4497-B923-CDC81E48F0C3}" srcOrd="2" destOrd="0" presId="urn:microsoft.com/office/officeart/2018/2/layout/IconVerticalSolidList"/>
    <dgm:cxn modelId="{34BF2284-97D8-4D61-BCC2-A524D770D569}" type="presParOf" srcId="{A316F3CA-7D7B-441B-A155-644CAFCA9ED8}" destId="{AC2A263C-93FA-4141-8417-E7C9C1947532}" srcOrd="3" destOrd="0" presId="urn:microsoft.com/office/officeart/2018/2/layout/IconVerticalSolidList"/>
    <dgm:cxn modelId="{2BA28FD3-27B2-4C0C-B790-3115A772A7BE}" type="presParOf" srcId="{361D73C8-BAE8-4A98-85AD-D4A884438964}" destId="{847838E2-0C9F-4EFA-8BA2-0CD25374D4C1}" srcOrd="1" destOrd="0" presId="urn:microsoft.com/office/officeart/2018/2/layout/IconVerticalSolidList"/>
    <dgm:cxn modelId="{24D33E32-B721-47B3-84A0-06CA866C0991}" type="presParOf" srcId="{361D73C8-BAE8-4A98-85AD-D4A884438964}" destId="{363BBFAF-A19D-4E13-AC2C-4DF7D6005197}" srcOrd="2" destOrd="0" presId="urn:microsoft.com/office/officeart/2018/2/layout/IconVerticalSolidList"/>
    <dgm:cxn modelId="{4F1BBBC3-B287-44DE-B5CE-C43EA5D36024}" type="presParOf" srcId="{363BBFAF-A19D-4E13-AC2C-4DF7D6005197}" destId="{D1A32305-0397-4DBA-BD82-4ED73F8E94E4}" srcOrd="0" destOrd="0" presId="urn:microsoft.com/office/officeart/2018/2/layout/IconVerticalSolidList"/>
    <dgm:cxn modelId="{925842D5-C582-48D5-B6C4-FF66FE17F315}" type="presParOf" srcId="{363BBFAF-A19D-4E13-AC2C-4DF7D6005197}" destId="{E5F282F3-4FAF-4159-8621-E3A75B54A359}" srcOrd="1" destOrd="0" presId="urn:microsoft.com/office/officeart/2018/2/layout/IconVerticalSolidList"/>
    <dgm:cxn modelId="{E31D6E12-1684-4135-AB59-FAC998FAA874}" type="presParOf" srcId="{363BBFAF-A19D-4E13-AC2C-4DF7D6005197}" destId="{3EFEE841-01C3-4C84-A5E1-6262C71715B7}" srcOrd="2" destOrd="0" presId="urn:microsoft.com/office/officeart/2018/2/layout/IconVerticalSolidList"/>
    <dgm:cxn modelId="{5F31E3AA-6A91-40EB-BC7B-FFD386A1FA58}" type="presParOf" srcId="{363BBFAF-A19D-4E13-AC2C-4DF7D6005197}" destId="{AC62158F-D89E-4231-9F8F-B6E35067D50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D200F69-724C-4221-A514-5EF2A70208FA}" type="doc">
      <dgm:prSet loTypeId="urn:microsoft.com/office/officeart/2005/8/layout/pyramid2" loCatId="pyramid" qsTypeId="urn:microsoft.com/office/officeart/2005/8/quickstyle/3d3#3" qsCatId="3D" csTypeId="urn:microsoft.com/office/officeart/2005/8/colors/accent1_3#3" csCatId="accent1" phldr="1"/>
      <dgm:spPr/>
    </dgm:pt>
    <dgm:pt modelId="{C5094E34-D2AD-40CE-A7E0-8EAED16D359E}">
      <dgm:prSet phldrT="[Texto]" custT="1"/>
      <dgm:spPr/>
      <dgm:t>
        <a:bodyPr/>
        <a:lstStyle/>
        <a:p>
          <a:pPr algn="ctr"/>
          <a:r>
            <a:rPr lang="es-ES" sz="1800" b="1" dirty="0">
              <a:solidFill>
                <a:sysClr val="windowText" lastClr="000000"/>
              </a:solidFill>
            </a:rPr>
            <a:t>Pruebas de mantenimiento</a:t>
          </a:r>
        </a:p>
      </dgm:t>
    </dgm:pt>
    <dgm:pt modelId="{2B28F56D-A01A-4E21-B763-FE51E6EB9930}" type="parTrans" cxnId="{27B834F3-7257-42B9-9DC2-9E5BEB217399}">
      <dgm:prSet/>
      <dgm:spPr/>
      <dgm:t>
        <a:bodyPr/>
        <a:lstStyle/>
        <a:p>
          <a:pPr algn="ctr"/>
          <a:endParaRPr lang="es-ES" sz="1800" b="1">
            <a:solidFill>
              <a:sysClr val="windowText" lastClr="000000"/>
            </a:solidFill>
          </a:endParaRPr>
        </a:p>
      </dgm:t>
    </dgm:pt>
    <dgm:pt modelId="{ABCFC9E9-289A-47A9-970A-7563699412A6}" type="sibTrans" cxnId="{27B834F3-7257-42B9-9DC2-9E5BEB217399}">
      <dgm:prSet/>
      <dgm:spPr/>
      <dgm:t>
        <a:bodyPr/>
        <a:lstStyle/>
        <a:p>
          <a:pPr algn="ctr"/>
          <a:endParaRPr lang="es-ES" sz="1800" b="1">
            <a:solidFill>
              <a:sysClr val="windowText" lastClr="000000"/>
            </a:solidFill>
          </a:endParaRPr>
        </a:p>
      </dgm:t>
    </dgm:pt>
    <dgm:pt modelId="{CE9F4616-DED2-46E9-9402-9E966149A07E}">
      <dgm:prSet phldrT="[Texto]" custT="1"/>
      <dgm:spPr/>
      <dgm:t>
        <a:bodyPr/>
        <a:lstStyle/>
        <a:p>
          <a:pPr algn="ctr"/>
          <a:r>
            <a:rPr lang="es-ES" sz="1800" b="1" dirty="0">
              <a:solidFill>
                <a:sysClr val="windowText" lastClr="000000"/>
              </a:solidFill>
            </a:rPr>
            <a:t>Pruebas de aceptación</a:t>
          </a:r>
        </a:p>
      </dgm:t>
    </dgm:pt>
    <dgm:pt modelId="{F5A4E6C9-205B-4DFF-A807-E10B303F7BF3}" type="parTrans" cxnId="{809514C0-3038-411C-9DA0-743B5BB54C46}">
      <dgm:prSet/>
      <dgm:spPr/>
      <dgm:t>
        <a:bodyPr/>
        <a:lstStyle/>
        <a:p>
          <a:pPr algn="ctr"/>
          <a:endParaRPr lang="es-ES" sz="1800" b="1">
            <a:solidFill>
              <a:sysClr val="windowText" lastClr="000000"/>
            </a:solidFill>
          </a:endParaRPr>
        </a:p>
      </dgm:t>
    </dgm:pt>
    <dgm:pt modelId="{877D44FB-BF98-4576-9953-3E4290660276}" type="sibTrans" cxnId="{809514C0-3038-411C-9DA0-743B5BB54C46}">
      <dgm:prSet/>
      <dgm:spPr/>
      <dgm:t>
        <a:bodyPr/>
        <a:lstStyle/>
        <a:p>
          <a:pPr algn="ctr"/>
          <a:endParaRPr lang="es-ES" sz="1800" b="1">
            <a:solidFill>
              <a:sysClr val="windowText" lastClr="000000"/>
            </a:solidFill>
          </a:endParaRPr>
        </a:p>
      </dgm:t>
    </dgm:pt>
    <dgm:pt modelId="{D1EEF1B4-9459-4026-B8BA-95C77C8B9D81}">
      <dgm:prSet phldrT="[Texto]" custT="1"/>
      <dgm:spPr/>
      <dgm:t>
        <a:bodyPr/>
        <a:lstStyle/>
        <a:p>
          <a:pPr algn="ctr"/>
          <a:r>
            <a:rPr lang="es-ES" sz="1800" b="1" dirty="0">
              <a:solidFill>
                <a:sysClr val="windowText" lastClr="000000"/>
              </a:solidFill>
            </a:rPr>
            <a:t>Pruebas de sistema</a:t>
          </a:r>
        </a:p>
      </dgm:t>
    </dgm:pt>
    <dgm:pt modelId="{647A8EFE-8F67-4D19-B597-3B0B33867859}" type="parTrans" cxnId="{110ACA90-1E48-42D0-A4D4-A3DE3D00EF06}">
      <dgm:prSet/>
      <dgm:spPr/>
      <dgm:t>
        <a:bodyPr/>
        <a:lstStyle/>
        <a:p>
          <a:pPr algn="ctr"/>
          <a:endParaRPr lang="es-ES" sz="1800" b="1">
            <a:solidFill>
              <a:sysClr val="windowText" lastClr="000000"/>
            </a:solidFill>
          </a:endParaRPr>
        </a:p>
      </dgm:t>
    </dgm:pt>
    <dgm:pt modelId="{6B8CAD05-DD41-4BE3-86BE-87F60B6B2C57}" type="sibTrans" cxnId="{110ACA90-1E48-42D0-A4D4-A3DE3D00EF06}">
      <dgm:prSet/>
      <dgm:spPr/>
      <dgm:t>
        <a:bodyPr/>
        <a:lstStyle/>
        <a:p>
          <a:pPr algn="ctr"/>
          <a:endParaRPr lang="es-ES" sz="1800" b="1">
            <a:solidFill>
              <a:sysClr val="windowText" lastClr="000000"/>
            </a:solidFill>
          </a:endParaRPr>
        </a:p>
      </dgm:t>
    </dgm:pt>
    <dgm:pt modelId="{AD5F827F-C10C-42F5-8380-1E02FF1233C7}">
      <dgm:prSet phldrT="[Texto]" custT="1"/>
      <dgm:spPr/>
      <dgm:t>
        <a:bodyPr/>
        <a:lstStyle/>
        <a:p>
          <a:pPr algn="ctr"/>
          <a:r>
            <a:rPr lang="es-ES" sz="1800" b="1" dirty="0">
              <a:solidFill>
                <a:sysClr val="windowText" lastClr="000000"/>
              </a:solidFill>
            </a:rPr>
            <a:t>Pruebas unitarias</a:t>
          </a:r>
        </a:p>
      </dgm:t>
    </dgm:pt>
    <dgm:pt modelId="{8E666BE7-AECA-4637-A4E3-8EAA10B75C3B}" type="parTrans" cxnId="{CAF46B73-2937-438A-BBF7-DBA365614CBD}">
      <dgm:prSet/>
      <dgm:spPr/>
      <dgm:t>
        <a:bodyPr/>
        <a:lstStyle/>
        <a:p>
          <a:pPr algn="ctr"/>
          <a:endParaRPr lang="es-ES" sz="1800" b="1">
            <a:solidFill>
              <a:sysClr val="windowText" lastClr="000000"/>
            </a:solidFill>
          </a:endParaRPr>
        </a:p>
      </dgm:t>
    </dgm:pt>
    <dgm:pt modelId="{BC3DD2E2-1598-4B24-84CD-75DE180F64C2}" type="sibTrans" cxnId="{CAF46B73-2937-438A-BBF7-DBA365614CBD}">
      <dgm:prSet/>
      <dgm:spPr/>
      <dgm:t>
        <a:bodyPr/>
        <a:lstStyle/>
        <a:p>
          <a:pPr algn="ctr"/>
          <a:endParaRPr lang="es-ES" sz="1800" b="1">
            <a:solidFill>
              <a:sysClr val="windowText" lastClr="000000"/>
            </a:solidFill>
          </a:endParaRPr>
        </a:p>
      </dgm:t>
    </dgm:pt>
    <dgm:pt modelId="{C33CD699-366A-48C1-A996-30F33AD223CA}">
      <dgm:prSet phldrT="[Texto]" custT="1"/>
      <dgm:spPr>
        <a:solidFill>
          <a:srgbClr val="00B050">
            <a:alpha val="90000"/>
          </a:srgbClr>
        </a:solidFill>
      </dgm:spPr>
      <dgm:t>
        <a:bodyPr/>
        <a:lstStyle/>
        <a:p>
          <a:pPr algn="ctr"/>
          <a:r>
            <a:rPr lang="es-ES" sz="1800" b="1" dirty="0">
              <a:solidFill>
                <a:sysClr val="windowText" lastClr="000000"/>
              </a:solidFill>
            </a:rPr>
            <a:t>Pruebas de integración</a:t>
          </a:r>
        </a:p>
      </dgm:t>
    </dgm:pt>
    <dgm:pt modelId="{2D4E2A38-ECB1-47A3-B739-9BB9AB617D73}" type="parTrans" cxnId="{B63959A1-FA96-4FB0-A56F-51ACD6F9FDA1}">
      <dgm:prSet/>
      <dgm:spPr/>
      <dgm:t>
        <a:bodyPr/>
        <a:lstStyle/>
        <a:p>
          <a:pPr algn="ctr"/>
          <a:endParaRPr lang="es-ES" sz="1800" b="1">
            <a:solidFill>
              <a:sysClr val="windowText" lastClr="000000"/>
            </a:solidFill>
          </a:endParaRPr>
        </a:p>
      </dgm:t>
    </dgm:pt>
    <dgm:pt modelId="{9573758D-41B9-4E37-8934-EC7185D7D08E}" type="sibTrans" cxnId="{B63959A1-FA96-4FB0-A56F-51ACD6F9FDA1}">
      <dgm:prSet/>
      <dgm:spPr/>
      <dgm:t>
        <a:bodyPr/>
        <a:lstStyle/>
        <a:p>
          <a:pPr algn="ctr"/>
          <a:endParaRPr lang="es-ES" sz="1800" b="1">
            <a:solidFill>
              <a:sysClr val="windowText" lastClr="000000"/>
            </a:solidFill>
          </a:endParaRPr>
        </a:p>
      </dgm:t>
    </dgm:pt>
    <dgm:pt modelId="{003B0E5B-DF86-4FFE-9C5D-80ABA41EB752}" type="pres">
      <dgm:prSet presAssocID="{1D200F69-724C-4221-A514-5EF2A70208FA}" presName="compositeShape" presStyleCnt="0">
        <dgm:presLayoutVars>
          <dgm:dir/>
          <dgm:resizeHandles/>
        </dgm:presLayoutVars>
      </dgm:prSet>
      <dgm:spPr/>
    </dgm:pt>
    <dgm:pt modelId="{8A7A7AD1-8A38-4A5E-8C70-C1E7C6F1C0FD}" type="pres">
      <dgm:prSet presAssocID="{1D200F69-724C-4221-A514-5EF2A70208FA}" presName="pyramid" presStyleLbl="node1" presStyleIdx="0" presStyleCnt="1"/>
      <dgm:spPr/>
    </dgm:pt>
    <dgm:pt modelId="{71CC26C2-1285-4BCE-9833-7DE8ADB8FF30}" type="pres">
      <dgm:prSet presAssocID="{1D200F69-724C-4221-A514-5EF2A70208FA}" presName="theList" presStyleCnt="0"/>
      <dgm:spPr/>
    </dgm:pt>
    <dgm:pt modelId="{2E7AFA1D-8E7C-43C8-BB09-1017BEC43B6B}" type="pres">
      <dgm:prSet presAssocID="{C5094E34-D2AD-40CE-A7E0-8EAED16D359E}" presName="aNode" presStyleLbl="fgAcc1" presStyleIdx="0" presStyleCnt="5" custScaleX="128255" custLinFactNeighborX="7888">
        <dgm:presLayoutVars>
          <dgm:bulletEnabled val="1"/>
        </dgm:presLayoutVars>
      </dgm:prSet>
      <dgm:spPr/>
    </dgm:pt>
    <dgm:pt modelId="{C1D9AA90-9A94-451B-8D59-858FB3D19A5C}" type="pres">
      <dgm:prSet presAssocID="{C5094E34-D2AD-40CE-A7E0-8EAED16D359E}" presName="aSpace" presStyleCnt="0"/>
      <dgm:spPr/>
    </dgm:pt>
    <dgm:pt modelId="{09CA6F9B-3EEB-4163-AAB0-C46787F4B9D6}" type="pres">
      <dgm:prSet presAssocID="{CE9F4616-DED2-46E9-9402-9E966149A07E}" presName="aNode" presStyleLbl="fgAcc1" presStyleIdx="1" presStyleCnt="5" custScaleX="128255" custLinFactNeighborX="7888">
        <dgm:presLayoutVars>
          <dgm:bulletEnabled val="1"/>
        </dgm:presLayoutVars>
      </dgm:prSet>
      <dgm:spPr/>
    </dgm:pt>
    <dgm:pt modelId="{D5A527E1-24B2-4CB1-8AE6-9BAA7A64AAF5}" type="pres">
      <dgm:prSet presAssocID="{CE9F4616-DED2-46E9-9402-9E966149A07E}" presName="aSpace" presStyleCnt="0"/>
      <dgm:spPr/>
    </dgm:pt>
    <dgm:pt modelId="{AD8B56FE-54A0-4BF9-9EF5-EDD698EFC8FF}" type="pres">
      <dgm:prSet presAssocID="{D1EEF1B4-9459-4026-B8BA-95C77C8B9D81}" presName="aNode" presStyleLbl="fgAcc1" presStyleIdx="2" presStyleCnt="5" custScaleX="128255" custLinFactNeighborX="7888">
        <dgm:presLayoutVars>
          <dgm:bulletEnabled val="1"/>
        </dgm:presLayoutVars>
      </dgm:prSet>
      <dgm:spPr/>
    </dgm:pt>
    <dgm:pt modelId="{84819934-E839-4350-A013-721D3D25DD65}" type="pres">
      <dgm:prSet presAssocID="{D1EEF1B4-9459-4026-B8BA-95C77C8B9D81}" presName="aSpace" presStyleCnt="0"/>
      <dgm:spPr/>
    </dgm:pt>
    <dgm:pt modelId="{07D707A0-EB1F-499B-AA58-D96214FA6D0A}" type="pres">
      <dgm:prSet presAssocID="{C33CD699-366A-48C1-A996-30F33AD223CA}" presName="aNode" presStyleLbl="fgAcc1" presStyleIdx="3" presStyleCnt="5" custScaleX="128255" custLinFactNeighborX="7888">
        <dgm:presLayoutVars>
          <dgm:bulletEnabled val="1"/>
        </dgm:presLayoutVars>
      </dgm:prSet>
      <dgm:spPr/>
    </dgm:pt>
    <dgm:pt modelId="{C07D3F8C-5B63-40E9-9ACE-988AC203CA02}" type="pres">
      <dgm:prSet presAssocID="{C33CD699-366A-48C1-A996-30F33AD223CA}" presName="aSpace" presStyleCnt="0"/>
      <dgm:spPr/>
    </dgm:pt>
    <dgm:pt modelId="{D53D3E6E-17D5-49DE-9B2D-69B0DAA4EF0E}" type="pres">
      <dgm:prSet presAssocID="{AD5F827F-C10C-42F5-8380-1E02FF1233C7}" presName="aNode" presStyleLbl="fgAcc1" presStyleIdx="4" presStyleCnt="5" custScaleX="128255" custLinFactNeighborX="7888">
        <dgm:presLayoutVars>
          <dgm:bulletEnabled val="1"/>
        </dgm:presLayoutVars>
      </dgm:prSet>
      <dgm:spPr/>
    </dgm:pt>
    <dgm:pt modelId="{46363843-3C48-432A-A945-D695A97E94DC}" type="pres">
      <dgm:prSet presAssocID="{AD5F827F-C10C-42F5-8380-1E02FF1233C7}" presName="aSpace" presStyleCnt="0"/>
      <dgm:spPr/>
    </dgm:pt>
  </dgm:ptLst>
  <dgm:cxnLst>
    <dgm:cxn modelId="{9C674B1B-E2CA-4480-9D2A-C53E6F648A08}" type="presOf" srcId="{AD5F827F-C10C-42F5-8380-1E02FF1233C7}" destId="{D53D3E6E-17D5-49DE-9B2D-69B0DAA4EF0E}" srcOrd="0" destOrd="0" presId="urn:microsoft.com/office/officeart/2005/8/layout/pyramid2"/>
    <dgm:cxn modelId="{8B75A061-65EE-49AD-A743-B87C3FC08486}" type="presOf" srcId="{CE9F4616-DED2-46E9-9402-9E966149A07E}" destId="{09CA6F9B-3EEB-4163-AAB0-C46787F4B9D6}" srcOrd="0" destOrd="0" presId="urn:microsoft.com/office/officeart/2005/8/layout/pyramid2"/>
    <dgm:cxn modelId="{00969762-E1A7-4F08-BB59-478C266441F8}" type="presOf" srcId="{C5094E34-D2AD-40CE-A7E0-8EAED16D359E}" destId="{2E7AFA1D-8E7C-43C8-BB09-1017BEC43B6B}" srcOrd="0" destOrd="0" presId="urn:microsoft.com/office/officeart/2005/8/layout/pyramid2"/>
    <dgm:cxn modelId="{CAF46B73-2937-438A-BBF7-DBA365614CBD}" srcId="{1D200F69-724C-4221-A514-5EF2A70208FA}" destId="{AD5F827F-C10C-42F5-8380-1E02FF1233C7}" srcOrd="4" destOrd="0" parTransId="{8E666BE7-AECA-4637-A4E3-8EAA10B75C3B}" sibTransId="{BC3DD2E2-1598-4B24-84CD-75DE180F64C2}"/>
    <dgm:cxn modelId="{3627A45A-CCE9-42DE-9537-278D98A4B44B}" type="presOf" srcId="{1D200F69-724C-4221-A514-5EF2A70208FA}" destId="{003B0E5B-DF86-4FFE-9C5D-80ABA41EB752}" srcOrd="0" destOrd="0" presId="urn:microsoft.com/office/officeart/2005/8/layout/pyramid2"/>
    <dgm:cxn modelId="{110ACA90-1E48-42D0-A4D4-A3DE3D00EF06}" srcId="{1D200F69-724C-4221-A514-5EF2A70208FA}" destId="{D1EEF1B4-9459-4026-B8BA-95C77C8B9D81}" srcOrd="2" destOrd="0" parTransId="{647A8EFE-8F67-4D19-B597-3B0B33867859}" sibTransId="{6B8CAD05-DD41-4BE3-86BE-87F60B6B2C57}"/>
    <dgm:cxn modelId="{B63959A1-FA96-4FB0-A56F-51ACD6F9FDA1}" srcId="{1D200F69-724C-4221-A514-5EF2A70208FA}" destId="{C33CD699-366A-48C1-A996-30F33AD223CA}" srcOrd="3" destOrd="0" parTransId="{2D4E2A38-ECB1-47A3-B739-9BB9AB617D73}" sibTransId="{9573758D-41B9-4E37-8934-EC7185D7D08E}"/>
    <dgm:cxn modelId="{878BE1B3-6830-407F-AA63-B273E815350D}" type="presOf" srcId="{D1EEF1B4-9459-4026-B8BA-95C77C8B9D81}" destId="{AD8B56FE-54A0-4BF9-9EF5-EDD698EFC8FF}" srcOrd="0" destOrd="0" presId="urn:microsoft.com/office/officeart/2005/8/layout/pyramid2"/>
    <dgm:cxn modelId="{809514C0-3038-411C-9DA0-743B5BB54C46}" srcId="{1D200F69-724C-4221-A514-5EF2A70208FA}" destId="{CE9F4616-DED2-46E9-9402-9E966149A07E}" srcOrd="1" destOrd="0" parTransId="{F5A4E6C9-205B-4DFF-A807-E10B303F7BF3}" sibTransId="{877D44FB-BF98-4576-9953-3E4290660276}"/>
    <dgm:cxn modelId="{797234EA-362F-43A8-8D3E-5FC57001C75E}" type="presOf" srcId="{C33CD699-366A-48C1-A996-30F33AD223CA}" destId="{07D707A0-EB1F-499B-AA58-D96214FA6D0A}" srcOrd="0" destOrd="0" presId="urn:microsoft.com/office/officeart/2005/8/layout/pyramid2"/>
    <dgm:cxn modelId="{27B834F3-7257-42B9-9DC2-9E5BEB217399}" srcId="{1D200F69-724C-4221-A514-5EF2A70208FA}" destId="{C5094E34-D2AD-40CE-A7E0-8EAED16D359E}" srcOrd="0" destOrd="0" parTransId="{2B28F56D-A01A-4E21-B763-FE51E6EB9930}" sibTransId="{ABCFC9E9-289A-47A9-970A-7563699412A6}"/>
    <dgm:cxn modelId="{AAD94B40-D0DA-4887-9B95-6F744B16E68D}" type="presParOf" srcId="{003B0E5B-DF86-4FFE-9C5D-80ABA41EB752}" destId="{8A7A7AD1-8A38-4A5E-8C70-C1E7C6F1C0FD}" srcOrd="0" destOrd="0" presId="urn:microsoft.com/office/officeart/2005/8/layout/pyramid2"/>
    <dgm:cxn modelId="{BD0B6ACA-480A-4470-BE1A-4EC532BF2E95}" type="presParOf" srcId="{003B0E5B-DF86-4FFE-9C5D-80ABA41EB752}" destId="{71CC26C2-1285-4BCE-9833-7DE8ADB8FF30}" srcOrd="1" destOrd="0" presId="urn:microsoft.com/office/officeart/2005/8/layout/pyramid2"/>
    <dgm:cxn modelId="{09E7E1BC-6015-4AC4-BFF8-CB003AC4148A}" type="presParOf" srcId="{71CC26C2-1285-4BCE-9833-7DE8ADB8FF30}" destId="{2E7AFA1D-8E7C-43C8-BB09-1017BEC43B6B}" srcOrd="0" destOrd="0" presId="urn:microsoft.com/office/officeart/2005/8/layout/pyramid2"/>
    <dgm:cxn modelId="{F7C4A0E5-9484-4CDF-A8EE-1D7C2C510305}" type="presParOf" srcId="{71CC26C2-1285-4BCE-9833-7DE8ADB8FF30}" destId="{C1D9AA90-9A94-451B-8D59-858FB3D19A5C}" srcOrd="1" destOrd="0" presId="urn:microsoft.com/office/officeart/2005/8/layout/pyramid2"/>
    <dgm:cxn modelId="{DD451F4B-C1F3-4770-B0EC-0723422A53D7}" type="presParOf" srcId="{71CC26C2-1285-4BCE-9833-7DE8ADB8FF30}" destId="{09CA6F9B-3EEB-4163-AAB0-C46787F4B9D6}" srcOrd="2" destOrd="0" presId="urn:microsoft.com/office/officeart/2005/8/layout/pyramid2"/>
    <dgm:cxn modelId="{C95961FA-B6C8-42B1-A63C-C04BF8B3B947}" type="presParOf" srcId="{71CC26C2-1285-4BCE-9833-7DE8ADB8FF30}" destId="{D5A527E1-24B2-4CB1-8AE6-9BAA7A64AAF5}" srcOrd="3" destOrd="0" presId="urn:microsoft.com/office/officeart/2005/8/layout/pyramid2"/>
    <dgm:cxn modelId="{A6AA7559-FBFE-4109-8B48-45613D3DBCDA}" type="presParOf" srcId="{71CC26C2-1285-4BCE-9833-7DE8ADB8FF30}" destId="{AD8B56FE-54A0-4BF9-9EF5-EDD698EFC8FF}" srcOrd="4" destOrd="0" presId="urn:microsoft.com/office/officeart/2005/8/layout/pyramid2"/>
    <dgm:cxn modelId="{CEE42A10-B014-4A85-A193-650379C22A96}" type="presParOf" srcId="{71CC26C2-1285-4BCE-9833-7DE8ADB8FF30}" destId="{84819934-E839-4350-A013-721D3D25DD65}" srcOrd="5" destOrd="0" presId="urn:microsoft.com/office/officeart/2005/8/layout/pyramid2"/>
    <dgm:cxn modelId="{FF7C47A8-65AD-4F8E-9ADD-3651D8C38F8E}" type="presParOf" srcId="{71CC26C2-1285-4BCE-9833-7DE8ADB8FF30}" destId="{07D707A0-EB1F-499B-AA58-D96214FA6D0A}" srcOrd="6" destOrd="0" presId="urn:microsoft.com/office/officeart/2005/8/layout/pyramid2"/>
    <dgm:cxn modelId="{C2B0DAA0-D287-4A31-8977-EA875BAEEAD0}" type="presParOf" srcId="{71CC26C2-1285-4BCE-9833-7DE8ADB8FF30}" destId="{C07D3F8C-5B63-40E9-9ACE-988AC203CA02}" srcOrd="7" destOrd="0" presId="urn:microsoft.com/office/officeart/2005/8/layout/pyramid2"/>
    <dgm:cxn modelId="{CB40457F-F7DF-4086-BF0E-D79E0F28E453}" type="presParOf" srcId="{71CC26C2-1285-4BCE-9833-7DE8ADB8FF30}" destId="{D53D3E6E-17D5-49DE-9B2D-69B0DAA4EF0E}" srcOrd="8" destOrd="0" presId="urn:microsoft.com/office/officeart/2005/8/layout/pyramid2"/>
    <dgm:cxn modelId="{2708D7AB-DA3D-4895-97AA-E9A511801691}" type="presParOf" srcId="{71CC26C2-1285-4BCE-9833-7DE8ADB8FF30}" destId="{46363843-3C48-432A-A945-D695A97E94DC}"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8E906AC5-E177-4552-9AA0-2E50D9267ABF}" type="doc">
      <dgm:prSet loTypeId="urn:microsoft.com/office/officeart/2005/8/layout/matrix3" loCatId="matrix" qsTypeId="urn:microsoft.com/office/officeart/2005/8/quickstyle/simple1#4" qsCatId="simple" csTypeId="urn:microsoft.com/office/officeart/2005/8/colors/accent1_2#3" csCatId="accent1" phldr="1"/>
      <dgm:spPr/>
      <dgm:t>
        <a:bodyPr/>
        <a:lstStyle/>
        <a:p>
          <a:endParaRPr lang="es-CR"/>
        </a:p>
      </dgm:t>
    </dgm:pt>
    <dgm:pt modelId="{C607CD66-75C6-4A00-A3A2-2ADE51141B34}">
      <dgm:prSet phldrT="[Texto]"/>
      <dgm:spPr/>
      <dgm:t>
        <a:bodyPr/>
        <a:lstStyle/>
        <a:p>
          <a:r>
            <a:rPr lang="es-CR" dirty="0"/>
            <a:t>Descendente</a:t>
          </a:r>
        </a:p>
      </dgm:t>
    </dgm:pt>
    <dgm:pt modelId="{0704E285-D11A-4C01-BCDE-87E7998A5F46}" type="parTrans" cxnId="{A814CBA2-653F-405F-910F-1C61A8687DAE}">
      <dgm:prSet/>
      <dgm:spPr/>
      <dgm:t>
        <a:bodyPr/>
        <a:lstStyle/>
        <a:p>
          <a:endParaRPr lang="es-CR"/>
        </a:p>
      </dgm:t>
    </dgm:pt>
    <dgm:pt modelId="{5E3558C5-B56D-4B86-9E77-BFCAF66E29F2}" type="sibTrans" cxnId="{A814CBA2-653F-405F-910F-1C61A8687DAE}">
      <dgm:prSet/>
      <dgm:spPr/>
      <dgm:t>
        <a:bodyPr/>
        <a:lstStyle/>
        <a:p>
          <a:endParaRPr lang="es-CR"/>
        </a:p>
      </dgm:t>
    </dgm:pt>
    <dgm:pt modelId="{40280369-FDB4-4B80-B770-39DD7ACE0144}">
      <dgm:prSet phldrT="[Texto]"/>
      <dgm:spPr/>
      <dgm:t>
        <a:bodyPr/>
        <a:lstStyle/>
        <a:p>
          <a:r>
            <a:rPr lang="es-CR" dirty="0"/>
            <a:t>Ascendente</a:t>
          </a:r>
        </a:p>
      </dgm:t>
    </dgm:pt>
    <dgm:pt modelId="{4799C37E-7F72-4044-ACD6-B42B3C3F4E0D}" type="parTrans" cxnId="{D4970D6E-F506-4E9F-BEA8-775DDF32F7AF}">
      <dgm:prSet/>
      <dgm:spPr/>
      <dgm:t>
        <a:bodyPr/>
        <a:lstStyle/>
        <a:p>
          <a:endParaRPr lang="es-CR"/>
        </a:p>
      </dgm:t>
    </dgm:pt>
    <dgm:pt modelId="{E366B55E-CC0E-434F-87C5-6EDA6F696328}" type="sibTrans" cxnId="{D4970D6E-F506-4E9F-BEA8-775DDF32F7AF}">
      <dgm:prSet/>
      <dgm:spPr/>
      <dgm:t>
        <a:bodyPr/>
        <a:lstStyle/>
        <a:p>
          <a:endParaRPr lang="es-CR"/>
        </a:p>
      </dgm:t>
    </dgm:pt>
    <dgm:pt modelId="{0CDE127E-6E75-4F7B-B4BF-D26202A73883}">
      <dgm:prSet phldrT="[Texto]"/>
      <dgm:spPr/>
      <dgm:t>
        <a:bodyPr/>
        <a:lstStyle/>
        <a:p>
          <a:r>
            <a:rPr lang="es-CR" dirty="0"/>
            <a:t>Big </a:t>
          </a:r>
          <a:r>
            <a:rPr lang="es-CR" dirty="0" err="1"/>
            <a:t>Bang</a:t>
          </a:r>
          <a:endParaRPr lang="es-CR" dirty="0"/>
        </a:p>
      </dgm:t>
    </dgm:pt>
    <dgm:pt modelId="{735F9019-4A4D-4042-8B59-6ACA3AFF9686}" type="parTrans" cxnId="{B50D9304-A950-48A8-8131-919207989E76}">
      <dgm:prSet/>
      <dgm:spPr/>
      <dgm:t>
        <a:bodyPr/>
        <a:lstStyle/>
        <a:p>
          <a:endParaRPr lang="es-CR"/>
        </a:p>
      </dgm:t>
    </dgm:pt>
    <dgm:pt modelId="{F69571A5-827E-4922-BBBF-B251A728F31F}" type="sibTrans" cxnId="{B50D9304-A950-48A8-8131-919207989E76}">
      <dgm:prSet/>
      <dgm:spPr/>
      <dgm:t>
        <a:bodyPr/>
        <a:lstStyle/>
        <a:p>
          <a:endParaRPr lang="es-CR"/>
        </a:p>
      </dgm:t>
    </dgm:pt>
    <dgm:pt modelId="{EC80E409-B988-4C9A-B7B7-E86FA5D711A7}">
      <dgm:prSet phldrT="[Texto]"/>
      <dgm:spPr/>
      <dgm:t>
        <a:bodyPr/>
        <a:lstStyle/>
        <a:p>
          <a:r>
            <a:rPr lang="es-CR" dirty="0"/>
            <a:t>Funcional o Transaccional</a:t>
          </a:r>
        </a:p>
      </dgm:t>
    </dgm:pt>
    <dgm:pt modelId="{3F7C1FF9-65CD-497F-B56E-4F78C151A1C1}" type="parTrans" cxnId="{F15B4881-8239-472B-AE90-69538CA6F709}">
      <dgm:prSet/>
      <dgm:spPr/>
      <dgm:t>
        <a:bodyPr/>
        <a:lstStyle/>
        <a:p>
          <a:endParaRPr lang="es-CR"/>
        </a:p>
      </dgm:t>
    </dgm:pt>
    <dgm:pt modelId="{EBC3297E-6D97-4CF7-B504-C657A089FB07}" type="sibTrans" cxnId="{F15B4881-8239-472B-AE90-69538CA6F709}">
      <dgm:prSet/>
      <dgm:spPr/>
      <dgm:t>
        <a:bodyPr/>
        <a:lstStyle/>
        <a:p>
          <a:endParaRPr lang="es-CR"/>
        </a:p>
      </dgm:t>
    </dgm:pt>
    <dgm:pt modelId="{A97EC461-8B46-4B49-820A-34C34F4471B8}" type="pres">
      <dgm:prSet presAssocID="{8E906AC5-E177-4552-9AA0-2E50D9267ABF}" presName="matrix" presStyleCnt="0">
        <dgm:presLayoutVars>
          <dgm:chMax val="1"/>
          <dgm:dir/>
          <dgm:resizeHandles val="exact"/>
        </dgm:presLayoutVars>
      </dgm:prSet>
      <dgm:spPr/>
    </dgm:pt>
    <dgm:pt modelId="{B387AE9B-32FE-49DC-A540-46BE286AFCD2}" type="pres">
      <dgm:prSet presAssocID="{8E906AC5-E177-4552-9AA0-2E50D9267ABF}" presName="diamond" presStyleLbl="bgShp" presStyleIdx="0" presStyleCnt="1"/>
      <dgm:spPr/>
    </dgm:pt>
    <dgm:pt modelId="{0C95B09D-E32A-426B-AA31-8E70EE8E44B4}" type="pres">
      <dgm:prSet presAssocID="{8E906AC5-E177-4552-9AA0-2E50D9267ABF}" presName="quad1" presStyleLbl="node1" presStyleIdx="0" presStyleCnt="4">
        <dgm:presLayoutVars>
          <dgm:chMax val="0"/>
          <dgm:chPref val="0"/>
          <dgm:bulletEnabled val="1"/>
        </dgm:presLayoutVars>
      </dgm:prSet>
      <dgm:spPr/>
    </dgm:pt>
    <dgm:pt modelId="{54F3FA27-DA83-42F3-BEDB-270E299C17DD}" type="pres">
      <dgm:prSet presAssocID="{8E906AC5-E177-4552-9AA0-2E50D9267ABF}" presName="quad2" presStyleLbl="node1" presStyleIdx="1" presStyleCnt="4">
        <dgm:presLayoutVars>
          <dgm:chMax val="0"/>
          <dgm:chPref val="0"/>
          <dgm:bulletEnabled val="1"/>
        </dgm:presLayoutVars>
      </dgm:prSet>
      <dgm:spPr/>
    </dgm:pt>
    <dgm:pt modelId="{73213ADC-29DF-4CE1-A5F3-E6D130E1D91C}" type="pres">
      <dgm:prSet presAssocID="{8E906AC5-E177-4552-9AA0-2E50D9267ABF}" presName="quad3" presStyleLbl="node1" presStyleIdx="2" presStyleCnt="4">
        <dgm:presLayoutVars>
          <dgm:chMax val="0"/>
          <dgm:chPref val="0"/>
          <dgm:bulletEnabled val="1"/>
        </dgm:presLayoutVars>
      </dgm:prSet>
      <dgm:spPr/>
    </dgm:pt>
    <dgm:pt modelId="{8ACAB36D-3196-47FF-9606-F052A15D82FF}" type="pres">
      <dgm:prSet presAssocID="{8E906AC5-E177-4552-9AA0-2E50D9267ABF}" presName="quad4" presStyleLbl="node1" presStyleIdx="3" presStyleCnt="4">
        <dgm:presLayoutVars>
          <dgm:chMax val="0"/>
          <dgm:chPref val="0"/>
          <dgm:bulletEnabled val="1"/>
        </dgm:presLayoutVars>
      </dgm:prSet>
      <dgm:spPr/>
    </dgm:pt>
  </dgm:ptLst>
  <dgm:cxnLst>
    <dgm:cxn modelId="{B50D9304-A950-48A8-8131-919207989E76}" srcId="{8E906AC5-E177-4552-9AA0-2E50D9267ABF}" destId="{0CDE127E-6E75-4F7B-B4BF-D26202A73883}" srcOrd="2" destOrd="0" parTransId="{735F9019-4A4D-4042-8B59-6ACA3AFF9686}" sibTransId="{F69571A5-827E-4922-BBBF-B251A728F31F}"/>
    <dgm:cxn modelId="{EA163D1B-C107-4D41-8ADF-741CD93D833B}" type="presOf" srcId="{8E906AC5-E177-4552-9AA0-2E50D9267ABF}" destId="{A97EC461-8B46-4B49-820A-34C34F4471B8}" srcOrd="0" destOrd="0" presId="urn:microsoft.com/office/officeart/2005/8/layout/matrix3"/>
    <dgm:cxn modelId="{4F656F47-0FF1-462C-B5EA-8EECCE449D37}" type="presOf" srcId="{40280369-FDB4-4B80-B770-39DD7ACE0144}" destId="{54F3FA27-DA83-42F3-BEDB-270E299C17DD}" srcOrd="0" destOrd="0" presId="urn:microsoft.com/office/officeart/2005/8/layout/matrix3"/>
    <dgm:cxn modelId="{D4970D6E-F506-4E9F-BEA8-775DDF32F7AF}" srcId="{8E906AC5-E177-4552-9AA0-2E50D9267ABF}" destId="{40280369-FDB4-4B80-B770-39DD7ACE0144}" srcOrd="1" destOrd="0" parTransId="{4799C37E-7F72-4044-ACD6-B42B3C3F4E0D}" sibTransId="{E366B55E-CC0E-434F-87C5-6EDA6F696328}"/>
    <dgm:cxn modelId="{3D0EE44E-2C35-4C49-AEE8-3FB503A57F58}" type="presOf" srcId="{0CDE127E-6E75-4F7B-B4BF-D26202A73883}" destId="{73213ADC-29DF-4CE1-A5F3-E6D130E1D91C}" srcOrd="0" destOrd="0" presId="urn:microsoft.com/office/officeart/2005/8/layout/matrix3"/>
    <dgm:cxn modelId="{F15B4881-8239-472B-AE90-69538CA6F709}" srcId="{8E906AC5-E177-4552-9AA0-2E50D9267ABF}" destId="{EC80E409-B988-4C9A-B7B7-E86FA5D711A7}" srcOrd="3" destOrd="0" parTransId="{3F7C1FF9-65CD-497F-B56E-4F78C151A1C1}" sibTransId="{EBC3297E-6D97-4CF7-B504-C657A089FB07}"/>
    <dgm:cxn modelId="{1E5E4B9D-CB25-4482-8995-98F28436C746}" type="presOf" srcId="{EC80E409-B988-4C9A-B7B7-E86FA5D711A7}" destId="{8ACAB36D-3196-47FF-9606-F052A15D82FF}" srcOrd="0" destOrd="0" presId="urn:microsoft.com/office/officeart/2005/8/layout/matrix3"/>
    <dgm:cxn modelId="{A814CBA2-653F-405F-910F-1C61A8687DAE}" srcId="{8E906AC5-E177-4552-9AA0-2E50D9267ABF}" destId="{C607CD66-75C6-4A00-A3A2-2ADE51141B34}" srcOrd="0" destOrd="0" parTransId="{0704E285-D11A-4C01-BCDE-87E7998A5F46}" sibTransId="{5E3558C5-B56D-4B86-9E77-BFCAF66E29F2}"/>
    <dgm:cxn modelId="{098CC5DA-615B-4642-83E1-9DE999B1C537}" type="presOf" srcId="{C607CD66-75C6-4A00-A3A2-2ADE51141B34}" destId="{0C95B09D-E32A-426B-AA31-8E70EE8E44B4}" srcOrd="0" destOrd="0" presId="urn:microsoft.com/office/officeart/2005/8/layout/matrix3"/>
    <dgm:cxn modelId="{DA77CFB5-936E-49AE-B888-93AD5633482F}" type="presParOf" srcId="{A97EC461-8B46-4B49-820A-34C34F4471B8}" destId="{B387AE9B-32FE-49DC-A540-46BE286AFCD2}" srcOrd="0" destOrd="0" presId="urn:microsoft.com/office/officeart/2005/8/layout/matrix3"/>
    <dgm:cxn modelId="{B4DA33D2-6D0F-4C39-A2C7-D4C02507172F}" type="presParOf" srcId="{A97EC461-8B46-4B49-820A-34C34F4471B8}" destId="{0C95B09D-E32A-426B-AA31-8E70EE8E44B4}" srcOrd="1" destOrd="0" presId="urn:microsoft.com/office/officeart/2005/8/layout/matrix3"/>
    <dgm:cxn modelId="{EB788530-0E55-4D8F-AE7B-1A329C3743F7}" type="presParOf" srcId="{A97EC461-8B46-4B49-820A-34C34F4471B8}" destId="{54F3FA27-DA83-42F3-BEDB-270E299C17DD}" srcOrd="2" destOrd="0" presId="urn:microsoft.com/office/officeart/2005/8/layout/matrix3"/>
    <dgm:cxn modelId="{C1FB7E6B-A2E9-417B-82C3-CDB1A0FC9863}" type="presParOf" srcId="{A97EC461-8B46-4B49-820A-34C34F4471B8}" destId="{73213ADC-29DF-4CE1-A5F3-E6D130E1D91C}" srcOrd="3" destOrd="0" presId="urn:microsoft.com/office/officeart/2005/8/layout/matrix3"/>
    <dgm:cxn modelId="{580985A3-2059-4DF6-86A8-83864EA95EDA}" type="presParOf" srcId="{A97EC461-8B46-4B49-820A-34C34F4471B8}" destId="{8ACAB36D-3196-47FF-9606-F052A15D82FF}"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E906AC5-E177-4552-9AA0-2E50D9267ABF}" type="doc">
      <dgm:prSet loTypeId="urn:microsoft.com/office/officeart/2005/8/layout/matrix3" loCatId="matrix" qsTypeId="urn:microsoft.com/office/officeart/2005/8/quickstyle/simple1#5" qsCatId="simple" csTypeId="urn:microsoft.com/office/officeart/2005/8/colors/accent1_2#4" csCatId="accent1" phldr="1"/>
      <dgm:spPr/>
      <dgm:t>
        <a:bodyPr/>
        <a:lstStyle/>
        <a:p>
          <a:endParaRPr lang="es-CR"/>
        </a:p>
      </dgm:t>
    </dgm:pt>
    <dgm:pt modelId="{C607CD66-75C6-4A00-A3A2-2ADE51141B34}">
      <dgm:prSet phldrT="[Texto]"/>
      <dgm:spPr>
        <a:solidFill>
          <a:srgbClr val="00B050"/>
        </a:solidFill>
      </dgm:spPr>
      <dgm:t>
        <a:bodyPr/>
        <a:lstStyle/>
        <a:p>
          <a:r>
            <a:rPr lang="es-CR" dirty="0"/>
            <a:t>Descendente</a:t>
          </a:r>
        </a:p>
      </dgm:t>
    </dgm:pt>
    <dgm:pt modelId="{0704E285-D11A-4C01-BCDE-87E7998A5F46}" type="parTrans" cxnId="{A814CBA2-653F-405F-910F-1C61A8687DAE}">
      <dgm:prSet/>
      <dgm:spPr/>
      <dgm:t>
        <a:bodyPr/>
        <a:lstStyle/>
        <a:p>
          <a:endParaRPr lang="es-CR"/>
        </a:p>
      </dgm:t>
    </dgm:pt>
    <dgm:pt modelId="{5E3558C5-B56D-4B86-9E77-BFCAF66E29F2}" type="sibTrans" cxnId="{A814CBA2-653F-405F-910F-1C61A8687DAE}">
      <dgm:prSet/>
      <dgm:spPr/>
      <dgm:t>
        <a:bodyPr/>
        <a:lstStyle/>
        <a:p>
          <a:endParaRPr lang="es-CR"/>
        </a:p>
      </dgm:t>
    </dgm:pt>
    <dgm:pt modelId="{40280369-FDB4-4B80-B770-39DD7ACE0144}">
      <dgm:prSet phldrT="[Texto]"/>
      <dgm:spPr/>
      <dgm:t>
        <a:bodyPr/>
        <a:lstStyle/>
        <a:p>
          <a:r>
            <a:rPr lang="es-CR" dirty="0"/>
            <a:t>Ascendente</a:t>
          </a:r>
        </a:p>
      </dgm:t>
    </dgm:pt>
    <dgm:pt modelId="{4799C37E-7F72-4044-ACD6-B42B3C3F4E0D}" type="parTrans" cxnId="{D4970D6E-F506-4E9F-BEA8-775DDF32F7AF}">
      <dgm:prSet/>
      <dgm:spPr/>
      <dgm:t>
        <a:bodyPr/>
        <a:lstStyle/>
        <a:p>
          <a:endParaRPr lang="es-CR"/>
        </a:p>
      </dgm:t>
    </dgm:pt>
    <dgm:pt modelId="{E366B55E-CC0E-434F-87C5-6EDA6F696328}" type="sibTrans" cxnId="{D4970D6E-F506-4E9F-BEA8-775DDF32F7AF}">
      <dgm:prSet/>
      <dgm:spPr/>
      <dgm:t>
        <a:bodyPr/>
        <a:lstStyle/>
        <a:p>
          <a:endParaRPr lang="es-CR"/>
        </a:p>
      </dgm:t>
    </dgm:pt>
    <dgm:pt modelId="{0CDE127E-6E75-4F7B-B4BF-D26202A73883}">
      <dgm:prSet phldrT="[Texto]"/>
      <dgm:spPr/>
      <dgm:t>
        <a:bodyPr/>
        <a:lstStyle/>
        <a:p>
          <a:r>
            <a:rPr lang="es-CR" dirty="0"/>
            <a:t>Big </a:t>
          </a:r>
          <a:r>
            <a:rPr lang="es-CR" dirty="0" err="1"/>
            <a:t>Bang</a:t>
          </a:r>
          <a:endParaRPr lang="es-CR" dirty="0"/>
        </a:p>
      </dgm:t>
    </dgm:pt>
    <dgm:pt modelId="{735F9019-4A4D-4042-8B59-6ACA3AFF9686}" type="parTrans" cxnId="{B50D9304-A950-48A8-8131-919207989E76}">
      <dgm:prSet/>
      <dgm:spPr/>
      <dgm:t>
        <a:bodyPr/>
        <a:lstStyle/>
        <a:p>
          <a:endParaRPr lang="es-CR"/>
        </a:p>
      </dgm:t>
    </dgm:pt>
    <dgm:pt modelId="{F69571A5-827E-4922-BBBF-B251A728F31F}" type="sibTrans" cxnId="{B50D9304-A950-48A8-8131-919207989E76}">
      <dgm:prSet/>
      <dgm:spPr/>
      <dgm:t>
        <a:bodyPr/>
        <a:lstStyle/>
        <a:p>
          <a:endParaRPr lang="es-CR"/>
        </a:p>
      </dgm:t>
    </dgm:pt>
    <dgm:pt modelId="{EC80E409-B988-4C9A-B7B7-E86FA5D711A7}">
      <dgm:prSet phldrT="[Texto]"/>
      <dgm:spPr/>
      <dgm:t>
        <a:bodyPr/>
        <a:lstStyle/>
        <a:p>
          <a:r>
            <a:rPr lang="es-CR" dirty="0"/>
            <a:t>Funcional o Transaccional</a:t>
          </a:r>
        </a:p>
      </dgm:t>
    </dgm:pt>
    <dgm:pt modelId="{3F7C1FF9-65CD-497F-B56E-4F78C151A1C1}" type="parTrans" cxnId="{F15B4881-8239-472B-AE90-69538CA6F709}">
      <dgm:prSet/>
      <dgm:spPr/>
      <dgm:t>
        <a:bodyPr/>
        <a:lstStyle/>
        <a:p>
          <a:endParaRPr lang="es-CR"/>
        </a:p>
      </dgm:t>
    </dgm:pt>
    <dgm:pt modelId="{EBC3297E-6D97-4CF7-B504-C657A089FB07}" type="sibTrans" cxnId="{F15B4881-8239-472B-AE90-69538CA6F709}">
      <dgm:prSet/>
      <dgm:spPr/>
      <dgm:t>
        <a:bodyPr/>
        <a:lstStyle/>
        <a:p>
          <a:endParaRPr lang="es-CR"/>
        </a:p>
      </dgm:t>
    </dgm:pt>
    <dgm:pt modelId="{A97EC461-8B46-4B49-820A-34C34F4471B8}" type="pres">
      <dgm:prSet presAssocID="{8E906AC5-E177-4552-9AA0-2E50D9267ABF}" presName="matrix" presStyleCnt="0">
        <dgm:presLayoutVars>
          <dgm:chMax val="1"/>
          <dgm:dir/>
          <dgm:resizeHandles val="exact"/>
        </dgm:presLayoutVars>
      </dgm:prSet>
      <dgm:spPr/>
    </dgm:pt>
    <dgm:pt modelId="{B387AE9B-32FE-49DC-A540-46BE286AFCD2}" type="pres">
      <dgm:prSet presAssocID="{8E906AC5-E177-4552-9AA0-2E50D9267ABF}" presName="diamond" presStyleLbl="bgShp" presStyleIdx="0" presStyleCnt="1"/>
      <dgm:spPr/>
    </dgm:pt>
    <dgm:pt modelId="{0C95B09D-E32A-426B-AA31-8E70EE8E44B4}" type="pres">
      <dgm:prSet presAssocID="{8E906AC5-E177-4552-9AA0-2E50D9267ABF}" presName="quad1" presStyleLbl="node1" presStyleIdx="0" presStyleCnt="4">
        <dgm:presLayoutVars>
          <dgm:chMax val="0"/>
          <dgm:chPref val="0"/>
          <dgm:bulletEnabled val="1"/>
        </dgm:presLayoutVars>
      </dgm:prSet>
      <dgm:spPr/>
    </dgm:pt>
    <dgm:pt modelId="{54F3FA27-DA83-42F3-BEDB-270E299C17DD}" type="pres">
      <dgm:prSet presAssocID="{8E906AC5-E177-4552-9AA0-2E50D9267ABF}" presName="quad2" presStyleLbl="node1" presStyleIdx="1" presStyleCnt="4">
        <dgm:presLayoutVars>
          <dgm:chMax val="0"/>
          <dgm:chPref val="0"/>
          <dgm:bulletEnabled val="1"/>
        </dgm:presLayoutVars>
      </dgm:prSet>
      <dgm:spPr/>
    </dgm:pt>
    <dgm:pt modelId="{73213ADC-29DF-4CE1-A5F3-E6D130E1D91C}" type="pres">
      <dgm:prSet presAssocID="{8E906AC5-E177-4552-9AA0-2E50D9267ABF}" presName="quad3" presStyleLbl="node1" presStyleIdx="2" presStyleCnt="4">
        <dgm:presLayoutVars>
          <dgm:chMax val="0"/>
          <dgm:chPref val="0"/>
          <dgm:bulletEnabled val="1"/>
        </dgm:presLayoutVars>
      </dgm:prSet>
      <dgm:spPr/>
    </dgm:pt>
    <dgm:pt modelId="{8ACAB36D-3196-47FF-9606-F052A15D82FF}" type="pres">
      <dgm:prSet presAssocID="{8E906AC5-E177-4552-9AA0-2E50D9267ABF}" presName="quad4" presStyleLbl="node1" presStyleIdx="3" presStyleCnt="4">
        <dgm:presLayoutVars>
          <dgm:chMax val="0"/>
          <dgm:chPref val="0"/>
          <dgm:bulletEnabled val="1"/>
        </dgm:presLayoutVars>
      </dgm:prSet>
      <dgm:spPr/>
    </dgm:pt>
  </dgm:ptLst>
  <dgm:cxnLst>
    <dgm:cxn modelId="{B50D9304-A950-48A8-8131-919207989E76}" srcId="{8E906AC5-E177-4552-9AA0-2E50D9267ABF}" destId="{0CDE127E-6E75-4F7B-B4BF-D26202A73883}" srcOrd="2" destOrd="0" parTransId="{735F9019-4A4D-4042-8B59-6ACA3AFF9686}" sibTransId="{F69571A5-827E-4922-BBBF-B251A728F31F}"/>
    <dgm:cxn modelId="{EA163D1B-C107-4D41-8ADF-741CD93D833B}" type="presOf" srcId="{8E906AC5-E177-4552-9AA0-2E50D9267ABF}" destId="{A97EC461-8B46-4B49-820A-34C34F4471B8}" srcOrd="0" destOrd="0" presId="urn:microsoft.com/office/officeart/2005/8/layout/matrix3"/>
    <dgm:cxn modelId="{4F656F47-0FF1-462C-B5EA-8EECCE449D37}" type="presOf" srcId="{40280369-FDB4-4B80-B770-39DD7ACE0144}" destId="{54F3FA27-DA83-42F3-BEDB-270E299C17DD}" srcOrd="0" destOrd="0" presId="urn:microsoft.com/office/officeart/2005/8/layout/matrix3"/>
    <dgm:cxn modelId="{D4970D6E-F506-4E9F-BEA8-775DDF32F7AF}" srcId="{8E906AC5-E177-4552-9AA0-2E50D9267ABF}" destId="{40280369-FDB4-4B80-B770-39DD7ACE0144}" srcOrd="1" destOrd="0" parTransId="{4799C37E-7F72-4044-ACD6-B42B3C3F4E0D}" sibTransId="{E366B55E-CC0E-434F-87C5-6EDA6F696328}"/>
    <dgm:cxn modelId="{3D0EE44E-2C35-4C49-AEE8-3FB503A57F58}" type="presOf" srcId="{0CDE127E-6E75-4F7B-B4BF-D26202A73883}" destId="{73213ADC-29DF-4CE1-A5F3-E6D130E1D91C}" srcOrd="0" destOrd="0" presId="urn:microsoft.com/office/officeart/2005/8/layout/matrix3"/>
    <dgm:cxn modelId="{F15B4881-8239-472B-AE90-69538CA6F709}" srcId="{8E906AC5-E177-4552-9AA0-2E50D9267ABF}" destId="{EC80E409-B988-4C9A-B7B7-E86FA5D711A7}" srcOrd="3" destOrd="0" parTransId="{3F7C1FF9-65CD-497F-B56E-4F78C151A1C1}" sibTransId="{EBC3297E-6D97-4CF7-B504-C657A089FB07}"/>
    <dgm:cxn modelId="{1E5E4B9D-CB25-4482-8995-98F28436C746}" type="presOf" srcId="{EC80E409-B988-4C9A-B7B7-E86FA5D711A7}" destId="{8ACAB36D-3196-47FF-9606-F052A15D82FF}" srcOrd="0" destOrd="0" presId="urn:microsoft.com/office/officeart/2005/8/layout/matrix3"/>
    <dgm:cxn modelId="{A814CBA2-653F-405F-910F-1C61A8687DAE}" srcId="{8E906AC5-E177-4552-9AA0-2E50D9267ABF}" destId="{C607CD66-75C6-4A00-A3A2-2ADE51141B34}" srcOrd="0" destOrd="0" parTransId="{0704E285-D11A-4C01-BCDE-87E7998A5F46}" sibTransId="{5E3558C5-B56D-4B86-9E77-BFCAF66E29F2}"/>
    <dgm:cxn modelId="{098CC5DA-615B-4642-83E1-9DE999B1C537}" type="presOf" srcId="{C607CD66-75C6-4A00-A3A2-2ADE51141B34}" destId="{0C95B09D-E32A-426B-AA31-8E70EE8E44B4}" srcOrd="0" destOrd="0" presId="urn:microsoft.com/office/officeart/2005/8/layout/matrix3"/>
    <dgm:cxn modelId="{DA77CFB5-936E-49AE-B888-93AD5633482F}" type="presParOf" srcId="{A97EC461-8B46-4B49-820A-34C34F4471B8}" destId="{B387AE9B-32FE-49DC-A540-46BE286AFCD2}" srcOrd="0" destOrd="0" presId="urn:microsoft.com/office/officeart/2005/8/layout/matrix3"/>
    <dgm:cxn modelId="{B4DA33D2-6D0F-4C39-A2C7-D4C02507172F}" type="presParOf" srcId="{A97EC461-8B46-4B49-820A-34C34F4471B8}" destId="{0C95B09D-E32A-426B-AA31-8E70EE8E44B4}" srcOrd="1" destOrd="0" presId="urn:microsoft.com/office/officeart/2005/8/layout/matrix3"/>
    <dgm:cxn modelId="{EB788530-0E55-4D8F-AE7B-1A329C3743F7}" type="presParOf" srcId="{A97EC461-8B46-4B49-820A-34C34F4471B8}" destId="{54F3FA27-DA83-42F3-BEDB-270E299C17DD}" srcOrd="2" destOrd="0" presId="urn:microsoft.com/office/officeart/2005/8/layout/matrix3"/>
    <dgm:cxn modelId="{C1FB7E6B-A2E9-417B-82C3-CDB1A0FC9863}" type="presParOf" srcId="{A97EC461-8B46-4B49-820A-34C34F4471B8}" destId="{73213ADC-29DF-4CE1-A5F3-E6D130E1D91C}" srcOrd="3" destOrd="0" presId="urn:microsoft.com/office/officeart/2005/8/layout/matrix3"/>
    <dgm:cxn modelId="{580985A3-2059-4DF6-86A8-83864EA95EDA}" type="presParOf" srcId="{A97EC461-8B46-4B49-820A-34C34F4471B8}" destId="{8ACAB36D-3196-47FF-9606-F052A15D82FF}"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8896491-1AAD-4D1A-BA24-6320C0C70C46}" type="doc">
      <dgm:prSet loTypeId="urn:microsoft.com/office/officeart/2005/8/layout/hierarchy1" loCatId="hierarchy" qsTypeId="urn:microsoft.com/office/officeart/2005/8/quickstyle/simple1#6" qsCatId="simple" csTypeId="urn:microsoft.com/office/officeart/2005/8/colors/accent1_2#5" csCatId="accent1" phldr="1"/>
      <dgm:spPr/>
      <dgm:t>
        <a:bodyPr/>
        <a:lstStyle/>
        <a:p>
          <a:endParaRPr lang="es-CR"/>
        </a:p>
      </dgm:t>
    </dgm:pt>
    <dgm:pt modelId="{D35A3F74-03E4-4F03-9D7D-74E7BB81098A}">
      <dgm:prSet phldrT="[Texto]"/>
      <dgm:spPr/>
      <dgm:t>
        <a:bodyPr/>
        <a:lstStyle/>
        <a:p>
          <a:r>
            <a:rPr lang="es-CR" dirty="0"/>
            <a:t>A</a:t>
          </a:r>
        </a:p>
      </dgm:t>
    </dgm:pt>
    <dgm:pt modelId="{09085AA0-399B-49B0-AEF1-FFADEFC5B54F}" type="parTrans" cxnId="{DC53E169-1A31-4445-BF09-6709D65B6058}">
      <dgm:prSet/>
      <dgm:spPr/>
      <dgm:t>
        <a:bodyPr/>
        <a:lstStyle/>
        <a:p>
          <a:endParaRPr lang="es-CR"/>
        </a:p>
      </dgm:t>
    </dgm:pt>
    <dgm:pt modelId="{D15F5A10-15E6-407B-BDE7-2E0C11039F20}" type="sibTrans" cxnId="{DC53E169-1A31-4445-BF09-6709D65B6058}">
      <dgm:prSet/>
      <dgm:spPr/>
      <dgm:t>
        <a:bodyPr/>
        <a:lstStyle/>
        <a:p>
          <a:endParaRPr lang="es-CR"/>
        </a:p>
      </dgm:t>
    </dgm:pt>
    <dgm:pt modelId="{D4AA4CAE-256D-41B8-968C-F38A4D27E205}">
      <dgm:prSet phldrT="[Texto]"/>
      <dgm:spPr/>
      <dgm:t>
        <a:bodyPr/>
        <a:lstStyle/>
        <a:p>
          <a:r>
            <a:rPr lang="es-CR" dirty="0"/>
            <a:t>B</a:t>
          </a:r>
        </a:p>
      </dgm:t>
    </dgm:pt>
    <dgm:pt modelId="{EB0A5A73-0635-41AF-83D2-02BF2205A60F}" type="parTrans" cxnId="{7977164D-A056-4B06-9B5D-AC3151456ADB}">
      <dgm:prSet/>
      <dgm:spPr/>
      <dgm:t>
        <a:bodyPr/>
        <a:lstStyle/>
        <a:p>
          <a:endParaRPr lang="es-CR"/>
        </a:p>
      </dgm:t>
    </dgm:pt>
    <dgm:pt modelId="{72CCFCCF-272C-4D33-AFB4-531CEF1D9DBA}" type="sibTrans" cxnId="{7977164D-A056-4B06-9B5D-AC3151456ADB}">
      <dgm:prSet/>
      <dgm:spPr/>
      <dgm:t>
        <a:bodyPr/>
        <a:lstStyle/>
        <a:p>
          <a:endParaRPr lang="es-CR"/>
        </a:p>
      </dgm:t>
    </dgm:pt>
    <dgm:pt modelId="{53D7A827-4753-4FF1-94E1-F051E8C566FB}">
      <dgm:prSet phldrT="[Texto]"/>
      <dgm:spPr/>
      <dgm:t>
        <a:bodyPr/>
        <a:lstStyle/>
        <a:p>
          <a:r>
            <a:rPr lang="es-CR" dirty="0"/>
            <a:t>C</a:t>
          </a:r>
        </a:p>
      </dgm:t>
    </dgm:pt>
    <dgm:pt modelId="{14905206-FD45-4098-810A-C4623862B68D}" type="parTrans" cxnId="{6FCB5555-C49C-4C48-BCDB-0C017DBD91F5}">
      <dgm:prSet/>
      <dgm:spPr/>
      <dgm:t>
        <a:bodyPr/>
        <a:lstStyle/>
        <a:p>
          <a:endParaRPr lang="es-CR"/>
        </a:p>
      </dgm:t>
    </dgm:pt>
    <dgm:pt modelId="{19E0C9E4-BAF4-404D-9554-47E4471BC147}" type="sibTrans" cxnId="{6FCB5555-C49C-4C48-BCDB-0C017DBD91F5}">
      <dgm:prSet/>
      <dgm:spPr/>
      <dgm:t>
        <a:bodyPr/>
        <a:lstStyle/>
        <a:p>
          <a:endParaRPr lang="es-CR"/>
        </a:p>
      </dgm:t>
    </dgm:pt>
    <dgm:pt modelId="{63E66201-EE3E-43E3-AD0B-9075622A35FC}">
      <dgm:prSet phldrT="[Texto]"/>
      <dgm:spPr/>
      <dgm:t>
        <a:bodyPr/>
        <a:lstStyle/>
        <a:p>
          <a:r>
            <a:rPr lang="es-CR" dirty="0"/>
            <a:t>D</a:t>
          </a:r>
        </a:p>
      </dgm:t>
    </dgm:pt>
    <dgm:pt modelId="{5FA4BC44-AFA4-4B38-A241-749C9AFDF86A}" type="parTrans" cxnId="{50D62C46-886D-49D7-8A45-4B32405F46E1}">
      <dgm:prSet/>
      <dgm:spPr/>
      <dgm:t>
        <a:bodyPr/>
        <a:lstStyle/>
        <a:p>
          <a:endParaRPr lang="es-CR"/>
        </a:p>
      </dgm:t>
    </dgm:pt>
    <dgm:pt modelId="{0BC6D4E5-4EE0-4907-A0FE-6C3D40FF713E}" type="sibTrans" cxnId="{50D62C46-886D-49D7-8A45-4B32405F46E1}">
      <dgm:prSet/>
      <dgm:spPr/>
      <dgm:t>
        <a:bodyPr/>
        <a:lstStyle/>
        <a:p>
          <a:endParaRPr lang="es-CR"/>
        </a:p>
      </dgm:t>
    </dgm:pt>
    <dgm:pt modelId="{4FAD3D60-1484-4955-A83B-775B6FEB2A19}">
      <dgm:prSet phldrT="[Texto]"/>
      <dgm:spPr/>
      <dgm:t>
        <a:bodyPr/>
        <a:lstStyle/>
        <a:p>
          <a:r>
            <a:rPr lang="es-CR" dirty="0"/>
            <a:t>F</a:t>
          </a:r>
        </a:p>
      </dgm:t>
    </dgm:pt>
    <dgm:pt modelId="{92CAAB16-9A85-4F5B-9CE6-7D5F331CCF40}" type="parTrans" cxnId="{89BFBA37-EEBE-4463-9918-2DA632DF6ABB}">
      <dgm:prSet/>
      <dgm:spPr/>
      <dgm:t>
        <a:bodyPr/>
        <a:lstStyle/>
        <a:p>
          <a:endParaRPr lang="es-CR"/>
        </a:p>
      </dgm:t>
    </dgm:pt>
    <dgm:pt modelId="{57307734-4AAF-4B4E-B64F-C75081B1E70E}" type="sibTrans" cxnId="{89BFBA37-EEBE-4463-9918-2DA632DF6ABB}">
      <dgm:prSet/>
      <dgm:spPr/>
      <dgm:t>
        <a:bodyPr/>
        <a:lstStyle/>
        <a:p>
          <a:endParaRPr lang="es-CR"/>
        </a:p>
      </dgm:t>
    </dgm:pt>
    <dgm:pt modelId="{1EAFD1A0-EA94-401A-9F43-7ACB98E21441}">
      <dgm:prSet phldrT="[Texto]"/>
      <dgm:spPr/>
      <dgm:t>
        <a:bodyPr/>
        <a:lstStyle/>
        <a:p>
          <a:r>
            <a:rPr lang="es-CR" dirty="0"/>
            <a:t>G</a:t>
          </a:r>
        </a:p>
      </dgm:t>
    </dgm:pt>
    <dgm:pt modelId="{71185670-7053-4A75-89FB-62564887F868}" type="parTrans" cxnId="{37219046-256E-4F68-AA97-99D85BE80875}">
      <dgm:prSet/>
      <dgm:spPr/>
      <dgm:t>
        <a:bodyPr/>
        <a:lstStyle/>
        <a:p>
          <a:endParaRPr lang="es-CR"/>
        </a:p>
      </dgm:t>
    </dgm:pt>
    <dgm:pt modelId="{BE64DC6C-E774-40D6-B174-2A73AD344A35}" type="sibTrans" cxnId="{37219046-256E-4F68-AA97-99D85BE80875}">
      <dgm:prSet/>
      <dgm:spPr/>
      <dgm:t>
        <a:bodyPr/>
        <a:lstStyle/>
        <a:p>
          <a:endParaRPr lang="es-CR"/>
        </a:p>
      </dgm:t>
    </dgm:pt>
    <dgm:pt modelId="{1CB26FA7-1B3F-42E1-87C1-133FA3B6963C}">
      <dgm:prSet phldrT="[Texto]"/>
      <dgm:spPr/>
      <dgm:t>
        <a:bodyPr/>
        <a:lstStyle/>
        <a:p>
          <a:r>
            <a:rPr lang="es-CR" dirty="0"/>
            <a:t>E</a:t>
          </a:r>
        </a:p>
      </dgm:t>
    </dgm:pt>
    <dgm:pt modelId="{ADEBA010-A6A6-4CC5-AA53-499E5C2FDBEE}" type="parTrans" cxnId="{7D303E1A-96A9-4675-8968-28B5AB193865}">
      <dgm:prSet/>
      <dgm:spPr/>
      <dgm:t>
        <a:bodyPr/>
        <a:lstStyle/>
        <a:p>
          <a:endParaRPr lang="es-CR"/>
        </a:p>
      </dgm:t>
    </dgm:pt>
    <dgm:pt modelId="{86BF4544-AEBD-4A30-8C4B-BB088E6AE407}" type="sibTrans" cxnId="{7D303E1A-96A9-4675-8968-28B5AB193865}">
      <dgm:prSet/>
      <dgm:spPr/>
      <dgm:t>
        <a:bodyPr/>
        <a:lstStyle/>
        <a:p>
          <a:endParaRPr lang="es-CR"/>
        </a:p>
      </dgm:t>
    </dgm:pt>
    <dgm:pt modelId="{DD210A6D-557E-4E3B-9ABD-F3782656B1CC}" type="pres">
      <dgm:prSet presAssocID="{48896491-1AAD-4D1A-BA24-6320C0C70C46}" presName="hierChild1" presStyleCnt="0">
        <dgm:presLayoutVars>
          <dgm:chPref val="1"/>
          <dgm:dir/>
          <dgm:animOne val="branch"/>
          <dgm:animLvl val="lvl"/>
          <dgm:resizeHandles/>
        </dgm:presLayoutVars>
      </dgm:prSet>
      <dgm:spPr/>
    </dgm:pt>
    <dgm:pt modelId="{5C997DD0-CFBC-4411-AC16-0993AC47479F}" type="pres">
      <dgm:prSet presAssocID="{D35A3F74-03E4-4F03-9D7D-74E7BB81098A}" presName="hierRoot1" presStyleCnt="0"/>
      <dgm:spPr/>
    </dgm:pt>
    <dgm:pt modelId="{B5E88695-36AE-474F-AAB3-DDDE5D9794D9}" type="pres">
      <dgm:prSet presAssocID="{D35A3F74-03E4-4F03-9D7D-74E7BB81098A}" presName="composite" presStyleCnt="0"/>
      <dgm:spPr/>
    </dgm:pt>
    <dgm:pt modelId="{B5EF0D79-D539-48F4-942E-21E2B9F2867F}" type="pres">
      <dgm:prSet presAssocID="{D35A3F74-03E4-4F03-9D7D-74E7BB81098A}" presName="background" presStyleLbl="node0" presStyleIdx="0" presStyleCnt="1"/>
      <dgm:spPr/>
    </dgm:pt>
    <dgm:pt modelId="{54441789-166B-49D5-8F7F-30723DE084D8}" type="pres">
      <dgm:prSet presAssocID="{D35A3F74-03E4-4F03-9D7D-74E7BB81098A}" presName="text" presStyleLbl="fgAcc0" presStyleIdx="0" presStyleCnt="1">
        <dgm:presLayoutVars>
          <dgm:chPref val="3"/>
        </dgm:presLayoutVars>
      </dgm:prSet>
      <dgm:spPr/>
    </dgm:pt>
    <dgm:pt modelId="{EE092E8A-64AA-4C70-BEDC-B50C5A1238AD}" type="pres">
      <dgm:prSet presAssocID="{D35A3F74-03E4-4F03-9D7D-74E7BB81098A}" presName="hierChild2" presStyleCnt="0"/>
      <dgm:spPr/>
    </dgm:pt>
    <dgm:pt modelId="{4BA1DA1D-ADC8-490B-AE33-0EB24E969E2C}" type="pres">
      <dgm:prSet presAssocID="{EB0A5A73-0635-41AF-83D2-02BF2205A60F}" presName="Name10" presStyleLbl="parChTrans1D2" presStyleIdx="0" presStyleCnt="3"/>
      <dgm:spPr/>
    </dgm:pt>
    <dgm:pt modelId="{78A1BF84-52F0-49EF-8E41-874245436DE3}" type="pres">
      <dgm:prSet presAssocID="{D4AA4CAE-256D-41B8-968C-F38A4D27E205}" presName="hierRoot2" presStyleCnt="0"/>
      <dgm:spPr/>
    </dgm:pt>
    <dgm:pt modelId="{6F27E788-DF45-4056-9B72-F789287230E5}" type="pres">
      <dgm:prSet presAssocID="{D4AA4CAE-256D-41B8-968C-F38A4D27E205}" presName="composite2" presStyleCnt="0"/>
      <dgm:spPr/>
    </dgm:pt>
    <dgm:pt modelId="{A8189625-A2F4-4AA5-B663-756B4DD69C89}" type="pres">
      <dgm:prSet presAssocID="{D4AA4CAE-256D-41B8-968C-F38A4D27E205}" presName="background2" presStyleLbl="node2" presStyleIdx="0" presStyleCnt="3"/>
      <dgm:spPr/>
    </dgm:pt>
    <dgm:pt modelId="{C0B9AA2E-72BF-4DD6-A3E4-929A5B48A470}" type="pres">
      <dgm:prSet presAssocID="{D4AA4CAE-256D-41B8-968C-F38A4D27E205}" presName="text2" presStyleLbl="fgAcc2" presStyleIdx="0" presStyleCnt="3">
        <dgm:presLayoutVars>
          <dgm:chPref val="3"/>
        </dgm:presLayoutVars>
      </dgm:prSet>
      <dgm:spPr/>
    </dgm:pt>
    <dgm:pt modelId="{F0D897C2-2ADE-4CB7-81A9-0A338B1EE948}" type="pres">
      <dgm:prSet presAssocID="{D4AA4CAE-256D-41B8-968C-F38A4D27E205}" presName="hierChild3" presStyleCnt="0"/>
      <dgm:spPr/>
    </dgm:pt>
    <dgm:pt modelId="{4E8B10B8-25F4-4C9C-92AA-9E7BE206E22F}" type="pres">
      <dgm:prSet presAssocID="{14905206-FD45-4098-810A-C4623862B68D}" presName="Name17" presStyleLbl="parChTrans1D3" presStyleIdx="0" presStyleCnt="1"/>
      <dgm:spPr/>
    </dgm:pt>
    <dgm:pt modelId="{C2D86811-71C2-4DBA-ACDF-30D9F995C81F}" type="pres">
      <dgm:prSet presAssocID="{53D7A827-4753-4FF1-94E1-F051E8C566FB}" presName="hierRoot3" presStyleCnt="0"/>
      <dgm:spPr/>
    </dgm:pt>
    <dgm:pt modelId="{53BDA803-6F5A-4CCB-AC09-1FFFA3A7A4A7}" type="pres">
      <dgm:prSet presAssocID="{53D7A827-4753-4FF1-94E1-F051E8C566FB}" presName="composite3" presStyleCnt="0"/>
      <dgm:spPr/>
    </dgm:pt>
    <dgm:pt modelId="{017C94B9-20C2-4E70-AD50-A9BE5111CF42}" type="pres">
      <dgm:prSet presAssocID="{53D7A827-4753-4FF1-94E1-F051E8C566FB}" presName="background3" presStyleLbl="node3" presStyleIdx="0" presStyleCnt="1"/>
      <dgm:spPr/>
    </dgm:pt>
    <dgm:pt modelId="{6AC81261-9ED7-4E8D-9248-BC28FA244E72}" type="pres">
      <dgm:prSet presAssocID="{53D7A827-4753-4FF1-94E1-F051E8C566FB}" presName="text3" presStyleLbl="fgAcc3" presStyleIdx="0" presStyleCnt="1">
        <dgm:presLayoutVars>
          <dgm:chPref val="3"/>
        </dgm:presLayoutVars>
      </dgm:prSet>
      <dgm:spPr/>
    </dgm:pt>
    <dgm:pt modelId="{F6DF1192-3FE3-4D05-8602-DCE5F346A743}" type="pres">
      <dgm:prSet presAssocID="{53D7A827-4753-4FF1-94E1-F051E8C566FB}" presName="hierChild4" presStyleCnt="0"/>
      <dgm:spPr/>
    </dgm:pt>
    <dgm:pt modelId="{0CD84783-E944-4E6B-91BD-A9FFC4157B17}" type="pres">
      <dgm:prSet presAssocID="{5FA4BC44-AFA4-4B38-A241-749C9AFDF86A}" presName="Name23" presStyleLbl="parChTrans1D4" presStyleIdx="0" presStyleCnt="2"/>
      <dgm:spPr/>
    </dgm:pt>
    <dgm:pt modelId="{DE36C74A-4232-4694-B6EE-05765AD71FDB}" type="pres">
      <dgm:prSet presAssocID="{63E66201-EE3E-43E3-AD0B-9075622A35FC}" presName="hierRoot4" presStyleCnt="0"/>
      <dgm:spPr/>
    </dgm:pt>
    <dgm:pt modelId="{B2260BB9-2827-4495-8646-3ED591FD7018}" type="pres">
      <dgm:prSet presAssocID="{63E66201-EE3E-43E3-AD0B-9075622A35FC}" presName="composite4" presStyleCnt="0"/>
      <dgm:spPr/>
    </dgm:pt>
    <dgm:pt modelId="{C28983B9-9589-4137-830C-4DC27397659A}" type="pres">
      <dgm:prSet presAssocID="{63E66201-EE3E-43E3-AD0B-9075622A35FC}" presName="background4" presStyleLbl="node4" presStyleIdx="0" presStyleCnt="2"/>
      <dgm:spPr/>
    </dgm:pt>
    <dgm:pt modelId="{E4654F2E-3ABF-48CD-876C-5E03E706D684}" type="pres">
      <dgm:prSet presAssocID="{63E66201-EE3E-43E3-AD0B-9075622A35FC}" presName="text4" presStyleLbl="fgAcc4" presStyleIdx="0" presStyleCnt="2">
        <dgm:presLayoutVars>
          <dgm:chPref val="3"/>
        </dgm:presLayoutVars>
      </dgm:prSet>
      <dgm:spPr/>
    </dgm:pt>
    <dgm:pt modelId="{82ED19F3-8370-4140-B603-F4C17AF7C93C}" type="pres">
      <dgm:prSet presAssocID="{63E66201-EE3E-43E3-AD0B-9075622A35FC}" presName="hierChild5" presStyleCnt="0"/>
      <dgm:spPr/>
    </dgm:pt>
    <dgm:pt modelId="{BB44C833-4DF1-4960-BDCA-70FD4416A996}" type="pres">
      <dgm:prSet presAssocID="{ADEBA010-A6A6-4CC5-AA53-499E5C2FDBEE}" presName="Name23" presStyleLbl="parChTrans1D4" presStyleIdx="1" presStyleCnt="2"/>
      <dgm:spPr/>
    </dgm:pt>
    <dgm:pt modelId="{55C8F3CD-1155-4B24-918E-1CD9998FEA8C}" type="pres">
      <dgm:prSet presAssocID="{1CB26FA7-1B3F-42E1-87C1-133FA3B6963C}" presName="hierRoot4" presStyleCnt="0"/>
      <dgm:spPr/>
    </dgm:pt>
    <dgm:pt modelId="{1B8976C3-91DF-4201-8E27-773ADDBC1816}" type="pres">
      <dgm:prSet presAssocID="{1CB26FA7-1B3F-42E1-87C1-133FA3B6963C}" presName="composite4" presStyleCnt="0"/>
      <dgm:spPr/>
    </dgm:pt>
    <dgm:pt modelId="{FD2188B2-839F-407F-9CFD-6E32B5921A63}" type="pres">
      <dgm:prSet presAssocID="{1CB26FA7-1B3F-42E1-87C1-133FA3B6963C}" presName="background4" presStyleLbl="node4" presStyleIdx="1" presStyleCnt="2"/>
      <dgm:spPr/>
    </dgm:pt>
    <dgm:pt modelId="{55C2C9F6-F2DE-4271-8F5D-856FBCF80ABD}" type="pres">
      <dgm:prSet presAssocID="{1CB26FA7-1B3F-42E1-87C1-133FA3B6963C}" presName="text4" presStyleLbl="fgAcc4" presStyleIdx="1" presStyleCnt="2">
        <dgm:presLayoutVars>
          <dgm:chPref val="3"/>
        </dgm:presLayoutVars>
      </dgm:prSet>
      <dgm:spPr/>
    </dgm:pt>
    <dgm:pt modelId="{80A11644-F7AC-434E-A78A-4BE27C654970}" type="pres">
      <dgm:prSet presAssocID="{1CB26FA7-1B3F-42E1-87C1-133FA3B6963C}" presName="hierChild5" presStyleCnt="0"/>
      <dgm:spPr/>
    </dgm:pt>
    <dgm:pt modelId="{EEC3133B-C463-4764-8322-90433A2F499C}" type="pres">
      <dgm:prSet presAssocID="{92CAAB16-9A85-4F5B-9CE6-7D5F331CCF40}" presName="Name10" presStyleLbl="parChTrans1D2" presStyleIdx="1" presStyleCnt="3"/>
      <dgm:spPr/>
    </dgm:pt>
    <dgm:pt modelId="{17ACFC25-CDF9-4969-B1F9-063D366376FF}" type="pres">
      <dgm:prSet presAssocID="{4FAD3D60-1484-4955-A83B-775B6FEB2A19}" presName="hierRoot2" presStyleCnt="0"/>
      <dgm:spPr/>
    </dgm:pt>
    <dgm:pt modelId="{50A275BF-2DDA-4D4E-BCCA-2F73695DA7E4}" type="pres">
      <dgm:prSet presAssocID="{4FAD3D60-1484-4955-A83B-775B6FEB2A19}" presName="composite2" presStyleCnt="0"/>
      <dgm:spPr/>
    </dgm:pt>
    <dgm:pt modelId="{5D9C7AEA-5364-46F3-A980-EA2792388CF3}" type="pres">
      <dgm:prSet presAssocID="{4FAD3D60-1484-4955-A83B-775B6FEB2A19}" presName="background2" presStyleLbl="node2" presStyleIdx="1" presStyleCnt="3"/>
      <dgm:spPr/>
    </dgm:pt>
    <dgm:pt modelId="{FE098037-EC99-4461-B1B2-BEF960698020}" type="pres">
      <dgm:prSet presAssocID="{4FAD3D60-1484-4955-A83B-775B6FEB2A19}" presName="text2" presStyleLbl="fgAcc2" presStyleIdx="1" presStyleCnt="3">
        <dgm:presLayoutVars>
          <dgm:chPref val="3"/>
        </dgm:presLayoutVars>
      </dgm:prSet>
      <dgm:spPr/>
    </dgm:pt>
    <dgm:pt modelId="{503D5FFA-6454-47DC-A73D-E71C1C05430D}" type="pres">
      <dgm:prSet presAssocID="{4FAD3D60-1484-4955-A83B-775B6FEB2A19}" presName="hierChild3" presStyleCnt="0"/>
      <dgm:spPr/>
    </dgm:pt>
    <dgm:pt modelId="{EBF29880-A0FD-45A9-881B-AA3F47F3F4AB}" type="pres">
      <dgm:prSet presAssocID="{71185670-7053-4A75-89FB-62564887F868}" presName="Name10" presStyleLbl="parChTrans1D2" presStyleIdx="2" presStyleCnt="3"/>
      <dgm:spPr/>
    </dgm:pt>
    <dgm:pt modelId="{57A41C66-E730-4975-A7E0-26327E8224BE}" type="pres">
      <dgm:prSet presAssocID="{1EAFD1A0-EA94-401A-9F43-7ACB98E21441}" presName="hierRoot2" presStyleCnt="0"/>
      <dgm:spPr/>
    </dgm:pt>
    <dgm:pt modelId="{BD260501-667E-46BE-9E35-2106DAB740DE}" type="pres">
      <dgm:prSet presAssocID="{1EAFD1A0-EA94-401A-9F43-7ACB98E21441}" presName="composite2" presStyleCnt="0"/>
      <dgm:spPr/>
    </dgm:pt>
    <dgm:pt modelId="{C64E447B-F23F-4AB1-9B8B-50FBF8D1B129}" type="pres">
      <dgm:prSet presAssocID="{1EAFD1A0-EA94-401A-9F43-7ACB98E21441}" presName="background2" presStyleLbl="node2" presStyleIdx="2" presStyleCnt="3"/>
      <dgm:spPr/>
    </dgm:pt>
    <dgm:pt modelId="{3914D127-D46D-4A7D-BAD2-4F7460847BAB}" type="pres">
      <dgm:prSet presAssocID="{1EAFD1A0-EA94-401A-9F43-7ACB98E21441}" presName="text2" presStyleLbl="fgAcc2" presStyleIdx="2" presStyleCnt="3">
        <dgm:presLayoutVars>
          <dgm:chPref val="3"/>
        </dgm:presLayoutVars>
      </dgm:prSet>
      <dgm:spPr/>
    </dgm:pt>
    <dgm:pt modelId="{73472231-FC1C-463A-BB38-2BB9AA9A6D74}" type="pres">
      <dgm:prSet presAssocID="{1EAFD1A0-EA94-401A-9F43-7ACB98E21441}" presName="hierChild3" presStyleCnt="0"/>
      <dgm:spPr/>
    </dgm:pt>
  </dgm:ptLst>
  <dgm:cxnLst>
    <dgm:cxn modelId="{7D303E1A-96A9-4675-8968-28B5AB193865}" srcId="{53D7A827-4753-4FF1-94E1-F051E8C566FB}" destId="{1CB26FA7-1B3F-42E1-87C1-133FA3B6963C}" srcOrd="1" destOrd="0" parTransId="{ADEBA010-A6A6-4CC5-AA53-499E5C2FDBEE}" sibTransId="{86BF4544-AEBD-4A30-8C4B-BB088E6AE407}"/>
    <dgm:cxn modelId="{E450F61A-7626-4899-8E60-94BD4E22931A}" type="presOf" srcId="{D4AA4CAE-256D-41B8-968C-F38A4D27E205}" destId="{C0B9AA2E-72BF-4DD6-A3E4-929A5B48A470}" srcOrd="0" destOrd="0" presId="urn:microsoft.com/office/officeart/2005/8/layout/hierarchy1"/>
    <dgm:cxn modelId="{C7069836-7B54-44B5-B7A8-C8A48E76BAEF}" type="presOf" srcId="{D35A3F74-03E4-4F03-9D7D-74E7BB81098A}" destId="{54441789-166B-49D5-8F7F-30723DE084D8}" srcOrd="0" destOrd="0" presId="urn:microsoft.com/office/officeart/2005/8/layout/hierarchy1"/>
    <dgm:cxn modelId="{89BFBA37-EEBE-4463-9918-2DA632DF6ABB}" srcId="{D35A3F74-03E4-4F03-9D7D-74E7BB81098A}" destId="{4FAD3D60-1484-4955-A83B-775B6FEB2A19}" srcOrd="1" destOrd="0" parTransId="{92CAAB16-9A85-4F5B-9CE6-7D5F331CCF40}" sibTransId="{57307734-4AAF-4B4E-B64F-C75081B1E70E}"/>
    <dgm:cxn modelId="{0C8F9345-CA5D-4651-A8F2-0E747B0D8754}" type="presOf" srcId="{63E66201-EE3E-43E3-AD0B-9075622A35FC}" destId="{E4654F2E-3ABF-48CD-876C-5E03E706D684}" srcOrd="0" destOrd="0" presId="urn:microsoft.com/office/officeart/2005/8/layout/hierarchy1"/>
    <dgm:cxn modelId="{36A0AB45-D746-4D81-A872-E6E6A2C9B171}" type="presOf" srcId="{71185670-7053-4A75-89FB-62564887F868}" destId="{EBF29880-A0FD-45A9-881B-AA3F47F3F4AB}" srcOrd="0" destOrd="0" presId="urn:microsoft.com/office/officeart/2005/8/layout/hierarchy1"/>
    <dgm:cxn modelId="{50D62C46-886D-49D7-8A45-4B32405F46E1}" srcId="{53D7A827-4753-4FF1-94E1-F051E8C566FB}" destId="{63E66201-EE3E-43E3-AD0B-9075622A35FC}" srcOrd="0" destOrd="0" parTransId="{5FA4BC44-AFA4-4B38-A241-749C9AFDF86A}" sibTransId="{0BC6D4E5-4EE0-4907-A0FE-6C3D40FF713E}"/>
    <dgm:cxn modelId="{37219046-256E-4F68-AA97-99D85BE80875}" srcId="{D35A3F74-03E4-4F03-9D7D-74E7BB81098A}" destId="{1EAFD1A0-EA94-401A-9F43-7ACB98E21441}" srcOrd="2" destOrd="0" parTransId="{71185670-7053-4A75-89FB-62564887F868}" sibTransId="{BE64DC6C-E774-40D6-B174-2A73AD344A35}"/>
    <dgm:cxn modelId="{DC53E169-1A31-4445-BF09-6709D65B6058}" srcId="{48896491-1AAD-4D1A-BA24-6320C0C70C46}" destId="{D35A3F74-03E4-4F03-9D7D-74E7BB81098A}" srcOrd="0" destOrd="0" parTransId="{09085AA0-399B-49B0-AEF1-FFADEFC5B54F}" sibTransId="{D15F5A10-15E6-407B-BDE7-2E0C11039F20}"/>
    <dgm:cxn modelId="{7FAF144A-1C8B-459A-A57E-C82C8938780E}" type="presOf" srcId="{92CAAB16-9A85-4F5B-9CE6-7D5F331CCF40}" destId="{EEC3133B-C463-4764-8322-90433A2F499C}" srcOrd="0" destOrd="0" presId="urn:microsoft.com/office/officeart/2005/8/layout/hierarchy1"/>
    <dgm:cxn modelId="{935B276A-FD47-4810-BF63-1929C0A006D0}" type="presOf" srcId="{EB0A5A73-0635-41AF-83D2-02BF2205A60F}" destId="{4BA1DA1D-ADC8-490B-AE33-0EB24E969E2C}" srcOrd="0" destOrd="0" presId="urn:microsoft.com/office/officeart/2005/8/layout/hierarchy1"/>
    <dgm:cxn modelId="{7977164D-A056-4B06-9B5D-AC3151456ADB}" srcId="{D35A3F74-03E4-4F03-9D7D-74E7BB81098A}" destId="{D4AA4CAE-256D-41B8-968C-F38A4D27E205}" srcOrd="0" destOrd="0" parTransId="{EB0A5A73-0635-41AF-83D2-02BF2205A60F}" sibTransId="{72CCFCCF-272C-4D33-AFB4-531CEF1D9DBA}"/>
    <dgm:cxn modelId="{68072C50-7759-46CB-A1AD-4EFC4621C767}" type="presOf" srcId="{5FA4BC44-AFA4-4B38-A241-749C9AFDF86A}" destId="{0CD84783-E944-4E6B-91BD-A9FFC4157B17}" srcOrd="0" destOrd="0" presId="urn:microsoft.com/office/officeart/2005/8/layout/hierarchy1"/>
    <dgm:cxn modelId="{6FCB5555-C49C-4C48-BCDB-0C017DBD91F5}" srcId="{D4AA4CAE-256D-41B8-968C-F38A4D27E205}" destId="{53D7A827-4753-4FF1-94E1-F051E8C566FB}" srcOrd="0" destOrd="0" parTransId="{14905206-FD45-4098-810A-C4623862B68D}" sibTransId="{19E0C9E4-BAF4-404D-9554-47E4471BC147}"/>
    <dgm:cxn modelId="{9B2E0776-A204-4C90-8E36-F4F2764D5D02}" type="presOf" srcId="{1CB26FA7-1B3F-42E1-87C1-133FA3B6963C}" destId="{55C2C9F6-F2DE-4271-8F5D-856FBCF80ABD}" srcOrd="0" destOrd="0" presId="urn:microsoft.com/office/officeart/2005/8/layout/hierarchy1"/>
    <dgm:cxn modelId="{64534B8E-F167-411A-8595-0AA7E5075323}" type="presOf" srcId="{1EAFD1A0-EA94-401A-9F43-7ACB98E21441}" destId="{3914D127-D46D-4A7D-BAD2-4F7460847BAB}" srcOrd="0" destOrd="0" presId="urn:microsoft.com/office/officeart/2005/8/layout/hierarchy1"/>
    <dgm:cxn modelId="{4054088F-404B-4274-96F9-3154212C3B36}" type="presOf" srcId="{53D7A827-4753-4FF1-94E1-F051E8C566FB}" destId="{6AC81261-9ED7-4E8D-9248-BC28FA244E72}" srcOrd="0" destOrd="0" presId="urn:microsoft.com/office/officeart/2005/8/layout/hierarchy1"/>
    <dgm:cxn modelId="{382B4C97-933E-49F3-A707-9D6D06F02691}" type="presOf" srcId="{ADEBA010-A6A6-4CC5-AA53-499E5C2FDBEE}" destId="{BB44C833-4DF1-4960-BDCA-70FD4416A996}" srcOrd="0" destOrd="0" presId="urn:microsoft.com/office/officeart/2005/8/layout/hierarchy1"/>
    <dgm:cxn modelId="{C79709CE-A26B-45F6-88F5-C4E7E29D49C3}" type="presOf" srcId="{4FAD3D60-1484-4955-A83B-775B6FEB2A19}" destId="{FE098037-EC99-4461-B1B2-BEF960698020}" srcOrd="0" destOrd="0" presId="urn:microsoft.com/office/officeart/2005/8/layout/hierarchy1"/>
    <dgm:cxn modelId="{B4C37BE2-2B48-4F80-9BB1-4F53DEB8DC3E}" type="presOf" srcId="{14905206-FD45-4098-810A-C4623862B68D}" destId="{4E8B10B8-25F4-4C9C-92AA-9E7BE206E22F}" srcOrd="0" destOrd="0" presId="urn:microsoft.com/office/officeart/2005/8/layout/hierarchy1"/>
    <dgm:cxn modelId="{95C074F8-946D-4B94-A9B1-87FD36AB825E}" type="presOf" srcId="{48896491-1AAD-4D1A-BA24-6320C0C70C46}" destId="{DD210A6D-557E-4E3B-9ABD-F3782656B1CC}" srcOrd="0" destOrd="0" presId="urn:microsoft.com/office/officeart/2005/8/layout/hierarchy1"/>
    <dgm:cxn modelId="{F0F2649B-D0F6-4AEC-A53E-3E2EB9FF1685}" type="presParOf" srcId="{DD210A6D-557E-4E3B-9ABD-F3782656B1CC}" destId="{5C997DD0-CFBC-4411-AC16-0993AC47479F}" srcOrd="0" destOrd="0" presId="urn:microsoft.com/office/officeart/2005/8/layout/hierarchy1"/>
    <dgm:cxn modelId="{8818C203-1B58-4DF1-BF56-A8B30123BF77}" type="presParOf" srcId="{5C997DD0-CFBC-4411-AC16-0993AC47479F}" destId="{B5E88695-36AE-474F-AAB3-DDDE5D9794D9}" srcOrd="0" destOrd="0" presId="urn:microsoft.com/office/officeart/2005/8/layout/hierarchy1"/>
    <dgm:cxn modelId="{96A9D965-3698-4FB1-8439-8CA469055BFA}" type="presParOf" srcId="{B5E88695-36AE-474F-AAB3-DDDE5D9794D9}" destId="{B5EF0D79-D539-48F4-942E-21E2B9F2867F}" srcOrd="0" destOrd="0" presId="urn:microsoft.com/office/officeart/2005/8/layout/hierarchy1"/>
    <dgm:cxn modelId="{8BBCE8C7-7F1E-41E9-918F-B344BCF288AF}" type="presParOf" srcId="{B5E88695-36AE-474F-AAB3-DDDE5D9794D9}" destId="{54441789-166B-49D5-8F7F-30723DE084D8}" srcOrd="1" destOrd="0" presId="urn:microsoft.com/office/officeart/2005/8/layout/hierarchy1"/>
    <dgm:cxn modelId="{492AF0A0-17BA-40AC-A9D4-F85A8BCFD5AE}" type="presParOf" srcId="{5C997DD0-CFBC-4411-AC16-0993AC47479F}" destId="{EE092E8A-64AA-4C70-BEDC-B50C5A1238AD}" srcOrd="1" destOrd="0" presId="urn:microsoft.com/office/officeart/2005/8/layout/hierarchy1"/>
    <dgm:cxn modelId="{FE242453-E9DF-4BCA-A843-843020CA89F4}" type="presParOf" srcId="{EE092E8A-64AA-4C70-BEDC-B50C5A1238AD}" destId="{4BA1DA1D-ADC8-490B-AE33-0EB24E969E2C}" srcOrd="0" destOrd="0" presId="urn:microsoft.com/office/officeart/2005/8/layout/hierarchy1"/>
    <dgm:cxn modelId="{5AF5C098-6A21-4628-B2CC-A8514F62923C}" type="presParOf" srcId="{EE092E8A-64AA-4C70-BEDC-B50C5A1238AD}" destId="{78A1BF84-52F0-49EF-8E41-874245436DE3}" srcOrd="1" destOrd="0" presId="urn:microsoft.com/office/officeart/2005/8/layout/hierarchy1"/>
    <dgm:cxn modelId="{AD350B2C-C58C-405F-AA35-257C9E7AFE14}" type="presParOf" srcId="{78A1BF84-52F0-49EF-8E41-874245436DE3}" destId="{6F27E788-DF45-4056-9B72-F789287230E5}" srcOrd="0" destOrd="0" presId="urn:microsoft.com/office/officeart/2005/8/layout/hierarchy1"/>
    <dgm:cxn modelId="{C45709E9-2A96-451E-BDAC-655DB538A2FB}" type="presParOf" srcId="{6F27E788-DF45-4056-9B72-F789287230E5}" destId="{A8189625-A2F4-4AA5-B663-756B4DD69C89}" srcOrd="0" destOrd="0" presId="urn:microsoft.com/office/officeart/2005/8/layout/hierarchy1"/>
    <dgm:cxn modelId="{83DF7894-FB99-4ABC-853A-65A8A2EEA74F}" type="presParOf" srcId="{6F27E788-DF45-4056-9B72-F789287230E5}" destId="{C0B9AA2E-72BF-4DD6-A3E4-929A5B48A470}" srcOrd="1" destOrd="0" presId="urn:microsoft.com/office/officeart/2005/8/layout/hierarchy1"/>
    <dgm:cxn modelId="{091089C1-2D7E-456E-8D52-11E820FB9859}" type="presParOf" srcId="{78A1BF84-52F0-49EF-8E41-874245436DE3}" destId="{F0D897C2-2ADE-4CB7-81A9-0A338B1EE948}" srcOrd="1" destOrd="0" presId="urn:microsoft.com/office/officeart/2005/8/layout/hierarchy1"/>
    <dgm:cxn modelId="{D80DCFCB-F680-42E5-8B59-A7F00F928663}" type="presParOf" srcId="{F0D897C2-2ADE-4CB7-81A9-0A338B1EE948}" destId="{4E8B10B8-25F4-4C9C-92AA-9E7BE206E22F}" srcOrd="0" destOrd="0" presId="urn:microsoft.com/office/officeart/2005/8/layout/hierarchy1"/>
    <dgm:cxn modelId="{3F774142-77EE-435F-BE7B-1A4D6D3089BF}" type="presParOf" srcId="{F0D897C2-2ADE-4CB7-81A9-0A338B1EE948}" destId="{C2D86811-71C2-4DBA-ACDF-30D9F995C81F}" srcOrd="1" destOrd="0" presId="urn:microsoft.com/office/officeart/2005/8/layout/hierarchy1"/>
    <dgm:cxn modelId="{45D40C75-16B3-464F-81DC-4629175234A0}" type="presParOf" srcId="{C2D86811-71C2-4DBA-ACDF-30D9F995C81F}" destId="{53BDA803-6F5A-4CCB-AC09-1FFFA3A7A4A7}" srcOrd="0" destOrd="0" presId="urn:microsoft.com/office/officeart/2005/8/layout/hierarchy1"/>
    <dgm:cxn modelId="{280A2C21-D466-4E44-8213-979EFFFCAA84}" type="presParOf" srcId="{53BDA803-6F5A-4CCB-AC09-1FFFA3A7A4A7}" destId="{017C94B9-20C2-4E70-AD50-A9BE5111CF42}" srcOrd="0" destOrd="0" presId="urn:microsoft.com/office/officeart/2005/8/layout/hierarchy1"/>
    <dgm:cxn modelId="{862F04DB-0BCF-47C1-8744-289DB63FC411}" type="presParOf" srcId="{53BDA803-6F5A-4CCB-AC09-1FFFA3A7A4A7}" destId="{6AC81261-9ED7-4E8D-9248-BC28FA244E72}" srcOrd="1" destOrd="0" presId="urn:microsoft.com/office/officeart/2005/8/layout/hierarchy1"/>
    <dgm:cxn modelId="{A18E22B2-6997-42CB-9028-72172C2DB921}" type="presParOf" srcId="{C2D86811-71C2-4DBA-ACDF-30D9F995C81F}" destId="{F6DF1192-3FE3-4D05-8602-DCE5F346A743}" srcOrd="1" destOrd="0" presId="urn:microsoft.com/office/officeart/2005/8/layout/hierarchy1"/>
    <dgm:cxn modelId="{860E9A45-3AB5-4831-ADEB-C05DDB8D1D2A}" type="presParOf" srcId="{F6DF1192-3FE3-4D05-8602-DCE5F346A743}" destId="{0CD84783-E944-4E6B-91BD-A9FFC4157B17}" srcOrd="0" destOrd="0" presId="urn:microsoft.com/office/officeart/2005/8/layout/hierarchy1"/>
    <dgm:cxn modelId="{B18B0DB3-8541-4AF0-847E-44C30F3D5CDD}" type="presParOf" srcId="{F6DF1192-3FE3-4D05-8602-DCE5F346A743}" destId="{DE36C74A-4232-4694-B6EE-05765AD71FDB}" srcOrd="1" destOrd="0" presId="urn:microsoft.com/office/officeart/2005/8/layout/hierarchy1"/>
    <dgm:cxn modelId="{546249C9-210D-491F-B518-E0E0633565DF}" type="presParOf" srcId="{DE36C74A-4232-4694-B6EE-05765AD71FDB}" destId="{B2260BB9-2827-4495-8646-3ED591FD7018}" srcOrd="0" destOrd="0" presId="urn:microsoft.com/office/officeart/2005/8/layout/hierarchy1"/>
    <dgm:cxn modelId="{AFBD5CDF-CF00-4BD9-8E17-41081516651D}" type="presParOf" srcId="{B2260BB9-2827-4495-8646-3ED591FD7018}" destId="{C28983B9-9589-4137-830C-4DC27397659A}" srcOrd="0" destOrd="0" presId="urn:microsoft.com/office/officeart/2005/8/layout/hierarchy1"/>
    <dgm:cxn modelId="{4327FF12-325A-4D2C-A696-54243414BA3C}" type="presParOf" srcId="{B2260BB9-2827-4495-8646-3ED591FD7018}" destId="{E4654F2E-3ABF-48CD-876C-5E03E706D684}" srcOrd="1" destOrd="0" presId="urn:microsoft.com/office/officeart/2005/8/layout/hierarchy1"/>
    <dgm:cxn modelId="{D62D00F4-B27A-4445-A152-9A6EB6513123}" type="presParOf" srcId="{DE36C74A-4232-4694-B6EE-05765AD71FDB}" destId="{82ED19F3-8370-4140-B603-F4C17AF7C93C}" srcOrd="1" destOrd="0" presId="urn:microsoft.com/office/officeart/2005/8/layout/hierarchy1"/>
    <dgm:cxn modelId="{B64D78AC-BDCC-4528-BFBD-7DFEEC02E6BC}" type="presParOf" srcId="{F6DF1192-3FE3-4D05-8602-DCE5F346A743}" destId="{BB44C833-4DF1-4960-BDCA-70FD4416A996}" srcOrd="2" destOrd="0" presId="urn:microsoft.com/office/officeart/2005/8/layout/hierarchy1"/>
    <dgm:cxn modelId="{8BEAC425-2842-46C0-8220-06EA2E437771}" type="presParOf" srcId="{F6DF1192-3FE3-4D05-8602-DCE5F346A743}" destId="{55C8F3CD-1155-4B24-918E-1CD9998FEA8C}" srcOrd="3" destOrd="0" presId="urn:microsoft.com/office/officeart/2005/8/layout/hierarchy1"/>
    <dgm:cxn modelId="{D4B849A1-A2D0-4943-89EC-25D5ED0D57AE}" type="presParOf" srcId="{55C8F3CD-1155-4B24-918E-1CD9998FEA8C}" destId="{1B8976C3-91DF-4201-8E27-773ADDBC1816}" srcOrd="0" destOrd="0" presId="urn:microsoft.com/office/officeart/2005/8/layout/hierarchy1"/>
    <dgm:cxn modelId="{9A358B2A-8A10-4F5B-BD5A-753B350715EE}" type="presParOf" srcId="{1B8976C3-91DF-4201-8E27-773ADDBC1816}" destId="{FD2188B2-839F-407F-9CFD-6E32B5921A63}" srcOrd="0" destOrd="0" presId="urn:microsoft.com/office/officeart/2005/8/layout/hierarchy1"/>
    <dgm:cxn modelId="{53C15B83-E355-42A5-A89C-56AFF279DB32}" type="presParOf" srcId="{1B8976C3-91DF-4201-8E27-773ADDBC1816}" destId="{55C2C9F6-F2DE-4271-8F5D-856FBCF80ABD}" srcOrd="1" destOrd="0" presId="urn:microsoft.com/office/officeart/2005/8/layout/hierarchy1"/>
    <dgm:cxn modelId="{CC595416-28BB-4288-8F29-75B6462631E7}" type="presParOf" srcId="{55C8F3CD-1155-4B24-918E-1CD9998FEA8C}" destId="{80A11644-F7AC-434E-A78A-4BE27C654970}" srcOrd="1" destOrd="0" presId="urn:microsoft.com/office/officeart/2005/8/layout/hierarchy1"/>
    <dgm:cxn modelId="{FD2C9E1B-F622-4205-BE7C-3CB46976E2D0}" type="presParOf" srcId="{EE092E8A-64AA-4C70-BEDC-B50C5A1238AD}" destId="{EEC3133B-C463-4764-8322-90433A2F499C}" srcOrd="2" destOrd="0" presId="urn:microsoft.com/office/officeart/2005/8/layout/hierarchy1"/>
    <dgm:cxn modelId="{DE656B24-98E3-4C32-8DE1-F4B74F18D947}" type="presParOf" srcId="{EE092E8A-64AA-4C70-BEDC-B50C5A1238AD}" destId="{17ACFC25-CDF9-4969-B1F9-063D366376FF}" srcOrd="3" destOrd="0" presId="urn:microsoft.com/office/officeart/2005/8/layout/hierarchy1"/>
    <dgm:cxn modelId="{67A37345-2DEA-4797-A2B4-C1E6A3E1D435}" type="presParOf" srcId="{17ACFC25-CDF9-4969-B1F9-063D366376FF}" destId="{50A275BF-2DDA-4D4E-BCCA-2F73695DA7E4}" srcOrd="0" destOrd="0" presId="urn:microsoft.com/office/officeart/2005/8/layout/hierarchy1"/>
    <dgm:cxn modelId="{28FAE73D-B7CD-4021-9084-5DB9D2C7A218}" type="presParOf" srcId="{50A275BF-2DDA-4D4E-BCCA-2F73695DA7E4}" destId="{5D9C7AEA-5364-46F3-A980-EA2792388CF3}" srcOrd="0" destOrd="0" presId="urn:microsoft.com/office/officeart/2005/8/layout/hierarchy1"/>
    <dgm:cxn modelId="{D90B56DE-5B1D-4317-8531-4B25477BE8FD}" type="presParOf" srcId="{50A275BF-2DDA-4D4E-BCCA-2F73695DA7E4}" destId="{FE098037-EC99-4461-B1B2-BEF960698020}" srcOrd="1" destOrd="0" presId="urn:microsoft.com/office/officeart/2005/8/layout/hierarchy1"/>
    <dgm:cxn modelId="{5F5BB574-6978-45F1-A6B0-F704B8511D6C}" type="presParOf" srcId="{17ACFC25-CDF9-4969-B1F9-063D366376FF}" destId="{503D5FFA-6454-47DC-A73D-E71C1C05430D}" srcOrd="1" destOrd="0" presId="urn:microsoft.com/office/officeart/2005/8/layout/hierarchy1"/>
    <dgm:cxn modelId="{90A26763-B84C-4CD8-B847-ADB329D6A354}" type="presParOf" srcId="{EE092E8A-64AA-4C70-BEDC-B50C5A1238AD}" destId="{EBF29880-A0FD-45A9-881B-AA3F47F3F4AB}" srcOrd="4" destOrd="0" presId="urn:microsoft.com/office/officeart/2005/8/layout/hierarchy1"/>
    <dgm:cxn modelId="{3AEF1A7C-E79A-43A1-8CE9-B6E68444749F}" type="presParOf" srcId="{EE092E8A-64AA-4C70-BEDC-B50C5A1238AD}" destId="{57A41C66-E730-4975-A7E0-26327E8224BE}" srcOrd="5" destOrd="0" presId="urn:microsoft.com/office/officeart/2005/8/layout/hierarchy1"/>
    <dgm:cxn modelId="{8312AD88-C171-4E04-ADBB-2D836F5C8D74}" type="presParOf" srcId="{57A41C66-E730-4975-A7E0-26327E8224BE}" destId="{BD260501-667E-46BE-9E35-2106DAB740DE}" srcOrd="0" destOrd="0" presId="urn:microsoft.com/office/officeart/2005/8/layout/hierarchy1"/>
    <dgm:cxn modelId="{DC2852D6-7D02-4A4A-8870-BC902FA9F4C4}" type="presParOf" srcId="{BD260501-667E-46BE-9E35-2106DAB740DE}" destId="{C64E447B-F23F-4AB1-9B8B-50FBF8D1B129}" srcOrd="0" destOrd="0" presId="urn:microsoft.com/office/officeart/2005/8/layout/hierarchy1"/>
    <dgm:cxn modelId="{5AF1E5EA-4786-4B78-A225-B00320C58934}" type="presParOf" srcId="{BD260501-667E-46BE-9E35-2106DAB740DE}" destId="{3914D127-D46D-4A7D-BAD2-4F7460847BAB}" srcOrd="1" destOrd="0" presId="urn:microsoft.com/office/officeart/2005/8/layout/hierarchy1"/>
    <dgm:cxn modelId="{34218BF2-386E-417C-AE4E-38C8F13B02C5}" type="presParOf" srcId="{57A41C66-E730-4975-A7E0-26327E8224BE}" destId="{73472231-FC1C-463A-BB38-2BB9AA9A6D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8896491-1AAD-4D1A-BA24-6320C0C70C46}" type="doc">
      <dgm:prSet loTypeId="urn:microsoft.com/office/officeart/2005/8/layout/hierarchy1" loCatId="hierarchy" qsTypeId="urn:microsoft.com/office/officeart/2005/8/quickstyle/simple1#7" qsCatId="simple" csTypeId="urn:microsoft.com/office/officeart/2005/8/colors/accent1_2#6" csCatId="accent1" phldr="1"/>
      <dgm:spPr/>
      <dgm:t>
        <a:bodyPr/>
        <a:lstStyle/>
        <a:p>
          <a:endParaRPr lang="es-CR"/>
        </a:p>
      </dgm:t>
    </dgm:pt>
    <dgm:pt modelId="{D35A3F74-03E4-4F03-9D7D-74E7BB81098A}">
      <dgm:prSet phldrT="[Texto]"/>
      <dgm:spPr>
        <a:solidFill>
          <a:srgbClr val="00B050">
            <a:alpha val="90000"/>
          </a:srgbClr>
        </a:solidFill>
      </dgm:spPr>
      <dgm:t>
        <a:bodyPr/>
        <a:lstStyle/>
        <a:p>
          <a:r>
            <a:rPr lang="es-CR" dirty="0"/>
            <a:t>A</a:t>
          </a:r>
        </a:p>
      </dgm:t>
    </dgm:pt>
    <dgm:pt modelId="{09085AA0-399B-49B0-AEF1-FFADEFC5B54F}" type="parTrans" cxnId="{DC53E169-1A31-4445-BF09-6709D65B6058}">
      <dgm:prSet/>
      <dgm:spPr/>
      <dgm:t>
        <a:bodyPr/>
        <a:lstStyle/>
        <a:p>
          <a:endParaRPr lang="es-CR"/>
        </a:p>
      </dgm:t>
    </dgm:pt>
    <dgm:pt modelId="{D15F5A10-15E6-407B-BDE7-2E0C11039F20}" type="sibTrans" cxnId="{DC53E169-1A31-4445-BF09-6709D65B6058}">
      <dgm:prSet/>
      <dgm:spPr/>
      <dgm:t>
        <a:bodyPr/>
        <a:lstStyle/>
        <a:p>
          <a:endParaRPr lang="es-CR"/>
        </a:p>
      </dgm:t>
    </dgm:pt>
    <dgm:pt modelId="{D4AA4CAE-256D-41B8-968C-F38A4D27E205}">
      <dgm:prSet phldrT="[Texto]"/>
      <dgm:spPr/>
      <dgm:t>
        <a:bodyPr/>
        <a:lstStyle/>
        <a:p>
          <a:r>
            <a:rPr lang="es-CR" dirty="0"/>
            <a:t>B</a:t>
          </a:r>
        </a:p>
      </dgm:t>
    </dgm:pt>
    <dgm:pt modelId="{EB0A5A73-0635-41AF-83D2-02BF2205A60F}" type="parTrans" cxnId="{7977164D-A056-4B06-9B5D-AC3151456ADB}">
      <dgm:prSet/>
      <dgm:spPr/>
      <dgm:t>
        <a:bodyPr/>
        <a:lstStyle/>
        <a:p>
          <a:endParaRPr lang="es-CR"/>
        </a:p>
      </dgm:t>
    </dgm:pt>
    <dgm:pt modelId="{72CCFCCF-272C-4D33-AFB4-531CEF1D9DBA}" type="sibTrans" cxnId="{7977164D-A056-4B06-9B5D-AC3151456ADB}">
      <dgm:prSet/>
      <dgm:spPr/>
      <dgm:t>
        <a:bodyPr/>
        <a:lstStyle/>
        <a:p>
          <a:endParaRPr lang="es-CR"/>
        </a:p>
      </dgm:t>
    </dgm:pt>
    <dgm:pt modelId="{53D7A827-4753-4FF1-94E1-F051E8C566FB}">
      <dgm:prSet phldrT="[Texto]"/>
      <dgm:spPr/>
      <dgm:t>
        <a:bodyPr/>
        <a:lstStyle/>
        <a:p>
          <a:r>
            <a:rPr lang="es-CR" dirty="0"/>
            <a:t>C</a:t>
          </a:r>
        </a:p>
      </dgm:t>
    </dgm:pt>
    <dgm:pt modelId="{14905206-FD45-4098-810A-C4623862B68D}" type="parTrans" cxnId="{6FCB5555-C49C-4C48-BCDB-0C017DBD91F5}">
      <dgm:prSet/>
      <dgm:spPr/>
      <dgm:t>
        <a:bodyPr/>
        <a:lstStyle/>
        <a:p>
          <a:endParaRPr lang="es-CR"/>
        </a:p>
      </dgm:t>
    </dgm:pt>
    <dgm:pt modelId="{19E0C9E4-BAF4-404D-9554-47E4471BC147}" type="sibTrans" cxnId="{6FCB5555-C49C-4C48-BCDB-0C017DBD91F5}">
      <dgm:prSet/>
      <dgm:spPr/>
      <dgm:t>
        <a:bodyPr/>
        <a:lstStyle/>
        <a:p>
          <a:endParaRPr lang="es-CR"/>
        </a:p>
      </dgm:t>
    </dgm:pt>
    <dgm:pt modelId="{63E66201-EE3E-43E3-AD0B-9075622A35FC}">
      <dgm:prSet phldrT="[Texto]"/>
      <dgm:spPr/>
      <dgm:t>
        <a:bodyPr/>
        <a:lstStyle/>
        <a:p>
          <a:r>
            <a:rPr lang="es-CR" dirty="0"/>
            <a:t>D</a:t>
          </a:r>
        </a:p>
      </dgm:t>
    </dgm:pt>
    <dgm:pt modelId="{5FA4BC44-AFA4-4B38-A241-749C9AFDF86A}" type="parTrans" cxnId="{50D62C46-886D-49D7-8A45-4B32405F46E1}">
      <dgm:prSet/>
      <dgm:spPr/>
      <dgm:t>
        <a:bodyPr/>
        <a:lstStyle/>
        <a:p>
          <a:endParaRPr lang="es-CR"/>
        </a:p>
      </dgm:t>
    </dgm:pt>
    <dgm:pt modelId="{0BC6D4E5-4EE0-4907-A0FE-6C3D40FF713E}" type="sibTrans" cxnId="{50D62C46-886D-49D7-8A45-4B32405F46E1}">
      <dgm:prSet/>
      <dgm:spPr/>
      <dgm:t>
        <a:bodyPr/>
        <a:lstStyle/>
        <a:p>
          <a:endParaRPr lang="es-CR"/>
        </a:p>
      </dgm:t>
    </dgm:pt>
    <dgm:pt modelId="{4FAD3D60-1484-4955-A83B-775B6FEB2A19}">
      <dgm:prSet phldrT="[Texto]"/>
      <dgm:spPr/>
      <dgm:t>
        <a:bodyPr/>
        <a:lstStyle/>
        <a:p>
          <a:r>
            <a:rPr lang="es-CR" dirty="0"/>
            <a:t>F</a:t>
          </a:r>
        </a:p>
      </dgm:t>
    </dgm:pt>
    <dgm:pt modelId="{92CAAB16-9A85-4F5B-9CE6-7D5F331CCF40}" type="parTrans" cxnId="{89BFBA37-EEBE-4463-9918-2DA632DF6ABB}">
      <dgm:prSet/>
      <dgm:spPr/>
      <dgm:t>
        <a:bodyPr/>
        <a:lstStyle/>
        <a:p>
          <a:endParaRPr lang="es-CR"/>
        </a:p>
      </dgm:t>
    </dgm:pt>
    <dgm:pt modelId="{57307734-4AAF-4B4E-B64F-C75081B1E70E}" type="sibTrans" cxnId="{89BFBA37-EEBE-4463-9918-2DA632DF6ABB}">
      <dgm:prSet/>
      <dgm:spPr/>
      <dgm:t>
        <a:bodyPr/>
        <a:lstStyle/>
        <a:p>
          <a:endParaRPr lang="es-CR"/>
        </a:p>
      </dgm:t>
    </dgm:pt>
    <dgm:pt modelId="{1EAFD1A0-EA94-401A-9F43-7ACB98E21441}">
      <dgm:prSet phldrT="[Texto]"/>
      <dgm:spPr/>
      <dgm:t>
        <a:bodyPr/>
        <a:lstStyle/>
        <a:p>
          <a:r>
            <a:rPr lang="es-CR" dirty="0"/>
            <a:t>G</a:t>
          </a:r>
        </a:p>
      </dgm:t>
    </dgm:pt>
    <dgm:pt modelId="{71185670-7053-4A75-89FB-62564887F868}" type="parTrans" cxnId="{37219046-256E-4F68-AA97-99D85BE80875}">
      <dgm:prSet/>
      <dgm:spPr/>
      <dgm:t>
        <a:bodyPr/>
        <a:lstStyle/>
        <a:p>
          <a:endParaRPr lang="es-CR"/>
        </a:p>
      </dgm:t>
    </dgm:pt>
    <dgm:pt modelId="{BE64DC6C-E774-40D6-B174-2A73AD344A35}" type="sibTrans" cxnId="{37219046-256E-4F68-AA97-99D85BE80875}">
      <dgm:prSet/>
      <dgm:spPr/>
      <dgm:t>
        <a:bodyPr/>
        <a:lstStyle/>
        <a:p>
          <a:endParaRPr lang="es-CR"/>
        </a:p>
      </dgm:t>
    </dgm:pt>
    <dgm:pt modelId="{1CB26FA7-1B3F-42E1-87C1-133FA3B6963C}">
      <dgm:prSet phldrT="[Texto]"/>
      <dgm:spPr/>
      <dgm:t>
        <a:bodyPr/>
        <a:lstStyle/>
        <a:p>
          <a:r>
            <a:rPr lang="es-CR" dirty="0"/>
            <a:t>E</a:t>
          </a:r>
        </a:p>
      </dgm:t>
    </dgm:pt>
    <dgm:pt modelId="{ADEBA010-A6A6-4CC5-AA53-499E5C2FDBEE}" type="parTrans" cxnId="{7D303E1A-96A9-4675-8968-28B5AB193865}">
      <dgm:prSet/>
      <dgm:spPr/>
      <dgm:t>
        <a:bodyPr/>
        <a:lstStyle/>
        <a:p>
          <a:endParaRPr lang="es-CR"/>
        </a:p>
      </dgm:t>
    </dgm:pt>
    <dgm:pt modelId="{86BF4544-AEBD-4A30-8C4B-BB088E6AE407}" type="sibTrans" cxnId="{7D303E1A-96A9-4675-8968-28B5AB193865}">
      <dgm:prSet/>
      <dgm:spPr/>
      <dgm:t>
        <a:bodyPr/>
        <a:lstStyle/>
        <a:p>
          <a:endParaRPr lang="es-CR"/>
        </a:p>
      </dgm:t>
    </dgm:pt>
    <dgm:pt modelId="{DD210A6D-557E-4E3B-9ABD-F3782656B1CC}" type="pres">
      <dgm:prSet presAssocID="{48896491-1AAD-4D1A-BA24-6320C0C70C46}" presName="hierChild1" presStyleCnt="0">
        <dgm:presLayoutVars>
          <dgm:chPref val="1"/>
          <dgm:dir/>
          <dgm:animOne val="branch"/>
          <dgm:animLvl val="lvl"/>
          <dgm:resizeHandles/>
        </dgm:presLayoutVars>
      </dgm:prSet>
      <dgm:spPr/>
    </dgm:pt>
    <dgm:pt modelId="{5C997DD0-CFBC-4411-AC16-0993AC47479F}" type="pres">
      <dgm:prSet presAssocID="{D35A3F74-03E4-4F03-9D7D-74E7BB81098A}" presName="hierRoot1" presStyleCnt="0"/>
      <dgm:spPr/>
    </dgm:pt>
    <dgm:pt modelId="{B5E88695-36AE-474F-AAB3-DDDE5D9794D9}" type="pres">
      <dgm:prSet presAssocID="{D35A3F74-03E4-4F03-9D7D-74E7BB81098A}" presName="composite" presStyleCnt="0"/>
      <dgm:spPr/>
    </dgm:pt>
    <dgm:pt modelId="{B5EF0D79-D539-48F4-942E-21E2B9F2867F}" type="pres">
      <dgm:prSet presAssocID="{D35A3F74-03E4-4F03-9D7D-74E7BB81098A}" presName="background" presStyleLbl="node0" presStyleIdx="0" presStyleCnt="1"/>
      <dgm:spPr/>
    </dgm:pt>
    <dgm:pt modelId="{54441789-166B-49D5-8F7F-30723DE084D8}" type="pres">
      <dgm:prSet presAssocID="{D35A3F74-03E4-4F03-9D7D-74E7BB81098A}" presName="text" presStyleLbl="fgAcc0" presStyleIdx="0" presStyleCnt="1">
        <dgm:presLayoutVars>
          <dgm:chPref val="3"/>
        </dgm:presLayoutVars>
      </dgm:prSet>
      <dgm:spPr/>
    </dgm:pt>
    <dgm:pt modelId="{EE092E8A-64AA-4C70-BEDC-B50C5A1238AD}" type="pres">
      <dgm:prSet presAssocID="{D35A3F74-03E4-4F03-9D7D-74E7BB81098A}" presName="hierChild2" presStyleCnt="0"/>
      <dgm:spPr/>
    </dgm:pt>
    <dgm:pt modelId="{4BA1DA1D-ADC8-490B-AE33-0EB24E969E2C}" type="pres">
      <dgm:prSet presAssocID="{EB0A5A73-0635-41AF-83D2-02BF2205A60F}" presName="Name10" presStyleLbl="parChTrans1D2" presStyleIdx="0" presStyleCnt="3"/>
      <dgm:spPr/>
    </dgm:pt>
    <dgm:pt modelId="{78A1BF84-52F0-49EF-8E41-874245436DE3}" type="pres">
      <dgm:prSet presAssocID="{D4AA4CAE-256D-41B8-968C-F38A4D27E205}" presName="hierRoot2" presStyleCnt="0"/>
      <dgm:spPr/>
    </dgm:pt>
    <dgm:pt modelId="{6F27E788-DF45-4056-9B72-F789287230E5}" type="pres">
      <dgm:prSet presAssocID="{D4AA4CAE-256D-41B8-968C-F38A4D27E205}" presName="composite2" presStyleCnt="0"/>
      <dgm:spPr/>
    </dgm:pt>
    <dgm:pt modelId="{A8189625-A2F4-4AA5-B663-756B4DD69C89}" type="pres">
      <dgm:prSet presAssocID="{D4AA4CAE-256D-41B8-968C-F38A4D27E205}" presName="background2" presStyleLbl="node2" presStyleIdx="0" presStyleCnt="3"/>
      <dgm:spPr/>
    </dgm:pt>
    <dgm:pt modelId="{C0B9AA2E-72BF-4DD6-A3E4-929A5B48A470}" type="pres">
      <dgm:prSet presAssocID="{D4AA4CAE-256D-41B8-968C-F38A4D27E205}" presName="text2" presStyleLbl="fgAcc2" presStyleIdx="0" presStyleCnt="3">
        <dgm:presLayoutVars>
          <dgm:chPref val="3"/>
        </dgm:presLayoutVars>
      </dgm:prSet>
      <dgm:spPr/>
    </dgm:pt>
    <dgm:pt modelId="{F0D897C2-2ADE-4CB7-81A9-0A338B1EE948}" type="pres">
      <dgm:prSet presAssocID="{D4AA4CAE-256D-41B8-968C-F38A4D27E205}" presName="hierChild3" presStyleCnt="0"/>
      <dgm:spPr/>
    </dgm:pt>
    <dgm:pt modelId="{4E8B10B8-25F4-4C9C-92AA-9E7BE206E22F}" type="pres">
      <dgm:prSet presAssocID="{14905206-FD45-4098-810A-C4623862B68D}" presName="Name17" presStyleLbl="parChTrans1D3" presStyleIdx="0" presStyleCnt="1"/>
      <dgm:spPr/>
    </dgm:pt>
    <dgm:pt modelId="{C2D86811-71C2-4DBA-ACDF-30D9F995C81F}" type="pres">
      <dgm:prSet presAssocID="{53D7A827-4753-4FF1-94E1-F051E8C566FB}" presName="hierRoot3" presStyleCnt="0"/>
      <dgm:spPr/>
    </dgm:pt>
    <dgm:pt modelId="{53BDA803-6F5A-4CCB-AC09-1FFFA3A7A4A7}" type="pres">
      <dgm:prSet presAssocID="{53D7A827-4753-4FF1-94E1-F051E8C566FB}" presName="composite3" presStyleCnt="0"/>
      <dgm:spPr/>
    </dgm:pt>
    <dgm:pt modelId="{017C94B9-20C2-4E70-AD50-A9BE5111CF42}" type="pres">
      <dgm:prSet presAssocID="{53D7A827-4753-4FF1-94E1-F051E8C566FB}" presName="background3" presStyleLbl="node3" presStyleIdx="0" presStyleCnt="1"/>
      <dgm:spPr/>
    </dgm:pt>
    <dgm:pt modelId="{6AC81261-9ED7-4E8D-9248-BC28FA244E72}" type="pres">
      <dgm:prSet presAssocID="{53D7A827-4753-4FF1-94E1-F051E8C566FB}" presName="text3" presStyleLbl="fgAcc3" presStyleIdx="0" presStyleCnt="1">
        <dgm:presLayoutVars>
          <dgm:chPref val="3"/>
        </dgm:presLayoutVars>
      </dgm:prSet>
      <dgm:spPr/>
    </dgm:pt>
    <dgm:pt modelId="{F6DF1192-3FE3-4D05-8602-DCE5F346A743}" type="pres">
      <dgm:prSet presAssocID="{53D7A827-4753-4FF1-94E1-F051E8C566FB}" presName="hierChild4" presStyleCnt="0"/>
      <dgm:spPr/>
    </dgm:pt>
    <dgm:pt modelId="{0CD84783-E944-4E6B-91BD-A9FFC4157B17}" type="pres">
      <dgm:prSet presAssocID="{5FA4BC44-AFA4-4B38-A241-749C9AFDF86A}" presName="Name23" presStyleLbl="parChTrans1D4" presStyleIdx="0" presStyleCnt="2"/>
      <dgm:spPr/>
    </dgm:pt>
    <dgm:pt modelId="{DE36C74A-4232-4694-B6EE-05765AD71FDB}" type="pres">
      <dgm:prSet presAssocID="{63E66201-EE3E-43E3-AD0B-9075622A35FC}" presName="hierRoot4" presStyleCnt="0"/>
      <dgm:spPr/>
    </dgm:pt>
    <dgm:pt modelId="{B2260BB9-2827-4495-8646-3ED591FD7018}" type="pres">
      <dgm:prSet presAssocID="{63E66201-EE3E-43E3-AD0B-9075622A35FC}" presName="composite4" presStyleCnt="0"/>
      <dgm:spPr/>
    </dgm:pt>
    <dgm:pt modelId="{C28983B9-9589-4137-830C-4DC27397659A}" type="pres">
      <dgm:prSet presAssocID="{63E66201-EE3E-43E3-AD0B-9075622A35FC}" presName="background4" presStyleLbl="node4" presStyleIdx="0" presStyleCnt="2"/>
      <dgm:spPr/>
    </dgm:pt>
    <dgm:pt modelId="{E4654F2E-3ABF-48CD-876C-5E03E706D684}" type="pres">
      <dgm:prSet presAssocID="{63E66201-EE3E-43E3-AD0B-9075622A35FC}" presName="text4" presStyleLbl="fgAcc4" presStyleIdx="0" presStyleCnt="2">
        <dgm:presLayoutVars>
          <dgm:chPref val="3"/>
        </dgm:presLayoutVars>
      </dgm:prSet>
      <dgm:spPr/>
    </dgm:pt>
    <dgm:pt modelId="{82ED19F3-8370-4140-B603-F4C17AF7C93C}" type="pres">
      <dgm:prSet presAssocID="{63E66201-EE3E-43E3-AD0B-9075622A35FC}" presName="hierChild5" presStyleCnt="0"/>
      <dgm:spPr/>
    </dgm:pt>
    <dgm:pt modelId="{BB44C833-4DF1-4960-BDCA-70FD4416A996}" type="pres">
      <dgm:prSet presAssocID="{ADEBA010-A6A6-4CC5-AA53-499E5C2FDBEE}" presName="Name23" presStyleLbl="parChTrans1D4" presStyleIdx="1" presStyleCnt="2"/>
      <dgm:spPr/>
    </dgm:pt>
    <dgm:pt modelId="{55C8F3CD-1155-4B24-918E-1CD9998FEA8C}" type="pres">
      <dgm:prSet presAssocID="{1CB26FA7-1B3F-42E1-87C1-133FA3B6963C}" presName="hierRoot4" presStyleCnt="0"/>
      <dgm:spPr/>
    </dgm:pt>
    <dgm:pt modelId="{1B8976C3-91DF-4201-8E27-773ADDBC1816}" type="pres">
      <dgm:prSet presAssocID="{1CB26FA7-1B3F-42E1-87C1-133FA3B6963C}" presName="composite4" presStyleCnt="0"/>
      <dgm:spPr/>
    </dgm:pt>
    <dgm:pt modelId="{FD2188B2-839F-407F-9CFD-6E32B5921A63}" type="pres">
      <dgm:prSet presAssocID="{1CB26FA7-1B3F-42E1-87C1-133FA3B6963C}" presName="background4" presStyleLbl="node4" presStyleIdx="1" presStyleCnt="2"/>
      <dgm:spPr/>
    </dgm:pt>
    <dgm:pt modelId="{55C2C9F6-F2DE-4271-8F5D-856FBCF80ABD}" type="pres">
      <dgm:prSet presAssocID="{1CB26FA7-1B3F-42E1-87C1-133FA3B6963C}" presName="text4" presStyleLbl="fgAcc4" presStyleIdx="1" presStyleCnt="2">
        <dgm:presLayoutVars>
          <dgm:chPref val="3"/>
        </dgm:presLayoutVars>
      </dgm:prSet>
      <dgm:spPr/>
    </dgm:pt>
    <dgm:pt modelId="{80A11644-F7AC-434E-A78A-4BE27C654970}" type="pres">
      <dgm:prSet presAssocID="{1CB26FA7-1B3F-42E1-87C1-133FA3B6963C}" presName="hierChild5" presStyleCnt="0"/>
      <dgm:spPr/>
    </dgm:pt>
    <dgm:pt modelId="{EEC3133B-C463-4764-8322-90433A2F499C}" type="pres">
      <dgm:prSet presAssocID="{92CAAB16-9A85-4F5B-9CE6-7D5F331CCF40}" presName="Name10" presStyleLbl="parChTrans1D2" presStyleIdx="1" presStyleCnt="3"/>
      <dgm:spPr/>
    </dgm:pt>
    <dgm:pt modelId="{17ACFC25-CDF9-4969-B1F9-063D366376FF}" type="pres">
      <dgm:prSet presAssocID="{4FAD3D60-1484-4955-A83B-775B6FEB2A19}" presName="hierRoot2" presStyleCnt="0"/>
      <dgm:spPr/>
    </dgm:pt>
    <dgm:pt modelId="{50A275BF-2DDA-4D4E-BCCA-2F73695DA7E4}" type="pres">
      <dgm:prSet presAssocID="{4FAD3D60-1484-4955-A83B-775B6FEB2A19}" presName="composite2" presStyleCnt="0"/>
      <dgm:spPr/>
    </dgm:pt>
    <dgm:pt modelId="{5D9C7AEA-5364-46F3-A980-EA2792388CF3}" type="pres">
      <dgm:prSet presAssocID="{4FAD3D60-1484-4955-A83B-775B6FEB2A19}" presName="background2" presStyleLbl="node2" presStyleIdx="1" presStyleCnt="3"/>
      <dgm:spPr/>
    </dgm:pt>
    <dgm:pt modelId="{FE098037-EC99-4461-B1B2-BEF960698020}" type="pres">
      <dgm:prSet presAssocID="{4FAD3D60-1484-4955-A83B-775B6FEB2A19}" presName="text2" presStyleLbl="fgAcc2" presStyleIdx="1" presStyleCnt="3">
        <dgm:presLayoutVars>
          <dgm:chPref val="3"/>
        </dgm:presLayoutVars>
      </dgm:prSet>
      <dgm:spPr/>
    </dgm:pt>
    <dgm:pt modelId="{503D5FFA-6454-47DC-A73D-E71C1C05430D}" type="pres">
      <dgm:prSet presAssocID="{4FAD3D60-1484-4955-A83B-775B6FEB2A19}" presName="hierChild3" presStyleCnt="0"/>
      <dgm:spPr/>
    </dgm:pt>
    <dgm:pt modelId="{EBF29880-A0FD-45A9-881B-AA3F47F3F4AB}" type="pres">
      <dgm:prSet presAssocID="{71185670-7053-4A75-89FB-62564887F868}" presName="Name10" presStyleLbl="parChTrans1D2" presStyleIdx="2" presStyleCnt="3"/>
      <dgm:spPr/>
    </dgm:pt>
    <dgm:pt modelId="{57A41C66-E730-4975-A7E0-26327E8224BE}" type="pres">
      <dgm:prSet presAssocID="{1EAFD1A0-EA94-401A-9F43-7ACB98E21441}" presName="hierRoot2" presStyleCnt="0"/>
      <dgm:spPr/>
    </dgm:pt>
    <dgm:pt modelId="{BD260501-667E-46BE-9E35-2106DAB740DE}" type="pres">
      <dgm:prSet presAssocID="{1EAFD1A0-EA94-401A-9F43-7ACB98E21441}" presName="composite2" presStyleCnt="0"/>
      <dgm:spPr/>
    </dgm:pt>
    <dgm:pt modelId="{C64E447B-F23F-4AB1-9B8B-50FBF8D1B129}" type="pres">
      <dgm:prSet presAssocID="{1EAFD1A0-EA94-401A-9F43-7ACB98E21441}" presName="background2" presStyleLbl="node2" presStyleIdx="2" presStyleCnt="3"/>
      <dgm:spPr/>
    </dgm:pt>
    <dgm:pt modelId="{3914D127-D46D-4A7D-BAD2-4F7460847BAB}" type="pres">
      <dgm:prSet presAssocID="{1EAFD1A0-EA94-401A-9F43-7ACB98E21441}" presName="text2" presStyleLbl="fgAcc2" presStyleIdx="2" presStyleCnt="3">
        <dgm:presLayoutVars>
          <dgm:chPref val="3"/>
        </dgm:presLayoutVars>
      </dgm:prSet>
      <dgm:spPr/>
    </dgm:pt>
    <dgm:pt modelId="{73472231-FC1C-463A-BB38-2BB9AA9A6D74}" type="pres">
      <dgm:prSet presAssocID="{1EAFD1A0-EA94-401A-9F43-7ACB98E21441}" presName="hierChild3" presStyleCnt="0"/>
      <dgm:spPr/>
    </dgm:pt>
  </dgm:ptLst>
  <dgm:cxnLst>
    <dgm:cxn modelId="{7D303E1A-96A9-4675-8968-28B5AB193865}" srcId="{53D7A827-4753-4FF1-94E1-F051E8C566FB}" destId="{1CB26FA7-1B3F-42E1-87C1-133FA3B6963C}" srcOrd="1" destOrd="0" parTransId="{ADEBA010-A6A6-4CC5-AA53-499E5C2FDBEE}" sibTransId="{86BF4544-AEBD-4A30-8C4B-BB088E6AE407}"/>
    <dgm:cxn modelId="{E450F61A-7626-4899-8E60-94BD4E22931A}" type="presOf" srcId="{D4AA4CAE-256D-41B8-968C-F38A4D27E205}" destId="{C0B9AA2E-72BF-4DD6-A3E4-929A5B48A470}" srcOrd="0" destOrd="0" presId="urn:microsoft.com/office/officeart/2005/8/layout/hierarchy1"/>
    <dgm:cxn modelId="{C7069836-7B54-44B5-B7A8-C8A48E76BAEF}" type="presOf" srcId="{D35A3F74-03E4-4F03-9D7D-74E7BB81098A}" destId="{54441789-166B-49D5-8F7F-30723DE084D8}" srcOrd="0" destOrd="0" presId="urn:microsoft.com/office/officeart/2005/8/layout/hierarchy1"/>
    <dgm:cxn modelId="{89BFBA37-EEBE-4463-9918-2DA632DF6ABB}" srcId="{D35A3F74-03E4-4F03-9D7D-74E7BB81098A}" destId="{4FAD3D60-1484-4955-A83B-775B6FEB2A19}" srcOrd="1" destOrd="0" parTransId="{92CAAB16-9A85-4F5B-9CE6-7D5F331CCF40}" sibTransId="{57307734-4AAF-4B4E-B64F-C75081B1E70E}"/>
    <dgm:cxn modelId="{0C8F9345-CA5D-4651-A8F2-0E747B0D8754}" type="presOf" srcId="{63E66201-EE3E-43E3-AD0B-9075622A35FC}" destId="{E4654F2E-3ABF-48CD-876C-5E03E706D684}" srcOrd="0" destOrd="0" presId="urn:microsoft.com/office/officeart/2005/8/layout/hierarchy1"/>
    <dgm:cxn modelId="{36A0AB45-D746-4D81-A872-E6E6A2C9B171}" type="presOf" srcId="{71185670-7053-4A75-89FB-62564887F868}" destId="{EBF29880-A0FD-45A9-881B-AA3F47F3F4AB}" srcOrd="0" destOrd="0" presId="urn:microsoft.com/office/officeart/2005/8/layout/hierarchy1"/>
    <dgm:cxn modelId="{50D62C46-886D-49D7-8A45-4B32405F46E1}" srcId="{53D7A827-4753-4FF1-94E1-F051E8C566FB}" destId="{63E66201-EE3E-43E3-AD0B-9075622A35FC}" srcOrd="0" destOrd="0" parTransId="{5FA4BC44-AFA4-4B38-A241-749C9AFDF86A}" sibTransId="{0BC6D4E5-4EE0-4907-A0FE-6C3D40FF713E}"/>
    <dgm:cxn modelId="{37219046-256E-4F68-AA97-99D85BE80875}" srcId="{D35A3F74-03E4-4F03-9D7D-74E7BB81098A}" destId="{1EAFD1A0-EA94-401A-9F43-7ACB98E21441}" srcOrd="2" destOrd="0" parTransId="{71185670-7053-4A75-89FB-62564887F868}" sibTransId="{BE64DC6C-E774-40D6-B174-2A73AD344A35}"/>
    <dgm:cxn modelId="{DC53E169-1A31-4445-BF09-6709D65B6058}" srcId="{48896491-1AAD-4D1A-BA24-6320C0C70C46}" destId="{D35A3F74-03E4-4F03-9D7D-74E7BB81098A}" srcOrd="0" destOrd="0" parTransId="{09085AA0-399B-49B0-AEF1-FFADEFC5B54F}" sibTransId="{D15F5A10-15E6-407B-BDE7-2E0C11039F20}"/>
    <dgm:cxn modelId="{7FAF144A-1C8B-459A-A57E-C82C8938780E}" type="presOf" srcId="{92CAAB16-9A85-4F5B-9CE6-7D5F331CCF40}" destId="{EEC3133B-C463-4764-8322-90433A2F499C}" srcOrd="0" destOrd="0" presId="urn:microsoft.com/office/officeart/2005/8/layout/hierarchy1"/>
    <dgm:cxn modelId="{935B276A-FD47-4810-BF63-1929C0A006D0}" type="presOf" srcId="{EB0A5A73-0635-41AF-83D2-02BF2205A60F}" destId="{4BA1DA1D-ADC8-490B-AE33-0EB24E969E2C}" srcOrd="0" destOrd="0" presId="urn:microsoft.com/office/officeart/2005/8/layout/hierarchy1"/>
    <dgm:cxn modelId="{7977164D-A056-4B06-9B5D-AC3151456ADB}" srcId="{D35A3F74-03E4-4F03-9D7D-74E7BB81098A}" destId="{D4AA4CAE-256D-41B8-968C-F38A4D27E205}" srcOrd="0" destOrd="0" parTransId="{EB0A5A73-0635-41AF-83D2-02BF2205A60F}" sibTransId="{72CCFCCF-272C-4D33-AFB4-531CEF1D9DBA}"/>
    <dgm:cxn modelId="{68072C50-7759-46CB-A1AD-4EFC4621C767}" type="presOf" srcId="{5FA4BC44-AFA4-4B38-A241-749C9AFDF86A}" destId="{0CD84783-E944-4E6B-91BD-A9FFC4157B17}" srcOrd="0" destOrd="0" presId="urn:microsoft.com/office/officeart/2005/8/layout/hierarchy1"/>
    <dgm:cxn modelId="{6FCB5555-C49C-4C48-BCDB-0C017DBD91F5}" srcId="{D4AA4CAE-256D-41B8-968C-F38A4D27E205}" destId="{53D7A827-4753-4FF1-94E1-F051E8C566FB}" srcOrd="0" destOrd="0" parTransId="{14905206-FD45-4098-810A-C4623862B68D}" sibTransId="{19E0C9E4-BAF4-404D-9554-47E4471BC147}"/>
    <dgm:cxn modelId="{9B2E0776-A204-4C90-8E36-F4F2764D5D02}" type="presOf" srcId="{1CB26FA7-1B3F-42E1-87C1-133FA3B6963C}" destId="{55C2C9F6-F2DE-4271-8F5D-856FBCF80ABD}" srcOrd="0" destOrd="0" presId="urn:microsoft.com/office/officeart/2005/8/layout/hierarchy1"/>
    <dgm:cxn modelId="{64534B8E-F167-411A-8595-0AA7E5075323}" type="presOf" srcId="{1EAFD1A0-EA94-401A-9F43-7ACB98E21441}" destId="{3914D127-D46D-4A7D-BAD2-4F7460847BAB}" srcOrd="0" destOrd="0" presId="urn:microsoft.com/office/officeart/2005/8/layout/hierarchy1"/>
    <dgm:cxn modelId="{4054088F-404B-4274-96F9-3154212C3B36}" type="presOf" srcId="{53D7A827-4753-4FF1-94E1-F051E8C566FB}" destId="{6AC81261-9ED7-4E8D-9248-BC28FA244E72}" srcOrd="0" destOrd="0" presId="urn:microsoft.com/office/officeart/2005/8/layout/hierarchy1"/>
    <dgm:cxn modelId="{382B4C97-933E-49F3-A707-9D6D06F02691}" type="presOf" srcId="{ADEBA010-A6A6-4CC5-AA53-499E5C2FDBEE}" destId="{BB44C833-4DF1-4960-BDCA-70FD4416A996}" srcOrd="0" destOrd="0" presId="urn:microsoft.com/office/officeart/2005/8/layout/hierarchy1"/>
    <dgm:cxn modelId="{C79709CE-A26B-45F6-88F5-C4E7E29D49C3}" type="presOf" srcId="{4FAD3D60-1484-4955-A83B-775B6FEB2A19}" destId="{FE098037-EC99-4461-B1B2-BEF960698020}" srcOrd="0" destOrd="0" presId="urn:microsoft.com/office/officeart/2005/8/layout/hierarchy1"/>
    <dgm:cxn modelId="{B4C37BE2-2B48-4F80-9BB1-4F53DEB8DC3E}" type="presOf" srcId="{14905206-FD45-4098-810A-C4623862B68D}" destId="{4E8B10B8-25F4-4C9C-92AA-9E7BE206E22F}" srcOrd="0" destOrd="0" presId="urn:microsoft.com/office/officeart/2005/8/layout/hierarchy1"/>
    <dgm:cxn modelId="{95C074F8-946D-4B94-A9B1-87FD36AB825E}" type="presOf" srcId="{48896491-1AAD-4D1A-BA24-6320C0C70C46}" destId="{DD210A6D-557E-4E3B-9ABD-F3782656B1CC}" srcOrd="0" destOrd="0" presId="urn:microsoft.com/office/officeart/2005/8/layout/hierarchy1"/>
    <dgm:cxn modelId="{F0F2649B-D0F6-4AEC-A53E-3E2EB9FF1685}" type="presParOf" srcId="{DD210A6D-557E-4E3B-9ABD-F3782656B1CC}" destId="{5C997DD0-CFBC-4411-AC16-0993AC47479F}" srcOrd="0" destOrd="0" presId="urn:microsoft.com/office/officeart/2005/8/layout/hierarchy1"/>
    <dgm:cxn modelId="{8818C203-1B58-4DF1-BF56-A8B30123BF77}" type="presParOf" srcId="{5C997DD0-CFBC-4411-AC16-0993AC47479F}" destId="{B5E88695-36AE-474F-AAB3-DDDE5D9794D9}" srcOrd="0" destOrd="0" presId="urn:microsoft.com/office/officeart/2005/8/layout/hierarchy1"/>
    <dgm:cxn modelId="{96A9D965-3698-4FB1-8439-8CA469055BFA}" type="presParOf" srcId="{B5E88695-36AE-474F-AAB3-DDDE5D9794D9}" destId="{B5EF0D79-D539-48F4-942E-21E2B9F2867F}" srcOrd="0" destOrd="0" presId="urn:microsoft.com/office/officeart/2005/8/layout/hierarchy1"/>
    <dgm:cxn modelId="{8BBCE8C7-7F1E-41E9-918F-B344BCF288AF}" type="presParOf" srcId="{B5E88695-36AE-474F-AAB3-DDDE5D9794D9}" destId="{54441789-166B-49D5-8F7F-30723DE084D8}" srcOrd="1" destOrd="0" presId="urn:microsoft.com/office/officeart/2005/8/layout/hierarchy1"/>
    <dgm:cxn modelId="{492AF0A0-17BA-40AC-A9D4-F85A8BCFD5AE}" type="presParOf" srcId="{5C997DD0-CFBC-4411-AC16-0993AC47479F}" destId="{EE092E8A-64AA-4C70-BEDC-B50C5A1238AD}" srcOrd="1" destOrd="0" presId="urn:microsoft.com/office/officeart/2005/8/layout/hierarchy1"/>
    <dgm:cxn modelId="{FE242453-E9DF-4BCA-A843-843020CA89F4}" type="presParOf" srcId="{EE092E8A-64AA-4C70-BEDC-B50C5A1238AD}" destId="{4BA1DA1D-ADC8-490B-AE33-0EB24E969E2C}" srcOrd="0" destOrd="0" presId="urn:microsoft.com/office/officeart/2005/8/layout/hierarchy1"/>
    <dgm:cxn modelId="{5AF5C098-6A21-4628-B2CC-A8514F62923C}" type="presParOf" srcId="{EE092E8A-64AA-4C70-BEDC-B50C5A1238AD}" destId="{78A1BF84-52F0-49EF-8E41-874245436DE3}" srcOrd="1" destOrd="0" presId="urn:microsoft.com/office/officeart/2005/8/layout/hierarchy1"/>
    <dgm:cxn modelId="{AD350B2C-C58C-405F-AA35-257C9E7AFE14}" type="presParOf" srcId="{78A1BF84-52F0-49EF-8E41-874245436DE3}" destId="{6F27E788-DF45-4056-9B72-F789287230E5}" srcOrd="0" destOrd="0" presId="urn:microsoft.com/office/officeart/2005/8/layout/hierarchy1"/>
    <dgm:cxn modelId="{C45709E9-2A96-451E-BDAC-655DB538A2FB}" type="presParOf" srcId="{6F27E788-DF45-4056-9B72-F789287230E5}" destId="{A8189625-A2F4-4AA5-B663-756B4DD69C89}" srcOrd="0" destOrd="0" presId="urn:microsoft.com/office/officeart/2005/8/layout/hierarchy1"/>
    <dgm:cxn modelId="{83DF7894-FB99-4ABC-853A-65A8A2EEA74F}" type="presParOf" srcId="{6F27E788-DF45-4056-9B72-F789287230E5}" destId="{C0B9AA2E-72BF-4DD6-A3E4-929A5B48A470}" srcOrd="1" destOrd="0" presId="urn:microsoft.com/office/officeart/2005/8/layout/hierarchy1"/>
    <dgm:cxn modelId="{091089C1-2D7E-456E-8D52-11E820FB9859}" type="presParOf" srcId="{78A1BF84-52F0-49EF-8E41-874245436DE3}" destId="{F0D897C2-2ADE-4CB7-81A9-0A338B1EE948}" srcOrd="1" destOrd="0" presId="urn:microsoft.com/office/officeart/2005/8/layout/hierarchy1"/>
    <dgm:cxn modelId="{D80DCFCB-F680-42E5-8B59-A7F00F928663}" type="presParOf" srcId="{F0D897C2-2ADE-4CB7-81A9-0A338B1EE948}" destId="{4E8B10B8-25F4-4C9C-92AA-9E7BE206E22F}" srcOrd="0" destOrd="0" presId="urn:microsoft.com/office/officeart/2005/8/layout/hierarchy1"/>
    <dgm:cxn modelId="{3F774142-77EE-435F-BE7B-1A4D6D3089BF}" type="presParOf" srcId="{F0D897C2-2ADE-4CB7-81A9-0A338B1EE948}" destId="{C2D86811-71C2-4DBA-ACDF-30D9F995C81F}" srcOrd="1" destOrd="0" presId="urn:microsoft.com/office/officeart/2005/8/layout/hierarchy1"/>
    <dgm:cxn modelId="{45D40C75-16B3-464F-81DC-4629175234A0}" type="presParOf" srcId="{C2D86811-71C2-4DBA-ACDF-30D9F995C81F}" destId="{53BDA803-6F5A-4CCB-AC09-1FFFA3A7A4A7}" srcOrd="0" destOrd="0" presId="urn:microsoft.com/office/officeart/2005/8/layout/hierarchy1"/>
    <dgm:cxn modelId="{280A2C21-D466-4E44-8213-979EFFFCAA84}" type="presParOf" srcId="{53BDA803-6F5A-4CCB-AC09-1FFFA3A7A4A7}" destId="{017C94B9-20C2-4E70-AD50-A9BE5111CF42}" srcOrd="0" destOrd="0" presId="urn:microsoft.com/office/officeart/2005/8/layout/hierarchy1"/>
    <dgm:cxn modelId="{862F04DB-0BCF-47C1-8744-289DB63FC411}" type="presParOf" srcId="{53BDA803-6F5A-4CCB-AC09-1FFFA3A7A4A7}" destId="{6AC81261-9ED7-4E8D-9248-BC28FA244E72}" srcOrd="1" destOrd="0" presId="urn:microsoft.com/office/officeart/2005/8/layout/hierarchy1"/>
    <dgm:cxn modelId="{A18E22B2-6997-42CB-9028-72172C2DB921}" type="presParOf" srcId="{C2D86811-71C2-4DBA-ACDF-30D9F995C81F}" destId="{F6DF1192-3FE3-4D05-8602-DCE5F346A743}" srcOrd="1" destOrd="0" presId="urn:microsoft.com/office/officeart/2005/8/layout/hierarchy1"/>
    <dgm:cxn modelId="{860E9A45-3AB5-4831-ADEB-C05DDB8D1D2A}" type="presParOf" srcId="{F6DF1192-3FE3-4D05-8602-DCE5F346A743}" destId="{0CD84783-E944-4E6B-91BD-A9FFC4157B17}" srcOrd="0" destOrd="0" presId="urn:microsoft.com/office/officeart/2005/8/layout/hierarchy1"/>
    <dgm:cxn modelId="{B18B0DB3-8541-4AF0-847E-44C30F3D5CDD}" type="presParOf" srcId="{F6DF1192-3FE3-4D05-8602-DCE5F346A743}" destId="{DE36C74A-4232-4694-B6EE-05765AD71FDB}" srcOrd="1" destOrd="0" presId="urn:microsoft.com/office/officeart/2005/8/layout/hierarchy1"/>
    <dgm:cxn modelId="{546249C9-210D-491F-B518-E0E0633565DF}" type="presParOf" srcId="{DE36C74A-4232-4694-B6EE-05765AD71FDB}" destId="{B2260BB9-2827-4495-8646-3ED591FD7018}" srcOrd="0" destOrd="0" presId="urn:microsoft.com/office/officeart/2005/8/layout/hierarchy1"/>
    <dgm:cxn modelId="{AFBD5CDF-CF00-4BD9-8E17-41081516651D}" type="presParOf" srcId="{B2260BB9-2827-4495-8646-3ED591FD7018}" destId="{C28983B9-9589-4137-830C-4DC27397659A}" srcOrd="0" destOrd="0" presId="urn:microsoft.com/office/officeart/2005/8/layout/hierarchy1"/>
    <dgm:cxn modelId="{4327FF12-325A-4D2C-A696-54243414BA3C}" type="presParOf" srcId="{B2260BB9-2827-4495-8646-3ED591FD7018}" destId="{E4654F2E-3ABF-48CD-876C-5E03E706D684}" srcOrd="1" destOrd="0" presId="urn:microsoft.com/office/officeart/2005/8/layout/hierarchy1"/>
    <dgm:cxn modelId="{D62D00F4-B27A-4445-A152-9A6EB6513123}" type="presParOf" srcId="{DE36C74A-4232-4694-B6EE-05765AD71FDB}" destId="{82ED19F3-8370-4140-B603-F4C17AF7C93C}" srcOrd="1" destOrd="0" presId="urn:microsoft.com/office/officeart/2005/8/layout/hierarchy1"/>
    <dgm:cxn modelId="{B64D78AC-BDCC-4528-BFBD-7DFEEC02E6BC}" type="presParOf" srcId="{F6DF1192-3FE3-4D05-8602-DCE5F346A743}" destId="{BB44C833-4DF1-4960-BDCA-70FD4416A996}" srcOrd="2" destOrd="0" presId="urn:microsoft.com/office/officeart/2005/8/layout/hierarchy1"/>
    <dgm:cxn modelId="{8BEAC425-2842-46C0-8220-06EA2E437771}" type="presParOf" srcId="{F6DF1192-3FE3-4D05-8602-DCE5F346A743}" destId="{55C8F3CD-1155-4B24-918E-1CD9998FEA8C}" srcOrd="3" destOrd="0" presId="urn:microsoft.com/office/officeart/2005/8/layout/hierarchy1"/>
    <dgm:cxn modelId="{D4B849A1-A2D0-4943-89EC-25D5ED0D57AE}" type="presParOf" srcId="{55C8F3CD-1155-4B24-918E-1CD9998FEA8C}" destId="{1B8976C3-91DF-4201-8E27-773ADDBC1816}" srcOrd="0" destOrd="0" presId="urn:microsoft.com/office/officeart/2005/8/layout/hierarchy1"/>
    <dgm:cxn modelId="{9A358B2A-8A10-4F5B-BD5A-753B350715EE}" type="presParOf" srcId="{1B8976C3-91DF-4201-8E27-773ADDBC1816}" destId="{FD2188B2-839F-407F-9CFD-6E32B5921A63}" srcOrd="0" destOrd="0" presId="urn:microsoft.com/office/officeart/2005/8/layout/hierarchy1"/>
    <dgm:cxn modelId="{53C15B83-E355-42A5-A89C-56AFF279DB32}" type="presParOf" srcId="{1B8976C3-91DF-4201-8E27-773ADDBC1816}" destId="{55C2C9F6-F2DE-4271-8F5D-856FBCF80ABD}" srcOrd="1" destOrd="0" presId="urn:microsoft.com/office/officeart/2005/8/layout/hierarchy1"/>
    <dgm:cxn modelId="{CC595416-28BB-4288-8F29-75B6462631E7}" type="presParOf" srcId="{55C8F3CD-1155-4B24-918E-1CD9998FEA8C}" destId="{80A11644-F7AC-434E-A78A-4BE27C654970}" srcOrd="1" destOrd="0" presId="urn:microsoft.com/office/officeart/2005/8/layout/hierarchy1"/>
    <dgm:cxn modelId="{FD2C9E1B-F622-4205-BE7C-3CB46976E2D0}" type="presParOf" srcId="{EE092E8A-64AA-4C70-BEDC-B50C5A1238AD}" destId="{EEC3133B-C463-4764-8322-90433A2F499C}" srcOrd="2" destOrd="0" presId="urn:microsoft.com/office/officeart/2005/8/layout/hierarchy1"/>
    <dgm:cxn modelId="{DE656B24-98E3-4C32-8DE1-F4B74F18D947}" type="presParOf" srcId="{EE092E8A-64AA-4C70-BEDC-B50C5A1238AD}" destId="{17ACFC25-CDF9-4969-B1F9-063D366376FF}" srcOrd="3" destOrd="0" presId="urn:microsoft.com/office/officeart/2005/8/layout/hierarchy1"/>
    <dgm:cxn modelId="{67A37345-2DEA-4797-A2B4-C1E6A3E1D435}" type="presParOf" srcId="{17ACFC25-CDF9-4969-B1F9-063D366376FF}" destId="{50A275BF-2DDA-4D4E-BCCA-2F73695DA7E4}" srcOrd="0" destOrd="0" presId="urn:microsoft.com/office/officeart/2005/8/layout/hierarchy1"/>
    <dgm:cxn modelId="{28FAE73D-B7CD-4021-9084-5DB9D2C7A218}" type="presParOf" srcId="{50A275BF-2DDA-4D4E-BCCA-2F73695DA7E4}" destId="{5D9C7AEA-5364-46F3-A980-EA2792388CF3}" srcOrd="0" destOrd="0" presId="urn:microsoft.com/office/officeart/2005/8/layout/hierarchy1"/>
    <dgm:cxn modelId="{D90B56DE-5B1D-4317-8531-4B25477BE8FD}" type="presParOf" srcId="{50A275BF-2DDA-4D4E-BCCA-2F73695DA7E4}" destId="{FE098037-EC99-4461-B1B2-BEF960698020}" srcOrd="1" destOrd="0" presId="urn:microsoft.com/office/officeart/2005/8/layout/hierarchy1"/>
    <dgm:cxn modelId="{5F5BB574-6978-45F1-A6B0-F704B8511D6C}" type="presParOf" srcId="{17ACFC25-CDF9-4969-B1F9-063D366376FF}" destId="{503D5FFA-6454-47DC-A73D-E71C1C05430D}" srcOrd="1" destOrd="0" presId="urn:microsoft.com/office/officeart/2005/8/layout/hierarchy1"/>
    <dgm:cxn modelId="{90A26763-B84C-4CD8-B847-ADB329D6A354}" type="presParOf" srcId="{EE092E8A-64AA-4C70-BEDC-B50C5A1238AD}" destId="{EBF29880-A0FD-45A9-881B-AA3F47F3F4AB}" srcOrd="4" destOrd="0" presId="urn:microsoft.com/office/officeart/2005/8/layout/hierarchy1"/>
    <dgm:cxn modelId="{3AEF1A7C-E79A-43A1-8CE9-B6E68444749F}" type="presParOf" srcId="{EE092E8A-64AA-4C70-BEDC-B50C5A1238AD}" destId="{57A41C66-E730-4975-A7E0-26327E8224BE}" srcOrd="5" destOrd="0" presId="urn:microsoft.com/office/officeart/2005/8/layout/hierarchy1"/>
    <dgm:cxn modelId="{8312AD88-C171-4E04-ADBB-2D836F5C8D74}" type="presParOf" srcId="{57A41C66-E730-4975-A7E0-26327E8224BE}" destId="{BD260501-667E-46BE-9E35-2106DAB740DE}" srcOrd="0" destOrd="0" presId="urn:microsoft.com/office/officeart/2005/8/layout/hierarchy1"/>
    <dgm:cxn modelId="{DC2852D6-7D02-4A4A-8870-BC902FA9F4C4}" type="presParOf" srcId="{BD260501-667E-46BE-9E35-2106DAB740DE}" destId="{C64E447B-F23F-4AB1-9B8B-50FBF8D1B129}" srcOrd="0" destOrd="0" presId="urn:microsoft.com/office/officeart/2005/8/layout/hierarchy1"/>
    <dgm:cxn modelId="{5AF1E5EA-4786-4B78-A225-B00320C58934}" type="presParOf" srcId="{BD260501-667E-46BE-9E35-2106DAB740DE}" destId="{3914D127-D46D-4A7D-BAD2-4F7460847BAB}" srcOrd="1" destOrd="0" presId="urn:microsoft.com/office/officeart/2005/8/layout/hierarchy1"/>
    <dgm:cxn modelId="{34218BF2-386E-417C-AE4E-38C8F13B02C5}" type="presParOf" srcId="{57A41C66-E730-4975-A7E0-26327E8224BE}" destId="{73472231-FC1C-463A-BB38-2BB9AA9A6D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8896491-1AAD-4D1A-BA24-6320C0C70C46}" type="doc">
      <dgm:prSet loTypeId="urn:microsoft.com/office/officeart/2005/8/layout/hierarchy1" loCatId="hierarchy" qsTypeId="urn:microsoft.com/office/officeart/2005/8/quickstyle/simple1#8" qsCatId="simple" csTypeId="urn:microsoft.com/office/officeart/2005/8/colors/accent1_2#7" csCatId="accent1" phldr="1"/>
      <dgm:spPr/>
      <dgm:t>
        <a:bodyPr/>
        <a:lstStyle/>
        <a:p>
          <a:endParaRPr lang="es-CR"/>
        </a:p>
      </dgm:t>
    </dgm:pt>
    <dgm:pt modelId="{D35A3F74-03E4-4F03-9D7D-74E7BB81098A}">
      <dgm:prSet phldrT="[Texto]"/>
      <dgm:spPr>
        <a:solidFill>
          <a:srgbClr val="00B050">
            <a:alpha val="90000"/>
          </a:srgbClr>
        </a:solidFill>
      </dgm:spPr>
      <dgm:t>
        <a:bodyPr/>
        <a:lstStyle/>
        <a:p>
          <a:r>
            <a:rPr lang="es-CR" dirty="0"/>
            <a:t>A</a:t>
          </a:r>
        </a:p>
      </dgm:t>
    </dgm:pt>
    <dgm:pt modelId="{09085AA0-399B-49B0-AEF1-FFADEFC5B54F}" type="parTrans" cxnId="{DC53E169-1A31-4445-BF09-6709D65B6058}">
      <dgm:prSet/>
      <dgm:spPr/>
      <dgm:t>
        <a:bodyPr/>
        <a:lstStyle/>
        <a:p>
          <a:endParaRPr lang="es-CR"/>
        </a:p>
      </dgm:t>
    </dgm:pt>
    <dgm:pt modelId="{D15F5A10-15E6-407B-BDE7-2E0C11039F20}" type="sibTrans" cxnId="{DC53E169-1A31-4445-BF09-6709D65B6058}">
      <dgm:prSet/>
      <dgm:spPr/>
      <dgm:t>
        <a:bodyPr/>
        <a:lstStyle/>
        <a:p>
          <a:endParaRPr lang="es-CR"/>
        </a:p>
      </dgm:t>
    </dgm:pt>
    <dgm:pt modelId="{D4AA4CAE-256D-41B8-968C-F38A4D27E205}">
      <dgm:prSet phldrT="[Texto]"/>
      <dgm:spPr>
        <a:solidFill>
          <a:srgbClr val="00B050">
            <a:alpha val="90000"/>
          </a:srgbClr>
        </a:solidFill>
      </dgm:spPr>
      <dgm:t>
        <a:bodyPr/>
        <a:lstStyle/>
        <a:p>
          <a:r>
            <a:rPr lang="es-CR" dirty="0"/>
            <a:t>B</a:t>
          </a:r>
        </a:p>
      </dgm:t>
    </dgm:pt>
    <dgm:pt modelId="{EB0A5A73-0635-41AF-83D2-02BF2205A60F}" type="parTrans" cxnId="{7977164D-A056-4B06-9B5D-AC3151456ADB}">
      <dgm:prSet/>
      <dgm:spPr/>
      <dgm:t>
        <a:bodyPr/>
        <a:lstStyle/>
        <a:p>
          <a:endParaRPr lang="es-CR"/>
        </a:p>
      </dgm:t>
    </dgm:pt>
    <dgm:pt modelId="{72CCFCCF-272C-4D33-AFB4-531CEF1D9DBA}" type="sibTrans" cxnId="{7977164D-A056-4B06-9B5D-AC3151456ADB}">
      <dgm:prSet/>
      <dgm:spPr/>
      <dgm:t>
        <a:bodyPr/>
        <a:lstStyle/>
        <a:p>
          <a:endParaRPr lang="es-CR"/>
        </a:p>
      </dgm:t>
    </dgm:pt>
    <dgm:pt modelId="{53D7A827-4753-4FF1-94E1-F051E8C566FB}">
      <dgm:prSet phldrT="[Texto]"/>
      <dgm:spPr/>
      <dgm:t>
        <a:bodyPr/>
        <a:lstStyle/>
        <a:p>
          <a:r>
            <a:rPr lang="es-CR" dirty="0"/>
            <a:t>C</a:t>
          </a:r>
        </a:p>
      </dgm:t>
    </dgm:pt>
    <dgm:pt modelId="{14905206-FD45-4098-810A-C4623862B68D}" type="parTrans" cxnId="{6FCB5555-C49C-4C48-BCDB-0C017DBD91F5}">
      <dgm:prSet/>
      <dgm:spPr/>
      <dgm:t>
        <a:bodyPr/>
        <a:lstStyle/>
        <a:p>
          <a:endParaRPr lang="es-CR"/>
        </a:p>
      </dgm:t>
    </dgm:pt>
    <dgm:pt modelId="{19E0C9E4-BAF4-404D-9554-47E4471BC147}" type="sibTrans" cxnId="{6FCB5555-C49C-4C48-BCDB-0C017DBD91F5}">
      <dgm:prSet/>
      <dgm:spPr/>
      <dgm:t>
        <a:bodyPr/>
        <a:lstStyle/>
        <a:p>
          <a:endParaRPr lang="es-CR"/>
        </a:p>
      </dgm:t>
    </dgm:pt>
    <dgm:pt modelId="{63E66201-EE3E-43E3-AD0B-9075622A35FC}">
      <dgm:prSet phldrT="[Texto]"/>
      <dgm:spPr/>
      <dgm:t>
        <a:bodyPr/>
        <a:lstStyle/>
        <a:p>
          <a:r>
            <a:rPr lang="es-CR" dirty="0"/>
            <a:t>D</a:t>
          </a:r>
        </a:p>
      </dgm:t>
    </dgm:pt>
    <dgm:pt modelId="{5FA4BC44-AFA4-4B38-A241-749C9AFDF86A}" type="parTrans" cxnId="{50D62C46-886D-49D7-8A45-4B32405F46E1}">
      <dgm:prSet/>
      <dgm:spPr/>
      <dgm:t>
        <a:bodyPr/>
        <a:lstStyle/>
        <a:p>
          <a:endParaRPr lang="es-CR"/>
        </a:p>
      </dgm:t>
    </dgm:pt>
    <dgm:pt modelId="{0BC6D4E5-4EE0-4907-A0FE-6C3D40FF713E}" type="sibTrans" cxnId="{50D62C46-886D-49D7-8A45-4B32405F46E1}">
      <dgm:prSet/>
      <dgm:spPr/>
      <dgm:t>
        <a:bodyPr/>
        <a:lstStyle/>
        <a:p>
          <a:endParaRPr lang="es-CR"/>
        </a:p>
      </dgm:t>
    </dgm:pt>
    <dgm:pt modelId="{4FAD3D60-1484-4955-A83B-775B6FEB2A19}">
      <dgm:prSet phldrT="[Texto]"/>
      <dgm:spPr/>
      <dgm:t>
        <a:bodyPr/>
        <a:lstStyle/>
        <a:p>
          <a:r>
            <a:rPr lang="es-CR" dirty="0"/>
            <a:t>F</a:t>
          </a:r>
        </a:p>
      </dgm:t>
    </dgm:pt>
    <dgm:pt modelId="{92CAAB16-9A85-4F5B-9CE6-7D5F331CCF40}" type="parTrans" cxnId="{89BFBA37-EEBE-4463-9918-2DA632DF6ABB}">
      <dgm:prSet/>
      <dgm:spPr/>
      <dgm:t>
        <a:bodyPr/>
        <a:lstStyle/>
        <a:p>
          <a:endParaRPr lang="es-CR"/>
        </a:p>
      </dgm:t>
    </dgm:pt>
    <dgm:pt modelId="{57307734-4AAF-4B4E-B64F-C75081B1E70E}" type="sibTrans" cxnId="{89BFBA37-EEBE-4463-9918-2DA632DF6ABB}">
      <dgm:prSet/>
      <dgm:spPr/>
      <dgm:t>
        <a:bodyPr/>
        <a:lstStyle/>
        <a:p>
          <a:endParaRPr lang="es-CR"/>
        </a:p>
      </dgm:t>
    </dgm:pt>
    <dgm:pt modelId="{1EAFD1A0-EA94-401A-9F43-7ACB98E21441}">
      <dgm:prSet phldrT="[Texto]"/>
      <dgm:spPr/>
      <dgm:t>
        <a:bodyPr/>
        <a:lstStyle/>
        <a:p>
          <a:r>
            <a:rPr lang="es-CR" dirty="0"/>
            <a:t>G</a:t>
          </a:r>
        </a:p>
      </dgm:t>
    </dgm:pt>
    <dgm:pt modelId="{71185670-7053-4A75-89FB-62564887F868}" type="parTrans" cxnId="{37219046-256E-4F68-AA97-99D85BE80875}">
      <dgm:prSet/>
      <dgm:spPr/>
      <dgm:t>
        <a:bodyPr/>
        <a:lstStyle/>
        <a:p>
          <a:endParaRPr lang="es-CR"/>
        </a:p>
      </dgm:t>
    </dgm:pt>
    <dgm:pt modelId="{BE64DC6C-E774-40D6-B174-2A73AD344A35}" type="sibTrans" cxnId="{37219046-256E-4F68-AA97-99D85BE80875}">
      <dgm:prSet/>
      <dgm:spPr/>
      <dgm:t>
        <a:bodyPr/>
        <a:lstStyle/>
        <a:p>
          <a:endParaRPr lang="es-CR"/>
        </a:p>
      </dgm:t>
    </dgm:pt>
    <dgm:pt modelId="{1CB26FA7-1B3F-42E1-87C1-133FA3B6963C}">
      <dgm:prSet phldrT="[Texto]"/>
      <dgm:spPr/>
      <dgm:t>
        <a:bodyPr/>
        <a:lstStyle/>
        <a:p>
          <a:r>
            <a:rPr lang="es-CR" dirty="0"/>
            <a:t>E</a:t>
          </a:r>
        </a:p>
      </dgm:t>
    </dgm:pt>
    <dgm:pt modelId="{ADEBA010-A6A6-4CC5-AA53-499E5C2FDBEE}" type="parTrans" cxnId="{7D303E1A-96A9-4675-8968-28B5AB193865}">
      <dgm:prSet/>
      <dgm:spPr/>
      <dgm:t>
        <a:bodyPr/>
        <a:lstStyle/>
        <a:p>
          <a:endParaRPr lang="es-CR"/>
        </a:p>
      </dgm:t>
    </dgm:pt>
    <dgm:pt modelId="{86BF4544-AEBD-4A30-8C4B-BB088E6AE407}" type="sibTrans" cxnId="{7D303E1A-96A9-4675-8968-28B5AB193865}">
      <dgm:prSet/>
      <dgm:spPr/>
      <dgm:t>
        <a:bodyPr/>
        <a:lstStyle/>
        <a:p>
          <a:endParaRPr lang="es-CR"/>
        </a:p>
      </dgm:t>
    </dgm:pt>
    <dgm:pt modelId="{DD210A6D-557E-4E3B-9ABD-F3782656B1CC}" type="pres">
      <dgm:prSet presAssocID="{48896491-1AAD-4D1A-BA24-6320C0C70C46}" presName="hierChild1" presStyleCnt="0">
        <dgm:presLayoutVars>
          <dgm:chPref val="1"/>
          <dgm:dir/>
          <dgm:animOne val="branch"/>
          <dgm:animLvl val="lvl"/>
          <dgm:resizeHandles/>
        </dgm:presLayoutVars>
      </dgm:prSet>
      <dgm:spPr/>
    </dgm:pt>
    <dgm:pt modelId="{5C997DD0-CFBC-4411-AC16-0993AC47479F}" type="pres">
      <dgm:prSet presAssocID="{D35A3F74-03E4-4F03-9D7D-74E7BB81098A}" presName="hierRoot1" presStyleCnt="0"/>
      <dgm:spPr/>
    </dgm:pt>
    <dgm:pt modelId="{B5E88695-36AE-474F-AAB3-DDDE5D9794D9}" type="pres">
      <dgm:prSet presAssocID="{D35A3F74-03E4-4F03-9D7D-74E7BB81098A}" presName="composite" presStyleCnt="0"/>
      <dgm:spPr/>
    </dgm:pt>
    <dgm:pt modelId="{B5EF0D79-D539-48F4-942E-21E2B9F2867F}" type="pres">
      <dgm:prSet presAssocID="{D35A3F74-03E4-4F03-9D7D-74E7BB81098A}" presName="background" presStyleLbl="node0" presStyleIdx="0" presStyleCnt="1"/>
      <dgm:spPr/>
    </dgm:pt>
    <dgm:pt modelId="{54441789-166B-49D5-8F7F-30723DE084D8}" type="pres">
      <dgm:prSet presAssocID="{D35A3F74-03E4-4F03-9D7D-74E7BB81098A}" presName="text" presStyleLbl="fgAcc0" presStyleIdx="0" presStyleCnt="1">
        <dgm:presLayoutVars>
          <dgm:chPref val="3"/>
        </dgm:presLayoutVars>
      </dgm:prSet>
      <dgm:spPr/>
    </dgm:pt>
    <dgm:pt modelId="{EE092E8A-64AA-4C70-BEDC-B50C5A1238AD}" type="pres">
      <dgm:prSet presAssocID="{D35A3F74-03E4-4F03-9D7D-74E7BB81098A}" presName="hierChild2" presStyleCnt="0"/>
      <dgm:spPr/>
    </dgm:pt>
    <dgm:pt modelId="{4BA1DA1D-ADC8-490B-AE33-0EB24E969E2C}" type="pres">
      <dgm:prSet presAssocID="{EB0A5A73-0635-41AF-83D2-02BF2205A60F}" presName="Name10" presStyleLbl="parChTrans1D2" presStyleIdx="0" presStyleCnt="3"/>
      <dgm:spPr/>
    </dgm:pt>
    <dgm:pt modelId="{78A1BF84-52F0-49EF-8E41-874245436DE3}" type="pres">
      <dgm:prSet presAssocID="{D4AA4CAE-256D-41B8-968C-F38A4D27E205}" presName="hierRoot2" presStyleCnt="0"/>
      <dgm:spPr/>
    </dgm:pt>
    <dgm:pt modelId="{6F27E788-DF45-4056-9B72-F789287230E5}" type="pres">
      <dgm:prSet presAssocID="{D4AA4CAE-256D-41B8-968C-F38A4D27E205}" presName="composite2" presStyleCnt="0"/>
      <dgm:spPr/>
    </dgm:pt>
    <dgm:pt modelId="{A8189625-A2F4-4AA5-B663-756B4DD69C89}" type="pres">
      <dgm:prSet presAssocID="{D4AA4CAE-256D-41B8-968C-F38A4D27E205}" presName="background2" presStyleLbl="node2" presStyleIdx="0" presStyleCnt="3"/>
      <dgm:spPr/>
    </dgm:pt>
    <dgm:pt modelId="{C0B9AA2E-72BF-4DD6-A3E4-929A5B48A470}" type="pres">
      <dgm:prSet presAssocID="{D4AA4CAE-256D-41B8-968C-F38A4D27E205}" presName="text2" presStyleLbl="fgAcc2" presStyleIdx="0" presStyleCnt="3">
        <dgm:presLayoutVars>
          <dgm:chPref val="3"/>
        </dgm:presLayoutVars>
      </dgm:prSet>
      <dgm:spPr/>
    </dgm:pt>
    <dgm:pt modelId="{F0D897C2-2ADE-4CB7-81A9-0A338B1EE948}" type="pres">
      <dgm:prSet presAssocID="{D4AA4CAE-256D-41B8-968C-F38A4D27E205}" presName="hierChild3" presStyleCnt="0"/>
      <dgm:spPr/>
    </dgm:pt>
    <dgm:pt modelId="{4E8B10B8-25F4-4C9C-92AA-9E7BE206E22F}" type="pres">
      <dgm:prSet presAssocID="{14905206-FD45-4098-810A-C4623862B68D}" presName="Name17" presStyleLbl="parChTrans1D3" presStyleIdx="0" presStyleCnt="1"/>
      <dgm:spPr/>
    </dgm:pt>
    <dgm:pt modelId="{C2D86811-71C2-4DBA-ACDF-30D9F995C81F}" type="pres">
      <dgm:prSet presAssocID="{53D7A827-4753-4FF1-94E1-F051E8C566FB}" presName="hierRoot3" presStyleCnt="0"/>
      <dgm:spPr/>
    </dgm:pt>
    <dgm:pt modelId="{53BDA803-6F5A-4CCB-AC09-1FFFA3A7A4A7}" type="pres">
      <dgm:prSet presAssocID="{53D7A827-4753-4FF1-94E1-F051E8C566FB}" presName="composite3" presStyleCnt="0"/>
      <dgm:spPr/>
    </dgm:pt>
    <dgm:pt modelId="{017C94B9-20C2-4E70-AD50-A9BE5111CF42}" type="pres">
      <dgm:prSet presAssocID="{53D7A827-4753-4FF1-94E1-F051E8C566FB}" presName="background3" presStyleLbl="node3" presStyleIdx="0" presStyleCnt="1"/>
      <dgm:spPr/>
    </dgm:pt>
    <dgm:pt modelId="{6AC81261-9ED7-4E8D-9248-BC28FA244E72}" type="pres">
      <dgm:prSet presAssocID="{53D7A827-4753-4FF1-94E1-F051E8C566FB}" presName="text3" presStyleLbl="fgAcc3" presStyleIdx="0" presStyleCnt="1">
        <dgm:presLayoutVars>
          <dgm:chPref val="3"/>
        </dgm:presLayoutVars>
      </dgm:prSet>
      <dgm:spPr/>
    </dgm:pt>
    <dgm:pt modelId="{F6DF1192-3FE3-4D05-8602-DCE5F346A743}" type="pres">
      <dgm:prSet presAssocID="{53D7A827-4753-4FF1-94E1-F051E8C566FB}" presName="hierChild4" presStyleCnt="0"/>
      <dgm:spPr/>
    </dgm:pt>
    <dgm:pt modelId="{0CD84783-E944-4E6B-91BD-A9FFC4157B17}" type="pres">
      <dgm:prSet presAssocID="{5FA4BC44-AFA4-4B38-A241-749C9AFDF86A}" presName="Name23" presStyleLbl="parChTrans1D4" presStyleIdx="0" presStyleCnt="2"/>
      <dgm:spPr/>
    </dgm:pt>
    <dgm:pt modelId="{DE36C74A-4232-4694-B6EE-05765AD71FDB}" type="pres">
      <dgm:prSet presAssocID="{63E66201-EE3E-43E3-AD0B-9075622A35FC}" presName="hierRoot4" presStyleCnt="0"/>
      <dgm:spPr/>
    </dgm:pt>
    <dgm:pt modelId="{B2260BB9-2827-4495-8646-3ED591FD7018}" type="pres">
      <dgm:prSet presAssocID="{63E66201-EE3E-43E3-AD0B-9075622A35FC}" presName="composite4" presStyleCnt="0"/>
      <dgm:spPr/>
    </dgm:pt>
    <dgm:pt modelId="{C28983B9-9589-4137-830C-4DC27397659A}" type="pres">
      <dgm:prSet presAssocID="{63E66201-EE3E-43E3-AD0B-9075622A35FC}" presName="background4" presStyleLbl="node4" presStyleIdx="0" presStyleCnt="2"/>
      <dgm:spPr/>
    </dgm:pt>
    <dgm:pt modelId="{E4654F2E-3ABF-48CD-876C-5E03E706D684}" type="pres">
      <dgm:prSet presAssocID="{63E66201-EE3E-43E3-AD0B-9075622A35FC}" presName="text4" presStyleLbl="fgAcc4" presStyleIdx="0" presStyleCnt="2">
        <dgm:presLayoutVars>
          <dgm:chPref val="3"/>
        </dgm:presLayoutVars>
      </dgm:prSet>
      <dgm:spPr/>
    </dgm:pt>
    <dgm:pt modelId="{82ED19F3-8370-4140-B603-F4C17AF7C93C}" type="pres">
      <dgm:prSet presAssocID="{63E66201-EE3E-43E3-AD0B-9075622A35FC}" presName="hierChild5" presStyleCnt="0"/>
      <dgm:spPr/>
    </dgm:pt>
    <dgm:pt modelId="{BB44C833-4DF1-4960-BDCA-70FD4416A996}" type="pres">
      <dgm:prSet presAssocID="{ADEBA010-A6A6-4CC5-AA53-499E5C2FDBEE}" presName="Name23" presStyleLbl="parChTrans1D4" presStyleIdx="1" presStyleCnt="2"/>
      <dgm:spPr/>
    </dgm:pt>
    <dgm:pt modelId="{55C8F3CD-1155-4B24-918E-1CD9998FEA8C}" type="pres">
      <dgm:prSet presAssocID="{1CB26FA7-1B3F-42E1-87C1-133FA3B6963C}" presName="hierRoot4" presStyleCnt="0"/>
      <dgm:spPr/>
    </dgm:pt>
    <dgm:pt modelId="{1B8976C3-91DF-4201-8E27-773ADDBC1816}" type="pres">
      <dgm:prSet presAssocID="{1CB26FA7-1B3F-42E1-87C1-133FA3B6963C}" presName="composite4" presStyleCnt="0"/>
      <dgm:spPr/>
    </dgm:pt>
    <dgm:pt modelId="{FD2188B2-839F-407F-9CFD-6E32B5921A63}" type="pres">
      <dgm:prSet presAssocID="{1CB26FA7-1B3F-42E1-87C1-133FA3B6963C}" presName="background4" presStyleLbl="node4" presStyleIdx="1" presStyleCnt="2"/>
      <dgm:spPr/>
    </dgm:pt>
    <dgm:pt modelId="{55C2C9F6-F2DE-4271-8F5D-856FBCF80ABD}" type="pres">
      <dgm:prSet presAssocID="{1CB26FA7-1B3F-42E1-87C1-133FA3B6963C}" presName="text4" presStyleLbl="fgAcc4" presStyleIdx="1" presStyleCnt="2">
        <dgm:presLayoutVars>
          <dgm:chPref val="3"/>
        </dgm:presLayoutVars>
      </dgm:prSet>
      <dgm:spPr/>
    </dgm:pt>
    <dgm:pt modelId="{80A11644-F7AC-434E-A78A-4BE27C654970}" type="pres">
      <dgm:prSet presAssocID="{1CB26FA7-1B3F-42E1-87C1-133FA3B6963C}" presName="hierChild5" presStyleCnt="0"/>
      <dgm:spPr/>
    </dgm:pt>
    <dgm:pt modelId="{EEC3133B-C463-4764-8322-90433A2F499C}" type="pres">
      <dgm:prSet presAssocID="{92CAAB16-9A85-4F5B-9CE6-7D5F331CCF40}" presName="Name10" presStyleLbl="parChTrans1D2" presStyleIdx="1" presStyleCnt="3"/>
      <dgm:spPr/>
    </dgm:pt>
    <dgm:pt modelId="{17ACFC25-CDF9-4969-B1F9-063D366376FF}" type="pres">
      <dgm:prSet presAssocID="{4FAD3D60-1484-4955-A83B-775B6FEB2A19}" presName="hierRoot2" presStyleCnt="0"/>
      <dgm:spPr/>
    </dgm:pt>
    <dgm:pt modelId="{50A275BF-2DDA-4D4E-BCCA-2F73695DA7E4}" type="pres">
      <dgm:prSet presAssocID="{4FAD3D60-1484-4955-A83B-775B6FEB2A19}" presName="composite2" presStyleCnt="0"/>
      <dgm:spPr/>
    </dgm:pt>
    <dgm:pt modelId="{5D9C7AEA-5364-46F3-A980-EA2792388CF3}" type="pres">
      <dgm:prSet presAssocID="{4FAD3D60-1484-4955-A83B-775B6FEB2A19}" presName="background2" presStyleLbl="node2" presStyleIdx="1" presStyleCnt="3"/>
      <dgm:spPr/>
    </dgm:pt>
    <dgm:pt modelId="{FE098037-EC99-4461-B1B2-BEF960698020}" type="pres">
      <dgm:prSet presAssocID="{4FAD3D60-1484-4955-A83B-775B6FEB2A19}" presName="text2" presStyleLbl="fgAcc2" presStyleIdx="1" presStyleCnt="3">
        <dgm:presLayoutVars>
          <dgm:chPref val="3"/>
        </dgm:presLayoutVars>
      </dgm:prSet>
      <dgm:spPr/>
    </dgm:pt>
    <dgm:pt modelId="{503D5FFA-6454-47DC-A73D-E71C1C05430D}" type="pres">
      <dgm:prSet presAssocID="{4FAD3D60-1484-4955-A83B-775B6FEB2A19}" presName="hierChild3" presStyleCnt="0"/>
      <dgm:spPr/>
    </dgm:pt>
    <dgm:pt modelId="{EBF29880-A0FD-45A9-881B-AA3F47F3F4AB}" type="pres">
      <dgm:prSet presAssocID="{71185670-7053-4A75-89FB-62564887F868}" presName="Name10" presStyleLbl="parChTrans1D2" presStyleIdx="2" presStyleCnt="3"/>
      <dgm:spPr/>
    </dgm:pt>
    <dgm:pt modelId="{57A41C66-E730-4975-A7E0-26327E8224BE}" type="pres">
      <dgm:prSet presAssocID="{1EAFD1A0-EA94-401A-9F43-7ACB98E21441}" presName="hierRoot2" presStyleCnt="0"/>
      <dgm:spPr/>
    </dgm:pt>
    <dgm:pt modelId="{BD260501-667E-46BE-9E35-2106DAB740DE}" type="pres">
      <dgm:prSet presAssocID="{1EAFD1A0-EA94-401A-9F43-7ACB98E21441}" presName="composite2" presStyleCnt="0"/>
      <dgm:spPr/>
    </dgm:pt>
    <dgm:pt modelId="{C64E447B-F23F-4AB1-9B8B-50FBF8D1B129}" type="pres">
      <dgm:prSet presAssocID="{1EAFD1A0-EA94-401A-9F43-7ACB98E21441}" presName="background2" presStyleLbl="node2" presStyleIdx="2" presStyleCnt="3"/>
      <dgm:spPr/>
    </dgm:pt>
    <dgm:pt modelId="{3914D127-D46D-4A7D-BAD2-4F7460847BAB}" type="pres">
      <dgm:prSet presAssocID="{1EAFD1A0-EA94-401A-9F43-7ACB98E21441}" presName="text2" presStyleLbl="fgAcc2" presStyleIdx="2" presStyleCnt="3">
        <dgm:presLayoutVars>
          <dgm:chPref val="3"/>
        </dgm:presLayoutVars>
      </dgm:prSet>
      <dgm:spPr/>
    </dgm:pt>
    <dgm:pt modelId="{73472231-FC1C-463A-BB38-2BB9AA9A6D74}" type="pres">
      <dgm:prSet presAssocID="{1EAFD1A0-EA94-401A-9F43-7ACB98E21441}" presName="hierChild3" presStyleCnt="0"/>
      <dgm:spPr/>
    </dgm:pt>
  </dgm:ptLst>
  <dgm:cxnLst>
    <dgm:cxn modelId="{7D303E1A-96A9-4675-8968-28B5AB193865}" srcId="{53D7A827-4753-4FF1-94E1-F051E8C566FB}" destId="{1CB26FA7-1B3F-42E1-87C1-133FA3B6963C}" srcOrd="1" destOrd="0" parTransId="{ADEBA010-A6A6-4CC5-AA53-499E5C2FDBEE}" sibTransId="{86BF4544-AEBD-4A30-8C4B-BB088E6AE407}"/>
    <dgm:cxn modelId="{E450F61A-7626-4899-8E60-94BD4E22931A}" type="presOf" srcId="{D4AA4CAE-256D-41B8-968C-F38A4D27E205}" destId="{C0B9AA2E-72BF-4DD6-A3E4-929A5B48A470}" srcOrd="0" destOrd="0" presId="urn:microsoft.com/office/officeart/2005/8/layout/hierarchy1"/>
    <dgm:cxn modelId="{C7069836-7B54-44B5-B7A8-C8A48E76BAEF}" type="presOf" srcId="{D35A3F74-03E4-4F03-9D7D-74E7BB81098A}" destId="{54441789-166B-49D5-8F7F-30723DE084D8}" srcOrd="0" destOrd="0" presId="urn:microsoft.com/office/officeart/2005/8/layout/hierarchy1"/>
    <dgm:cxn modelId="{89BFBA37-EEBE-4463-9918-2DA632DF6ABB}" srcId="{D35A3F74-03E4-4F03-9D7D-74E7BB81098A}" destId="{4FAD3D60-1484-4955-A83B-775B6FEB2A19}" srcOrd="1" destOrd="0" parTransId="{92CAAB16-9A85-4F5B-9CE6-7D5F331CCF40}" sibTransId="{57307734-4AAF-4B4E-B64F-C75081B1E70E}"/>
    <dgm:cxn modelId="{0C8F9345-CA5D-4651-A8F2-0E747B0D8754}" type="presOf" srcId="{63E66201-EE3E-43E3-AD0B-9075622A35FC}" destId="{E4654F2E-3ABF-48CD-876C-5E03E706D684}" srcOrd="0" destOrd="0" presId="urn:microsoft.com/office/officeart/2005/8/layout/hierarchy1"/>
    <dgm:cxn modelId="{36A0AB45-D746-4D81-A872-E6E6A2C9B171}" type="presOf" srcId="{71185670-7053-4A75-89FB-62564887F868}" destId="{EBF29880-A0FD-45A9-881B-AA3F47F3F4AB}" srcOrd="0" destOrd="0" presId="urn:microsoft.com/office/officeart/2005/8/layout/hierarchy1"/>
    <dgm:cxn modelId="{50D62C46-886D-49D7-8A45-4B32405F46E1}" srcId="{53D7A827-4753-4FF1-94E1-F051E8C566FB}" destId="{63E66201-EE3E-43E3-AD0B-9075622A35FC}" srcOrd="0" destOrd="0" parTransId="{5FA4BC44-AFA4-4B38-A241-749C9AFDF86A}" sibTransId="{0BC6D4E5-4EE0-4907-A0FE-6C3D40FF713E}"/>
    <dgm:cxn modelId="{37219046-256E-4F68-AA97-99D85BE80875}" srcId="{D35A3F74-03E4-4F03-9D7D-74E7BB81098A}" destId="{1EAFD1A0-EA94-401A-9F43-7ACB98E21441}" srcOrd="2" destOrd="0" parTransId="{71185670-7053-4A75-89FB-62564887F868}" sibTransId="{BE64DC6C-E774-40D6-B174-2A73AD344A35}"/>
    <dgm:cxn modelId="{DC53E169-1A31-4445-BF09-6709D65B6058}" srcId="{48896491-1AAD-4D1A-BA24-6320C0C70C46}" destId="{D35A3F74-03E4-4F03-9D7D-74E7BB81098A}" srcOrd="0" destOrd="0" parTransId="{09085AA0-399B-49B0-AEF1-FFADEFC5B54F}" sibTransId="{D15F5A10-15E6-407B-BDE7-2E0C11039F20}"/>
    <dgm:cxn modelId="{7FAF144A-1C8B-459A-A57E-C82C8938780E}" type="presOf" srcId="{92CAAB16-9A85-4F5B-9CE6-7D5F331CCF40}" destId="{EEC3133B-C463-4764-8322-90433A2F499C}" srcOrd="0" destOrd="0" presId="urn:microsoft.com/office/officeart/2005/8/layout/hierarchy1"/>
    <dgm:cxn modelId="{935B276A-FD47-4810-BF63-1929C0A006D0}" type="presOf" srcId="{EB0A5A73-0635-41AF-83D2-02BF2205A60F}" destId="{4BA1DA1D-ADC8-490B-AE33-0EB24E969E2C}" srcOrd="0" destOrd="0" presId="urn:microsoft.com/office/officeart/2005/8/layout/hierarchy1"/>
    <dgm:cxn modelId="{7977164D-A056-4B06-9B5D-AC3151456ADB}" srcId="{D35A3F74-03E4-4F03-9D7D-74E7BB81098A}" destId="{D4AA4CAE-256D-41B8-968C-F38A4D27E205}" srcOrd="0" destOrd="0" parTransId="{EB0A5A73-0635-41AF-83D2-02BF2205A60F}" sibTransId="{72CCFCCF-272C-4D33-AFB4-531CEF1D9DBA}"/>
    <dgm:cxn modelId="{68072C50-7759-46CB-A1AD-4EFC4621C767}" type="presOf" srcId="{5FA4BC44-AFA4-4B38-A241-749C9AFDF86A}" destId="{0CD84783-E944-4E6B-91BD-A9FFC4157B17}" srcOrd="0" destOrd="0" presId="urn:microsoft.com/office/officeart/2005/8/layout/hierarchy1"/>
    <dgm:cxn modelId="{6FCB5555-C49C-4C48-BCDB-0C017DBD91F5}" srcId="{D4AA4CAE-256D-41B8-968C-F38A4D27E205}" destId="{53D7A827-4753-4FF1-94E1-F051E8C566FB}" srcOrd="0" destOrd="0" parTransId="{14905206-FD45-4098-810A-C4623862B68D}" sibTransId="{19E0C9E4-BAF4-404D-9554-47E4471BC147}"/>
    <dgm:cxn modelId="{9B2E0776-A204-4C90-8E36-F4F2764D5D02}" type="presOf" srcId="{1CB26FA7-1B3F-42E1-87C1-133FA3B6963C}" destId="{55C2C9F6-F2DE-4271-8F5D-856FBCF80ABD}" srcOrd="0" destOrd="0" presId="urn:microsoft.com/office/officeart/2005/8/layout/hierarchy1"/>
    <dgm:cxn modelId="{64534B8E-F167-411A-8595-0AA7E5075323}" type="presOf" srcId="{1EAFD1A0-EA94-401A-9F43-7ACB98E21441}" destId="{3914D127-D46D-4A7D-BAD2-4F7460847BAB}" srcOrd="0" destOrd="0" presId="urn:microsoft.com/office/officeart/2005/8/layout/hierarchy1"/>
    <dgm:cxn modelId="{4054088F-404B-4274-96F9-3154212C3B36}" type="presOf" srcId="{53D7A827-4753-4FF1-94E1-F051E8C566FB}" destId="{6AC81261-9ED7-4E8D-9248-BC28FA244E72}" srcOrd="0" destOrd="0" presId="urn:microsoft.com/office/officeart/2005/8/layout/hierarchy1"/>
    <dgm:cxn modelId="{382B4C97-933E-49F3-A707-9D6D06F02691}" type="presOf" srcId="{ADEBA010-A6A6-4CC5-AA53-499E5C2FDBEE}" destId="{BB44C833-4DF1-4960-BDCA-70FD4416A996}" srcOrd="0" destOrd="0" presId="urn:microsoft.com/office/officeart/2005/8/layout/hierarchy1"/>
    <dgm:cxn modelId="{C79709CE-A26B-45F6-88F5-C4E7E29D49C3}" type="presOf" srcId="{4FAD3D60-1484-4955-A83B-775B6FEB2A19}" destId="{FE098037-EC99-4461-B1B2-BEF960698020}" srcOrd="0" destOrd="0" presId="urn:microsoft.com/office/officeart/2005/8/layout/hierarchy1"/>
    <dgm:cxn modelId="{B4C37BE2-2B48-4F80-9BB1-4F53DEB8DC3E}" type="presOf" srcId="{14905206-FD45-4098-810A-C4623862B68D}" destId="{4E8B10B8-25F4-4C9C-92AA-9E7BE206E22F}" srcOrd="0" destOrd="0" presId="urn:microsoft.com/office/officeart/2005/8/layout/hierarchy1"/>
    <dgm:cxn modelId="{95C074F8-946D-4B94-A9B1-87FD36AB825E}" type="presOf" srcId="{48896491-1AAD-4D1A-BA24-6320C0C70C46}" destId="{DD210A6D-557E-4E3B-9ABD-F3782656B1CC}" srcOrd="0" destOrd="0" presId="urn:microsoft.com/office/officeart/2005/8/layout/hierarchy1"/>
    <dgm:cxn modelId="{F0F2649B-D0F6-4AEC-A53E-3E2EB9FF1685}" type="presParOf" srcId="{DD210A6D-557E-4E3B-9ABD-F3782656B1CC}" destId="{5C997DD0-CFBC-4411-AC16-0993AC47479F}" srcOrd="0" destOrd="0" presId="urn:microsoft.com/office/officeart/2005/8/layout/hierarchy1"/>
    <dgm:cxn modelId="{8818C203-1B58-4DF1-BF56-A8B30123BF77}" type="presParOf" srcId="{5C997DD0-CFBC-4411-AC16-0993AC47479F}" destId="{B5E88695-36AE-474F-AAB3-DDDE5D9794D9}" srcOrd="0" destOrd="0" presId="urn:microsoft.com/office/officeart/2005/8/layout/hierarchy1"/>
    <dgm:cxn modelId="{96A9D965-3698-4FB1-8439-8CA469055BFA}" type="presParOf" srcId="{B5E88695-36AE-474F-AAB3-DDDE5D9794D9}" destId="{B5EF0D79-D539-48F4-942E-21E2B9F2867F}" srcOrd="0" destOrd="0" presId="urn:microsoft.com/office/officeart/2005/8/layout/hierarchy1"/>
    <dgm:cxn modelId="{8BBCE8C7-7F1E-41E9-918F-B344BCF288AF}" type="presParOf" srcId="{B5E88695-36AE-474F-AAB3-DDDE5D9794D9}" destId="{54441789-166B-49D5-8F7F-30723DE084D8}" srcOrd="1" destOrd="0" presId="urn:microsoft.com/office/officeart/2005/8/layout/hierarchy1"/>
    <dgm:cxn modelId="{492AF0A0-17BA-40AC-A9D4-F85A8BCFD5AE}" type="presParOf" srcId="{5C997DD0-CFBC-4411-AC16-0993AC47479F}" destId="{EE092E8A-64AA-4C70-BEDC-B50C5A1238AD}" srcOrd="1" destOrd="0" presId="urn:microsoft.com/office/officeart/2005/8/layout/hierarchy1"/>
    <dgm:cxn modelId="{FE242453-E9DF-4BCA-A843-843020CA89F4}" type="presParOf" srcId="{EE092E8A-64AA-4C70-BEDC-B50C5A1238AD}" destId="{4BA1DA1D-ADC8-490B-AE33-0EB24E969E2C}" srcOrd="0" destOrd="0" presId="urn:microsoft.com/office/officeart/2005/8/layout/hierarchy1"/>
    <dgm:cxn modelId="{5AF5C098-6A21-4628-B2CC-A8514F62923C}" type="presParOf" srcId="{EE092E8A-64AA-4C70-BEDC-B50C5A1238AD}" destId="{78A1BF84-52F0-49EF-8E41-874245436DE3}" srcOrd="1" destOrd="0" presId="urn:microsoft.com/office/officeart/2005/8/layout/hierarchy1"/>
    <dgm:cxn modelId="{AD350B2C-C58C-405F-AA35-257C9E7AFE14}" type="presParOf" srcId="{78A1BF84-52F0-49EF-8E41-874245436DE3}" destId="{6F27E788-DF45-4056-9B72-F789287230E5}" srcOrd="0" destOrd="0" presId="urn:microsoft.com/office/officeart/2005/8/layout/hierarchy1"/>
    <dgm:cxn modelId="{C45709E9-2A96-451E-BDAC-655DB538A2FB}" type="presParOf" srcId="{6F27E788-DF45-4056-9B72-F789287230E5}" destId="{A8189625-A2F4-4AA5-B663-756B4DD69C89}" srcOrd="0" destOrd="0" presId="urn:microsoft.com/office/officeart/2005/8/layout/hierarchy1"/>
    <dgm:cxn modelId="{83DF7894-FB99-4ABC-853A-65A8A2EEA74F}" type="presParOf" srcId="{6F27E788-DF45-4056-9B72-F789287230E5}" destId="{C0B9AA2E-72BF-4DD6-A3E4-929A5B48A470}" srcOrd="1" destOrd="0" presId="urn:microsoft.com/office/officeart/2005/8/layout/hierarchy1"/>
    <dgm:cxn modelId="{091089C1-2D7E-456E-8D52-11E820FB9859}" type="presParOf" srcId="{78A1BF84-52F0-49EF-8E41-874245436DE3}" destId="{F0D897C2-2ADE-4CB7-81A9-0A338B1EE948}" srcOrd="1" destOrd="0" presId="urn:microsoft.com/office/officeart/2005/8/layout/hierarchy1"/>
    <dgm:cxn modelId="{D80DCFCB-F680-42E5-8B59-A7F00F928663}" type="presParOf" srcId="{F0D897C2-2ADE-4CB7-81A9-0A338B1EE948}" destId="{4E8B10B8-25F4-4C9C-92AA-9E7BE206E22F}" srcOrd="0" destOrd="0" presId="urn:microsoft.com/office/officeart/2005/8/layout/hierarchy1"/>
    <dgm:cxn modelId="{3F774142-77EE-435F-BE7B-1A4D6D3089BF}" type="presParOf" srcId="{F0D897C2-2ADE-4CB7-81A9-0A338B1EE948}" destId="{C2D86811-71C2-4DBA-ACDF-30D9F995C81F}" srcOrd="1" destOrd="0" presId="urn:microsoft.com/office/officeart/2005/8/layout/hierarchy1"/>
    <dgm:cxn modelId="{45D40C75-16B3-464F-81DC-4629175234A0}" type="presParOf" srcId="{C2D86811-71C2-4DBA-ACDF-30D9F995C81F}" destId="{53BDA803-6F5A-4CCB-AC09-1FFFA3A7A4A7}" srcOrd="0" destOrd="0" presId="urn:microsoft.com/office/officeart/2005/8/layout/hierarchy1"/>
    <dgm:cxn modelId="{280A2C21-D466-4E44-8213-979EFFFCAA84}" type="presParOf" srcId="{53BDA803-6F5A-4CCB-AC09-1FFFA3A7A4A7}" destId="{017C94B9-20C2-4E70-AD50-A9BE5111CF42}" srcOrd="0" destOrd="0" presId="urn:microsoft.com/office/officeart/2005/8/layout/hierarchy1"/>
    <dgm:cxn modelId="{862F04DB-0BCF-47C1-8744-289DB63FC411}" type="presParOf" srcId="{53BDA803-6F5A-4CCB-AC09-1FFFA3A7A4A7}" destId="{6AC81261-9ED7-4E8D-9248-BC28FA244E72}" srcOrd="1" destOrd="0" presId="urn:microsoft.com/office/officeart/2005/8/layout/hierarchy1"/>
    <dgm:cxn modelId="{A18E22B2-6997-42CB-9028-72172C2DB921}" type="presParOf" srcId="{C2D86811-71C2-4DBA-ACDF-30D9F995C81F}" destId="{F6DF1192-3FE3-4D05-8602-DCE5F346A743}" srcOrd="1" destOrd="0" presId="urn:microsoft.com/office/officeart/2005/8/layout/hierarchy1"/>
    <dgm:cxn modelId="{860E9A45-3AB5-4831-ADEB-C05DDB8D1D2A}" type="presParOf" srcId="{F6DF1192-3FE3-4D05-8602-DCE5F346A743}" destId="{0CD84783-E944-4E6B-91BD-A9FFC4157B17}" srcOrd="0" destOrd="0" presId="urn:microsoft.com/office/officeart/2005/8/layout/hierarchy1"/>
    <dgm:cxn modelId="{B18B0DB3-8541-4AF0-847E-44C30F3D5CDD}" type="presParOf" srcId="{F6DF1192-3FE3-4D05-8602-DCE5F346A743}" destId="{DE36C74A-4232-4694-B6EE-05765AD71FDB}" srcOrd="1" destOrd="0" presId="urn:microsoft.com/office/officeart/2005/8/layout/hierarchy1"/>
    <dgm:cxn modelId="{546249C9-210D-491F-B518-E0E0633565DF}" type="presParOf" srcId="{DE36C74A-4232-4694-B6EE-05765AD71FDB}" destId="{B2260BB9-2827-4495-8646-3ED591FD7018}" srcOrd="0" destOrd="0" presId="urn:microsoft.com/office/officeart/2005/8/layout/hierarchy1"/>
    <dgm:cxn modelId="{AFBD5CDF-CF00-4BD9-8E17-41081516651D}" type="presParOf" srcId="{B2260BB9-2827-4495-8646-3ED591FD7018}" destId="{C28983B9-9589-4137-830C-4DC27397659A}" srcOrd="0" destOrd="0" presId="urn:microsoft.com/office/officeart/2005/8/layout/hierarchy1"/>
    <dgm:cxn modelId="{4327FF12-325A-4D2C-A696-54243414BA3C}" type="presParOf" srcId="{B2260BB9-2827-4495-8646-3ED591FD7018}" destId="{E4654F2E-3ABF-48CD-876C-5E03E706D684}" srcOrd="1" destOrd="0" presId="urn:microsoft.com/office/officeart/2005/8/layout/hierarchy1"/>
    <dgm:cxn modelId="{D62D00F4-B27A-4445-A152-9A6EB6513123}" type="presParOf" srcId="{DE36C74A-4232-4694-B6EE-05765AD71FDB}" destId="{82ED19F3-8370-4140-B603-F4C17AF7C93C}" srcOrd="1" destOrd="0" presId="urn:microsoft.com/office/officeart/2005/8/layout/hierarchy1"/>
    <dgm:cxn modelId="{B64D78AC-BDCC-4528-BFBD-7DFEEC02E6BC}" type="presParOf" srcId="{F6DF1192-3FE3-4D05-8602-DCE5F346A743}" destId="{BB44C833-4DF1-4960-BDCA-70FD4416A996}" srcOrd="2" destOrd="0" presId="urn:microsoft.com/office/officeart/2005/8/layout/hierarchy1"/>
    <dgm:cxn modelId="{8BEAC425-2842-46C0-8220-06EA2E437771}" type="presParOf" srcId="{F6DF1192-3FE3-4D05-8602-DCE5F346A743}" destId="{55C8F3CD-1155-4B24-918E-1CD9998FEA8C}" srcOrd="3" destOrd="0" presId="urn:microsoft.com/office/officeart/2005/8/layout/hierarchy1"/>
    <dgm:cxn modelId="{D4B849A1-A2D0-4943-89EC-25D5ED0D57AE}" type="presParOf" srcId="{55C8F3CD-1155-4B24-918E-1CD9998FEA8C}" destId="{1B8976C3-91DF-4201-8E27-773ADDBC1816}" srcOrd="0" destOrd="0" presId="urn:microsoft.com/office/officeart/2005/8/layout/hierarchy1"/>
    <dgm:cxn modelId="{9A358B2A-8A10-4F5B-BD5A-753B350715EE}" type="presParOf" srcId="{1B8976C3-91DF-4201-8E27-773ADDBC1816}" destId="{FD2188B2-839F-407F-9CFD-6E32B5921A63}" srcOrd="0" destOrd="0" presId="urn:microsoft.com/office/officeart/2005/8/layout/hierarchy1"/>
    <dgm:cxn modelId="{53C15B83-E355-42A5-A89C-56AFF279DB32}" type="presParOf" srcId="{1B8976C3-91DF-4201-8E27-773ADDBC1816}" destId="{55C2C9F6-F2DE-4271-8F5D-856FBCF80ABD}" srcOrd="1" destOrd="0" presId="urn:microsoft.com/office/officeart/2005/8/layout/hierarchy1"/>
    <dgm:cxn modelId="{CC595416-28BB-4288-8F29-75B6462631E7}" type="presParOf" srcId="{55C8F3CD-1155-4B24-918E-1CD9998FEA8C}" destId="{80A11644-F7AC-434E-A78A-4BE27C654970}" srcOrd="1" destOrd="0" presId="urn:microsoft.com/office/officeart/2005/8/layout/hierarchy1"/>
    <dgm:cxn modelId="{FD2C9E1B-F622-4205-BE7C-3CB46976E2D0}" type="presParOf" srcId="{EE092E8A-64AA-4C70-BEDC-B50C5A1238AD}" destId="{EEC3133B-C463-4764-8322-90433A2F499C}" srcOrd="2" destOrd="0" presId="urn:microsoft.com/office/officeart/2005/8/layout/hierarchy1"/>
    <dgm:cxn modelId="{DE656B24-98E3-4C32-8DE1-F4B74F18D947}" type="presParOf" srcId="{EE092E8A-64AA-4C70-BEDC-B50C5A1238AD}" destId="{17ACFC25-CDF9-4969-B1F9-063D366376FF}" srcOrd="3" destOrd="0" presId="urn:microsoft.com/office/officeart/2005/8/layout/hierarchy1"/>
    <dgm:cxn modelId="{67A37345-2DEA-4797-A2B4-C1E6A3E1D435}" type="presParOf" srcId="{17ACFC25-CDF9-4969-B1F9-063D366376FF}" destId="{50A275BF-2DDA-4D4E-BCCA-2F73695DA7E4}" srcOrd="0" destOrd="0" presId="urn:microsoft.com/office/officeart/2005/8/layout/hierarchy1"/>
    <dgm:cxn modelId="{28FAE73D-B7CD-4021-9084-5DB9D2C7A218}" type="presParOf" srcId="{50A275BF-2DDA-4D4E-BCCA-2F73695DA7E4}" destId="{5D9C7AEA-5364-46F3-A980-EA2792388CF3}" srcOrd="0" destOrd="0" presId="urn:microsoft.com/office/officeart/2005/8/layout/hierarchy1"/>
    <dgm:cxn modelId="{D90B56DE-5B1D-4317-8531-4B25477BE8FD}" type="presParOf" srcId="{50A275BF-2DDA-4D4E-BCCA-2F73695DA7E4}" destId="{FE098037-EC99-4461-B1B2-BEF960698020}" srcOrd="1" destOrd="0" presId="urn:microsoft.com/office/officeart/2005/8/layout/hierarchy1"/>
    <dgm:cxn modelId="{5F5BB574-6978-45F1-A6B0-F704B8511D6C}" type="presParOf" srcId="{17ACFC25-CDF9-4969-B1F9-063D366376FF}" destId="{503D5FFA-6454-47DC-A73D-E71C1C05430D}" srcOrd="1" destOrd="0" presId="urn:microsoft.com/office/officeart/2005/8/layout/hierarchy1"/>
    <dgm:cxn modelId="{90A26763-B84C-4CD8-B847-ADB329D6A354}" type="presParOf" srcId="{EE092E8A-64AA-4C70-BEDC-B50C5A1238AD}" destId="{EBF29880-A0FD-45A9-881B-AA3F47F3F4AB}" srcOrd="4" destOrd="0" presId="urn:microsoft.com/office/officeart/2005/8/layout/hierarchy1"/>
    <dgm:cxn modelId="{3AEF1A7C-E79A-43A1-8CE9-B6E68444749F}" type="presParOf" srcId="{EE092E8A-64AA-4C70-BEDC-B50C5A1238AD}" destId="{57A41C66-E730-4975-A7E0-26327E8224BE}" srcOrd="5" destOrd="0" presId="urn:microsoft.com/office/officeart/2005/8/layout/hierarchy1"/>
    <dgm:cxn modelId="{8312AD88-C171-4E04-ADBB-2D836F5C8D74}" type="presParOf" srcId="{57A41C66-E730-4975-A7E0-26327E8224BE}" destId="{BD260501-667E-46BE-9E35-2106DAB740DE}" srcOrd="0" destOrd="0" presId="urn:microsoft.com/office/officeart/2005/8/layout/hierarchy1"/>
    <dgm:cxn modelId="{DC2852D6-7D02-4A4A-8870-BC902FA9F4C4}" type="presParOf" srcId="{BD260501-667E-46BE-9E35-2106DAB740DE}" destId="{C64E447B-F23F-4AB1-9B8B-50FBF8D1B129}" srcOrd="0" destOrd="0" presId="urn:microsoft.com/office/officeart/2005/8/layout/hierarchy1"/>
    <dgm:cxn modelId="{5AF1E5EA-4786-4B78-A225-B00320C58934}" type="presParOf" srcId="{BD260501-667E-46BE-9E35-2106DAB740DE}" destId="{3914D127-D46D-4A7D-BAD2-4F7460847BAB}" srcOrd="1" destOrd="0" presId="urn:microsoft.com/office/officeart/2005/8/layout/hierarchy1"/>
    <dgm:cxn modelId="{34218BF2-386E-417C-AE4E-38C8F13B02C5}" type="presParOf" srcId="{57A41C66-E730-4975-A7E0-26327E8224BE}" destId="{73472231-FC1C-463A-BB38-2BB9AA9A6D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8896491-1AAD-4D1A-BA24-6320C0C70C46}" type="doc">
      <dgm:prSet loTypeId="urn:microsoft.com/office/officeart/2005/8/layout/hierarchy1" loCatId="hierarchy" qsTypeId="urn:microsoft.com/office/officeart/2005/8/quickstyle/simple1#9" qsCatId="simple" csTypeId="urn:microsoft.com/office/officeart/2005/8/colors/accent1_2#8" csCatId="accent1" phldr="1"/>
      <dgm:spPr/>
      <dgm:t>
        <a:bodyPr/>
        <a:lstStyle/>
        <a:p>
          <a:endParaRPr lang="es-CR"/>
        </a:p>
      </dgm:t>
    </dgm:pt>
    <dgm:pt modelId="{D35A3F74-03E4-4F03-9D7D-74E7BB81098A}">
      <dgm:prSet phldrT="[Texto]"/>
      <dgm:spPr>
        <a:solidFill>
          <a:srgbClr val="00B050">
            <a:alpha val="90000"/>
          </a:srgbClr>
        </a:solidFill>
      </dgm:spPr>
      <dgm:t>
        <a:bodyPr/>
        <a:lstStyle/>
        <a:p>
          <a:r>
            <a:rPr lang="es-CR" dirty="0"/>
            <a:t>A</a:t>
          </a:r>
        </a:p>
      </dgm:t>
    </dgm:pt>
    <dgm:pt modelId="{09085AA0-399B-49B0-AEF1-FFADEFC5B54F}" type="parTrans" cxnId="{DC53E169-1A31-4445-BF09-6709D65B6058}">
      <dgm:prSet/>
      <dgm:spPr/>
      <dgm:t>
        <a:bodyPr/>
        <a:lstStyle/>
        <a:p>
          <a:endParaRPr lang="es-CR"/>
        </a:p>
      </dgm:t>
    </dgm:pt>
    <dgm:pt modelId="{D15F5A10-15E6-407B-BDE7-2E0C11039F20}" type="sibTrans" cxnId="{DC53E169-1A31-4445-BF09-6709D65B6058}">
      <dgm:prSet/>
      <dgm:spPr/>
      <dgm:t>
        <a:bodyPr/>
        <a:lstStyle/>
        <a:p>
          <a:endParaRPr lang="es-CR"/>
        </a:p>
      </dgm:t>
    </dgm:pt>
    <dgm:pt modelId="{D4AA4CAE-256D-41B8-968C-F38A4D27E205}">
      <dgm:prSet phldrT="[Texto]"/>
      <dgm:spPr>
        <a:solidFill>
          <a:srgbClr val="00B050">
            <a:alpha val="90000"/>
          </a:srgbClr>
        </a:solidFill>
      </dgm:spPr>
      <dgm:t>
        <a:bodyPr/>
        <a:lstStyle/>
        <a:p>
          <a:r>
            <a:rPr lang="es-CR" dirty="0"/>
            <a:t>B</a:t>
          </a:r>
        </a:p>
      </dgm:t>
    </dgm:pt>
    <dgm:pt modelId="{EB0A5A73-0635-41AF-83D2-02BF2205A60F}" type="parTrans" cxnId="{7977164D-A056-4B06-9B5D-AC3151456ADB}">
      <dgm:prSet/>
      <dgm:spPr/>
      <dgm:t>
        <a:bodyPr/>
        <a:lstStyle/>
        <a:p>
          <a:endParaRPr lang="es-CR"/>
        </a:p>
      </dgm:t>
    </dgm:pt>
    <dgm:pt modelId="{72CCFCCF-272C-4D33-AFB4-531CEF1D9DBA}" type="sibTrans" cxnId="{7977164D-A056-4B06-9B5D-AC3151456ADB}">
      <dgm:prSet/>
      <dgm:spPr/>
      <dgm:t>
        <a:bodyPr/>
        <a:lstStyle/>
        <a:p>
          <a:endParaRPr lang="es-CR"/>
        </a:p>
      </dgm:t>
    </dgm:pt>
    <dgm:pt modelId="{53D7A827-4753-4FF1-94E1-F051E8C566FB}">
      <dgm:prSet phldrT="[Texto]"/>
      <dgm:spPr>
        <a:solidFill>
          <a:srgbClr val="00B050">
            <a:alpha val="90000"/>
          </a:srgbClr>
        </a:solidFill>
      </dgm:spPr>
      <dgm:t>
        <a:bodyPr/>
        <a:lstStyle/>
        <a:p>
          <a:r>
            <a:rPr lang="es-CR" dirty="0"/>
            <a:t>C</a:t>
          </a:r>
        </a:p>
      </dgm:t>
    </dgm:pt>
    <dgm:pt modelId="{14905206-FD45-4098-810A-C4623862B68D}" type="parTrans" cxnId="{6FCB5555-C49C-4C48-BCDB-0C017DBD91F5}">
      <dgm:prSet/>
      <dgm:spPr/>
      <dgm:t>
        <a:bodyPr/>
        <a:lstStyle/>
        <a:p>
          <a:endParaRPr lang="es-CR"/>
        </a:p>
      </dgm:t>
    </dgm:pt>
    <dgm:pt modelId="{19E0C9E4-BAF4-404D-9554-47E4471BC147}" type="sibTrans" cxnId="{6FCB5555-C49C-4C48-BCDB-0C017DBD91F5}">
      <dgm:prSet/>
      <dgm:spPr/>
      <dgm:t>
        <a:bodyPr/>
        <a:lstStyle/>
        <a:p>
          <a:endParaRPr lang="es-CR"/>
        </a:p>
      </dgm:t>
    </dgm:pt>
    <dgm:pt modelId="{63E66201-EE3E-43E3-AD0B-9075622A35FC}">
      <dgm:prSet phldrT="[Texto]"/>
      <dgm:spPr/>
      <dgm:t>
        <a:bodyPr/>
        <a:lstStyle/>
        <a:p>
          <a:r>
            <a:rPr lang="es-CR" dirty="0"/>
            <a:t>D</a:t>
          </a:r>
        </a:p>
      </dgm:t>
    </dgm:pt>
    <dgm:pt modelId="{5FA4BC44-AFA4-4B38-A241-749C9AFDF86A}" type="parTrans" cxnId="{50D62C46-886D-49D7-8A45-4B32405F46E1}">
      <dgm:prSet/>
      <dgm:spPr/>
      <dgm:t>
        <a:bodyPr/>
        <a:lstStyle/>
        <a:p>
          <a:endParaRPr lang="es-CR"/>
        </a:p>
      </dgm:t>
    </dgm:pt>
    <dgm:pt modelId="{0BC6D4E5-4EE0-4907-A0FE-6C3D40FF713E}" type="sibTrans" cxnId="{50D62C46-886D-49D7-8A45-4B32405F46E1}">
      <dgm:prSet/>
      <dgm:spPr/>
      <dgm:t>
        <a:bodyPr/>
        <a:lstStyle/>
        <a:p>
          <a:endParaRPr lang="es-CR"/>
        </a:p>
      </dgm:t>
    </dgm:pt>
    <dgm:pt modelId="{4FAD3D60-1484-4955-A83B-775B6FEB2A19}">
      <dgm:prSet phldrT="[Texto]"/>
      <dgm:spPr/>
      <dgm:t>
        <a:bodyPr/>
        <a:lstStyle/>
        <a:p>
          <a:r>
            <a:rPr lang="es-CR" dirty="0"/>
            <a:t>F</a:t>
          </a:r>
        </a:p>
      </dgm:t>
    </dgm:pt>
    <dgm:pt modelId="{92CAAB16-9A85-4F5B-9CE6-7D5F331CCF40}" type="parTrans" cxnId="{89BFBA37-EEBE-4463-9918-2DA632DF6ABB}">
      <dgm:prSet/>
      <dgm:spPr/>
      <dgm:t>
        <a:bodyPr/>
        <a:lstStyle/>
        <a:p>
          <a:endParaRPr lang="es-CR"/>
        </a:p>
      </dgm:t>
    </dgm:pt>
    <dgm:pt modelId="{57307734-4AAF-4B4E-B64F-C75081B1E70E}" type="sibTrans" cxnId="{89BFBA37-EEBE-4463-9918-2DA632DF6ABB}">
      <dgm:prSet/>
      <dgm:spPr/>
      <dgm:t>
        <a:bodyPr/>
        <a:lstStyle/>
        <a:p>
          <a:endParaRPr lang="es-CR"/>
        </a:p>
      </dgm:t>
    </dgm:pt>
    <dgm:pt modelId="{1EAFD1A0-EA94-401A-9F43-7ACB98E21441}">
      <dgm:prSet phldrT="[Texto]"/>
      <dgm:spPr/>
      <dgm:t>
        <a:bodyPr/>
        <a:lstStyle/>
        <a:p>
          <a:r>
            <a:rPr lang="es-CR" dirty="0"/>
            <a:t>G</a:t>
          </a:r>
        </a:p>
      </dgm:t>
    </dgm:pt>
    <dgm:pt modelId="{71185670-7053-4A75-89FB-62564887F868}" type="parTrans" cxnId="{37219046-256E-4F68-AA97-99D85BE80875}">
      <dgm:prSet/>
      <dgm:spPr/>
      <dgm:t>
        <a:bodyPr/>
        <a:lstStyle/>
        <a:p>
          <a:endParaRPr lang="es-CR"/>
        </a:p>
      </dgm:t>
    </dgm:pt>
    <dgm:pt modelId="{BE64DC6C-E774-40D6-B174-2A73AD344A35}" type="sibTrans" cxnId="{37219046-256E-4F68-AA97-99D85BE80875}">
      <dgm:prSet/>
      <dgm:spPr/>
      <dgm:t>
        <a:bodyPr/>
        <a:lstStyle/>
        <a:p>
          <a:endParaRPr lang="es-CR"/>
        </a:p>
      </dgm:t>
    </dgm:pt>
    <dgm:pt modelId="{1CB26FA7-1B3F-42E1-87C1-133FA3B6963C}">
      <dgm:prSet phldrT="[Texto]"/>
      <dgm:spPr/>
      <dgm:t>
        <a:bodyPr/>
        <a:lstStyle/>
        <a:p>
          <a:r>
            <a:rPr lang="es-CR" dirty="0"/>
            <a:t>E</a:t>
          </a:r>
        </a:p>
      </dgm:t>
    </dgm:pt>
    <dgm:pt modelId="{ADEBA010-A6A6-4CC5-AA53-499E5C2FDBEE}" type="parTrans" cxnId="{7D303E1A-96A9-4675-8968-28B5AB193865}">
      <dgm:prSet/>
      <dgm:spPr/>
      <dgm:t>
        <a:bodyPr/>
        <a:lstStyle/>
        <a:p>
          <a:endParaRPr lang="es-CR"/>
        </a:p>
      </dgm:t>
    </dgm:pt>
    <dgm:pt modelId="{86BF4544-AEBD-4A30-8C4B-BB088E6AE407}" type="sibTrans" cxnId="{7D303E1A-96A9-4675-8968-28B5AB193865}">
      <dgm:prSet/>
      <dgm:spPr/>
      <dgm:t>
        <a:bodyPr/>
        <a:lstStyle/>
        <a:p>
          <a:endParaRPr lang="es-CR"/>
        </a:p>
      </dgm:t>
    </dgm:pt>
    <dgm:pt modelId="{DD210A6D-557E-4E3B-9ABD-F3782656B1CC}" type="pres">
      <dgm:prSet presAssocID="{48896491-1AAD-4D1A-BA24-6320C0C70C46}" presName="hierChild1" presStyleCnt="0">
        <dgm:presLayoutVars>
          <dgm:chPref val="1"/>
          <dgm:dir/>
          <dgm:animOne val="branch"/>
          <dgm:animLvl val="lvl"/>
          <dgm:resizeHandles/>
        </dgm:presLayoutVars>
      </dgm:prSet>
      <dgm:spPr/>
    </dgm:pt>
    <dgm:pt modelId="{5C997DD0-CFBC-4411-AC16-0993AC47479F}" type="pres">
      <dgm:prSet presAssocID="{D35A3F74-03E4-4F03-9D7D-74E7BB81098A}" presName="hierRoot1" presStyleCnt="0"/>
      <dgm:spPr/>
    </dgm:pt>
    <dgm:pt modelId="{B5E88695-36AE-474F-AAB3-DDDE5D9794D9}" type="pres">
      <dgm:prSet presAssocID="{D35A3F74-03E4-4F03-9D7D-74E7BB81098A}" presName="composite" presStyleCnt="0"/>
      <dgm:spPr/>
    </dgm:pt>
    <dgm:pt modelId="{B5EF0D79-D539-48F4-942E-21E2B9F2867F}" type="pres">
      <dgm:prSet presAssocID="{D35A3F74-03E4-4F03-9D7D-74E7BB81098A}" presName="background" presStyleLbl="node0" presStyleIdx="0" presStyleCnt="1"/>
      <dgm:spPr/>
    </dgm:pt>
    <dgm:pt modelId="{54441789-166B-49D5-8F7F-30723DE084D8}" type="pres">
      <dgm:prSet presAssocID="{D35A3F74-03E4-4F03-9D7D-74E7BB81098A}" presName="text" presStyleLbl="fgAcc0" presStyleIdx="0" presStyleCnt="1">
        <dgm:presLayoutVars>
          <dgm:chPref val="3"/>
        </dgm:presLayoutVars>
      </dgm:prSet>
      <dgm:spPr/>
    </dgm:pt>
    <dgm:pt modelId="{EE092E8A-64AA-4C70-BEDC-B50C5A1238AD}" type="pres">
      <dgm:prSet presAssocID="{D35A3F74-03E4-4F03-9D7D-74E7BB81098A}" presName="hierChild2" presStyleCnt="0"/>
      <dgm:spPr/>
    </dgm:pt>
    <dgm:pt modelId="{4BA1DA1D-ADC8-490B-AE33-0EB24E969E2C}" type="pres">
      <dgm:prSet presAssocID="{EB0A5A73-0635-41AF-83D2-02BF2205A60F}" presName="Name10" presStyleLbl="parChTrans1D2" presStyleIdx="0" presStyleCnt="3"/>
      <dgm:spPr/>
    </dgm:pt>
    <dgm:pt modelId="{78A1BF84-52F0-49EF-8E41-874245436DE3}" type="pres">
      <dgm:prSet presAssocID="{D4AA4CAE-256D-41B8-968C-F38A4D27E205}" presName="hierRoot2" presStyleCnt="0"/>
      <dgm:spPr/>
    </dgm:pt>
    <dgm:pt modelId="{6F27E788-DF45-4056-9B72-F789287230E5}" type="pres">
      <dgm:prSet presAssocID="{D4AA4CAE-256D-41B8-968C-F38A4D27E205}" presName="composite2" presStyleCnt="0"/>
      <dgm:spPr/>
    </dgm:pt>
    <dgm:pt modelId="{A8189625-A2F4-4AA5-B663-756B4DD69C89}" type="pres">
      <dgm:prSet presAssocID="{D4AA4CAE-256D-41B8-968C-F38A4D27E205}" presName="background2" presStyleLbl="node2" presStyleIdx="0" presStyleCnt="3"/>
      <dgm:spPr/>
    </dgm:pt>
    <dgm:pt modelId="{C0B9AA2E-72BF-4DD6-A3E4-929A5B48A470}" type="pres">
      <dgm:prSet presAssocID="{D4AA4CAE-256D-41B8-968C-F38A4D27E205}" presName="text2" presStyleLbl="fgAcc2" presStyleIdx="0" presStyleCnt="3">
        <dgm:presLayoutVars>
          <dgm:chPref val="3"/>
        </dgm:presLayoutVars>
      </dgm:prSet>
      <dgm:spPr/>
    </dgm:pt>
    <dgm:pt modelId="{F0D897C2-2ADE-4CB7-81A9-0A338B1EE948}" type="pres">
      <dgm:prSet presAssocID="{D4AA4CAE-256D-41B8-968C-F38A4D27E205}" presName="hierChild3" presStyleCnt="0"/>
      <dgm:spPr/>
    </dgm:pt>
    <dgm:pt modelId="{4E8B10B8-25F4-4C9C-92AA-9E7BE206E22F}" type="pres">
      <dgm:prSet presAssocID="{14905206-FD45-4098-810A-C4623862B68D}" presName="Name17" presStyleLbl="parChTrans1D3" presStyleIdx="0" presStyleCnt="1"/>
      <dgm:spPr/>
    </dgm:pt>
    <dgm:pt modelId="{C2D86811-71C2-4DBA-ACDF-30D9F995C81F}" type="pres">
      <dgm:prSet presAssocID="{53D7A827-4753-4FF1-94E1-F051E8C566FB}" presName="hierRoot3" presStyleCnt="0"/>
      <dgm:spPr/>
    </dgm:pt>
    <dgm:pt modelId="{53BDA803-6F5A-4CCB-AC09-1FFFA3A7A4A7}" type="pres">
      <dgm:prSet presAssocID="{53D7A827-4753-4FF1-94E1-F051E8C566FB}" presName="composite3" presStyleCnt="0"/>
      <dgm:spPr/>
    </dgm:pt>
    <dgm:pt modelId="{017C94B9-20C2-4E70-AD50-A9BE5111CF42}" type="pres">
      <dgm:prSet presAssocID="{53D7A827-4753-4FF1-94E1-F051E8C566FB}" presName="background3" presStyleLbl="node3" presStyleIdx="0" presStyleCnt="1"/>
      <dgm:spPr/>
    </dgm:pt>
    <dgm:pt modelId="{6AC81261-9ED7-4E8D-9248-BC28FA244E72}" type="pres">
      <dgm:prSet presAssocID="{53D7A827-4753-4FF1-94E1-F051E8C566FB}" presName="text3" presStyleLbl="fgAcc3" presStyleIdx="0" presStyleCnt="1">
        <dgm:presLayoutVars>
          <dgm:chPref val="3"/>
        </dgm:presLayoutVars>
      </dgm:prSet>
      <dgm:spPr/>
    </dgm:pt>
    <dgm:pt modelId="{F6DF1192-3FE3-4D05-8602-DCE5F346A743}" type="pres">
      <dgm:prSet presAssocID="{53D7A827-4753-4FF1-94E1-F051E8C566FB}" presName="hierChild4" presStyleCnt="0"/>
      <dgm:spPr/>
    </dgm:pt>
    <dgm:pt modelId="{0CD84783-E944-4E6B-91BD-A9FFC4157B17}" type="pres">
      <dgm:prSet presAssocID="{5FA4BC44-AFA4-4B38-A241-749C9AFDF86A}" presName="Name23" presStyleLbl="parChTrans1D4" presStyleIdx="0" presStyleCnt="2"/>
      <dgm:spPr/>
    </dgm:pt>
    <dgm:pt modelId="{DE36C74A-4232-4694-B6EE-05765AD71FDB}" type="pres">
      <dgm:prSet presAssocID="{63E66201-EE3E-43E3-AD0B-9075622A35FC}" presName="hierRoot4" presStyleCnt="0"/>
      <dgm:spPr/>
    </dgm:pt>
    <dgm:pt modelId="{B2260BB9-2827-4495-8646-3ED591FD7018}" type="pres">
      <dgm:prSet presAssocID="{63E66201-EE3E-43E3-AD0B-9075622A35FC}" presName="composite4" presStyleCnt="0"/>
      <dgm:spPr/>
    </dgm:pt>
    <dgm:pt modelId="{C28983B9-9589-4137-830C-4DC27397659A}" type="pres">
      <dgm:prSet presAssocID="{63E66201-EE3E-43E3-AD0B-9075622A35FC}" presName="background4" presStyleLbl="node4" presStyleIdx="0" presStyleCnt="2"/>
      <dgm:spPr/>
    </dgm:pt>
    <dgm:pt modelId="{E4654F2E-3ABF-48CD-876C-5E03E706D684}" type="pres">
      <dgm:prSet presAssocID="{63E66201-EE3E-43E3-AD0B-9075622A35FC}" presName="text4" presStyleLbl="fgAcc4" presStyleIdx="0" presStyleCnt="2">
        <dgm:presLayoutVars>
          <dgm:chPref val="3"/>
        </dgm:presLayoutVars>
      </dgm:prSet>
      <dgm:spPr/>
    </dgm:pt>
    <dgm:pt modelId="{82ED19F3-8370-4140-B603-F4C17AF7C93C}" type="pres">
      <dgm:prSet presAssocID="{63E66201-EE3E-43E3-AD0B-9075622A35FC}" presName="hierChild5" presStyleCnt="0"/>
      <dgm:spPr/>
    </dgm:pt>
    <dgm:pt modelId="{BB44C833-4DF1-4960-BDCA-70FD4416A996}" type="pres">
      <dgm:prSet presAssocID="{ADEBA010-A6A6-4CC5-AA53-499E5C2FDBEE}" presName="Name23" presStyleLbl="parChTrans1D4" presStyleIdx="1" presStyleCnt="2"/>
      <dgm:spPr/>
    </dgm:pt>
    <dgm:pt modelId="{55C8F3CD-1155-4B24-918E-1CD9998FEA8C}" type="pres">
      <dgm:prSet presAssocID="{1CB26FA7-1B3F-42E1-87C1-133FA3B6963C}" presName="hierRoot4" presStyleCnt="0"/>
      <dgm:spPr/>
    </dgm:pt>
    <dgm:pt modelId="{1B8976C3-91DF-4201-8E27-773ADDBC1816}" type="pres">
      <dgm:prSet presAssocID="{1CB26FA7-1B3F-42E1-87C1-133FA3B6963C}" presName="composite4" presStyleCnt="0"/>
      <dgm:spPr/>
    </dgm:pt>
    <dgm:pt modelId="{FD2188B2-839F-407F-9CFD-6E32B5921A63}" type="pres">
      <dgm:prSet presAssocID="{1CB26FA7-1B3F-42E1-87C1-133FA3B6963C}" presName="background4" presStyleLbl="node4" presStyleIdx="1" presStyleCnt="2"/>
      <dgm:spPr/>
    </dgm:pt>
    <dgm:pt modelId="{55C2C9F6-F2DE-4271-8F5D-856FBCF80ABD}" type="pres">
      <dgm:prSet presAssocID="{1CB26FA7-1B3F-42E1-87C1-133FA3B6963C}" presName="text4" presStyleLbl="fgAcc4" presStyleIdx="1" presStyleCnt="2">
        <dgm:presLayoutVars>
          <dgm:chPref val="3"/>
        </dgm:presLayoutVars>
      </dgm:prSet>
      <dgm:spPr/>
    </dgm:pt>
    <dgm:pt modelId="{80A11644-F7AC-434E-A78A-4BE27C654970}" type="pres">
      <dgm:prSet presAssocID="{1CB26FA7-1B3F-42E1-87C1-133FA3B6963C}" presName="hierChild5" presStyleCnt="0"/>
      <dgm:spPr/>
    </dgm:pt>
    <dgm:pt modelId="{EEC3133B-C463-4764-8322-90433A2F499C}" type="pres">
      <dgm:prSet presAssocID="{92CAAB16-9A85-4F5B-9CE6-7D5F331CCF40}" presName="Name10" presStyleLbl="parChTrans1D2" presStyleIdx="1" presStyleCnt="3"/>
      <dgm:spPr/>
    </dgm:pt>
    <dgm:pt modelId="{17ACFC25-CDF9-4969-B1F9-063D366376FF}" type="pres">
      <dgm:prSet presAssocID="{4FAD3D60-1484-4955-A83B-775B6FEB2A19}" presName="hierRoot2" presStyleCnt="0"/>
      <dgm:spPr/>
    </dgm:pt>
    <dgm:pt modelId="{50A275BF-2DDA-4D4E-BCCA-2F73695DA7E4}" type="pres">
      <dgm:prSet presAssocID="{4FAD3D60-1484-4955-A83B-775B6FEB2A19}" presName="composite2" presStyleCnt="0"/>
      <dgm:spPr/>
    </dgm:pt>
    <dgm:pt modelId="{5D9C7AEA-5364-46F3-A980-EA2792388CF3}" type="pres">
      <dgm:prSet presAssocID="{4FAD3D60-1484-4955-A83B-775B6FEB2A19}" presName="background2" presStyleLbl="node2" presStyleIdx="1" presStyleCnt="3"/>
      <dgm:spPr/>
    </dgm:pt>
    <dgm:pt modelId="{FE098037-EC99-4461-B1B2-BEF960698020}" type="pres">
      <dgm:prSet presAssocID="{4FAD3D60-1484-4955-A83B-775B6FEB2A19}" presName="text2" presStyleLbl="fgAcc2" presStyleIdx="1" presStyleCnt="3">
        <dgm:presLayoutVars>
          <dgm:chPref val="3"/>
        </dgm:presLayoutVars>
      </dgm:prSet>
      <dgm:spPr/>
    </dgm:pt>
    <dgm:pt modelId="{503D5FFA-6454-47DC-A73D-E71C1C05430D}" type="pres">
      <dgm:prSet presAssocID="{4FAD3D60-1484-4955-A83B-775B6FEB2A19}" presName="hierChild3" presStyleCnt="0"/>
      <dgm:spPr/>
    </dgm:pt>
    <dgm:pt modelId="{EBF29880-A0FD-45A9-881B-AA3F47F3F4AB}" type="pres">
      <dgm:prSet presAssocID="{71185670-7053-4A75-89FB-62564887F868}" presName="Name10" presStyleLbl="parChTrans1D2" presStyleIdx="2" presStyleCnt="3"/>
      <dgm:spPr/>
    </dgm:pt>
    <dgm:pt modelId="{57A41C66-E730-4975-A7E0-26327E8224BE}" type="pres">
      <dgm:prSet presAssocID="{1EAFD1A0-EA94-401A-9F43-7ACB98E21441}" presName="hierRoot2" presStyleCnt="0"/>
      <dgm:spPr/>
    </dgm:pt>
    <dgm:pt modelId="{BD260501-667E-46BE-9E35-2106DAB740DE}" type="pres">
      <dgm:prSet presAssocID="{1EAFD1A0-EA94-401A-9F43-7ACB98E21441}" presName="composite2" presStyleCnt="0"/>
      <dgm:spPr/>
    </dgm:pt>
    <dgm:pt modelId="{C64E447B-F23F-4AB1-9B8B-50FBF8D1B129}" type="pres">
      <dgm:prSet presAssocID="{1EAFD1A0-EA94-401A-9F43-7ACB98E21441}" presName="background2" presStyleLbl="node2" presStyleIdx="2" presStyleCnt="3"/>
      <dgm:spPr/>
    </dgm:pt>
    <dgm:pt modelId="{3914D127-D46D-4A7D-BAD2-4F7460847BAB}" type="pres">
      <dgm:prSet presAssocID="{1EAFD1A0-EA94-401A-9F43-7ACB98E21441}" presName="text2" presStyleLbl="fgAcc2" presStyleIdx="2" presStyleCnt="3">
        <dgm:presLayoutVars>
          <dgm:chPref val="3"/>
        </dgm:presLayoutVars>
      </dgm:prSet>
      <dgm:spPr/>
    </dgm:pt>
    <dgm:pt modelId="{73472231-FC1C-463A-BB38-2BB9AA9A6D74}" type="pres">
      <dgm:prSet presAssocID="{1EAFD1A0-EA94-401A-9F43-7ACB98E21441}" presName="hierChild3" presStyleCnt="0"/>
      <dgm:spPr/>
    </dgm:pt>
  </dgm:ptLst>
  <dgm:cxnLst>
    <dgm:cxn modelId="{7D303E1A-96A9-4675-8968-28B5AB193865}" srcId="{53D7A827-4753-4FF1-94E1-F051E8C566FB}" destId="{1CB26FA7-1B3F-42E1-87C1-133FA3B6963C}" srcOrd="1" destOrd="0" parTransId="{ADEBA010-A6A6-4CC5-AA53-499E5C2FDBEE}" sibTransId="{86BF4544-AEBD-4A30-8C4B-BB088E6AE407}"/>
    <dgm:cxn modelId="{E450F61A-7626-4899-8E60-94BD4E22931A}" type="presOf" srcId="{D4AA4CAE-256D-41B8-968C-F38A4D27E205}" destId="{C0B9AA2E-72BF-4DD6-A3E4-929A5B48A470}" srcOrd="0" destOrd="0" presId="urn:microsoft.com/office/officeart/2005/8/layout/hierarchy1"/>
    <dgm:cxn modelId="{C7069836-7B54-44B5-B7A8-C8A48E76BAEF}" type="presOf" srcId="{D35A3F74-03E4-4F03-9D7D-74E7BB81098A}" destId="{54441789-166B-49D5-8F7F-30723DE084D8}" srcOrd="0" destOrd="0" presId="urn:microsoft.com/office/officeart/2005/8/layout/hierarchy1"/>
    <dgm:cxn modelId="{89BFBA37-EEBE-4463-9918-2DA632DF6ABB}" srcId="{D35A3F74-03E4-4F03-9D7D-74E7BB81098A}" destId="{4FAD3D60-1484-4955-A83B-775B6FEB2A19}" srcOrd="1" destOrd="0" parTransId="{92CAAB16-9A85-4F5B-9CE6-7D5F331CCF40}" sibTransId="{57307734-4AAF-4B4E-B64F-C75081B1E70E}"/>
    <dgm:cxn modelId="{0C8F9345-CA5D-4651-A8F2-0E747B0D8754}" type="presOf" srcId="{63E66201-EE3E-43E3-AD0B-9075622A35FC}" destId="{E4654F2E-3ABF-48CD-876C-5E03E706D684}" srcOrd="0" destOrd="0" presId="urn:microsoft.com/office/officeart/2005/8/layout/hierarchy1"/>
    <dgm:cxn modelId="{36A0AB45-D746-4D81-A872-E6E6A2C9B171}" type="presOf" srcId="{71185670-7053-4A75-89FB-62564887F868}" destId="{EBF29880-A0FD-45A9-881B-AA3F47F3F4AB}" srcOrd="0" destOrd="0" presId="urn:microsoft.com/office/officeart/2005/8/layout/hierarchy1"/>
    <dgm:cxn modelId="{50D62C46-886D-49D7-8A45-4B32405F46E1}" srcId="{53D7A827-4753-4FF1-94E1-F051E8C566FB}" destId="{63E66201-EE3E-43E3-AD0B-9075622A35FC}" srcOrd="0" destOrd="0" parTransId="{5FA4BC44-AFA4-4B38-A241-749C9AFDF86A}" sibTransId="{0BC6D4E5-4EE0-4907-A0FE-6C3D40FF713E}"/>
    <dgm:cxn modelId="{37219046-256E-4F68-AA97-99D85BE80875}" srcId="{D35A3F74-03E4-4F03-9D7D-74E7BB81098A}" destId="{1EAFD1A0-EA94-401A-9F43-7ACB98E21441}" srcOrd="2" destOrd="0" parTransId="{71185670-7053-4A75-89FB-62564887F868}" sibTransId="{BE64DC6C-E774-40D6-B174-2A73AD344A35}"/>
    <dgm:cxn modelId="{DC53E169-1A31-4445-BF09-6709D65B6058}" srcId="{48896491-1AAD-4D1A-BA24-6320C0C70C46}" destId="{D35A3F74-03E4-4F03-9D7D-74E7BB81098A}" srcOrd="0" destOrd="0" parTransId="{09085AA0-399B-49B0-AEF1-FFADEFC5B54F}" sibTransId="{D15F5A10-15E6-407B-BDE7-2E0C11039F20}"/>
    <dgm:cxn modelId="{7FAF144A-1C8B-459A-A57E-C82C8938780E}" type="presOf" srcId="{92CAAB16-9A85-4F5B-9CE6-7D5F331CCF40}" destId="{EEC3133B-C463-4764-8322-90433A2F499C}" srcOrd="0" destOrd="0" presId="urn:microsoft.com/office/officeart/2005/8/layout/hierarchy1"/>
    <dgm:cxn modelId="{935B276A-FD47-4810-BF63-1929C0A006D0}" type="presOf" srcId="{EB0A5A73-0635-41AF-83D2-02BF2205A60F}" destId="{4BA1DA1D-ADC8-490B-AE33-0EB24E969E2C}" srcOrd="0" destOrd="0" presId="urn:microsoft.com/office/officeart/2005/8/layout/hierarchy1"/>
    <dgm:cxn modelId="{7977164D-A056-4B06-9B5D-AC3151456ADB}" srcId="{D35A3F74-03E4-4F03-9D7D-74E7BB81098A}" destId="{D4AA4CAE-256D-41B8-968C-F38A4D27E205}" srcOrd="0" destOrd="0" parTransId="{EB0A5A73-0635-41AF-83D2-02BF2205A60F}" sibTransId="{72CCFCCF-272C-4D33-AFB4-531CEF1D9DBA}"/>
    <dgm:cxn modelId="{68072C50-7759-46CB-A1AD-4EFC4621C767}" type="presOf" srcId="{5FA4BC44-AFA4-4B38-A241-749C9AFDF86A}" destId="{0CD84783-E944-4E6B-91BD-A9FFC4157B17}" srcOrd="0" destOrd="0" presId="urn:microsoft.com/office/officeart/2005/8/layout/hierarchy1"/>
    <dgm:cxn modelId="{6FCB5555-C49C-4C48-BCDB-0C017DBD91F5}" srcId="{D4AA4CAE-256D-41B8-968C-F38A4D27E205}" destId="{53D7A827-4753-4FF1-94E1-F051E8C566FB}" srcOrd="0" destOrd="0" parTransId="{14905206-FD45-4098-810A-C4623862B68D}" sibTransId="{19E0C9E4-BAF4-404D-9554-47E4471BC147}"/>
    <dgm:cxn modelId="{9B2E0776-A204-4C90-8E36-F4F2764D5D02}" type="presOf" srcId="{1CB26FA7-1B3F-42E1-87C1-133FA3B6963C}" destId="{55C2C9F6-F2DE-4271-8F5D-856FBCF80ABD}" srcOrd="0" destOrd="0" presId="urn:microsoft.com/office/officeart/2005/8/layout/hierarchy1"/>
    <dgm:cxn modelId="{64534B8E-F167-411A-8595-0AA7E5075323}" type="presOf" srcId="{1EAFD1A0-EA94-401A-9F43-7ACB98E21441}" destId="{3914D127-D46D-4A7D-BAD2-4F7460847BAB}" srcOrd="0" destOrd="0" presId="urn:microsoft.com/office/officeart/2005/8/layout/hierarchy1"/>
    <dgm:cxn modelId="{4054088F-404B-4274-96F9-3154212C3B36}" type="presOf" srcId="{53D7A827-4753-4FF1-94E1-F051E8C566FB}" destId="{6AC81261-9ED7-4E8D-9248-BC28FA244E72}" srcOrd="0" destOrd="0" presId="urn:microsoft.com/office/officeart/2005/8/layout/hierarchy1"/>
    <dgm:cxn modelId="{382B4C97-933E-49F3-A707-9D6D06F02691}" type="presOf" srcId="{ADEBA010-A6A6-4CC5-AA53-499E5C2FDBEE}" destId="{BB44C833-4DF1-4960-BDCA-70FD4416A996}" srcOrd="0" destOrd="0" presId="urn:microsoft.com/office/officeart/2005/8/layout/hierarchy1"/>
    <dgm:cxn modelId="{C79709CE-A26B-45F6-88F5-C4E7E29D49C3}" type="presOf" srcId="{4FAD3D60-1484-4955-A83B-775B6FEB2A19}" destId="{FE098037-EC99-4461-B1B2-BEF960698020}" srcOrd="0" destOrd="0" presId="urn:microsoft.com/office/officeart/2005/8/layout/hierarchy1"/>
    <dgm:cxn modelId="{B4C37BE2-2B48-4F80-9BB1-4F53DEB8DC3E}" type="presOf" srcId="{14905206-FD45-4098-810A-C4623862B68D}" destId="{4E8B10B8-25F4-4C9C-92AA-9E7BE206E22F}" srcOrd="0" destOrd="0" presId="urn:microsoft.com/office/officeart/2005/8/layout/hierarchy1"/>
    <dgm:cxn modelId="{95C074F8-946D-4B94-A9B1-87FD36AB825E}" type="presOf" srcId="{48896491-1AAD-4D1A-BA24-6320C0C70C46}" destId="{DD210A6D-557E-4E3B-9ABD-F3782656B1CC}" srcOrd="0" destOrd="0" presId="urn:microsoft.com/office/officeart/2005/8/layout/hierarchy1"/>
    <dgm:cxn modelId="{F0F2649B-D0F6-4AEC-A53E-3E2EB9FF1685}" type="presParOf" srcId="{DD210A6D-557E-4E3B-9ABD-F3782656B1CC}" destId="{5C997DD0-CFBC-4411-AC16-0993AC47479F}" srcOrd="0" destOrd="0" presId="urn:microsoft.com/office/officeart/2005/8/layout/hierarchy1"/>
    <dgm:cxn modelId="{8818C203-1B58-4DF1-BF56-A8B30123BF77}" type="presParOf" srcId="{5C997DD0-CFBC-4411-AC16-0993AC47479F}" destId="{B5E88695-36AE-474F-AAB3-DDDE5D9794D9}" srcOrd="0" destOrd="0" presId="urn:microsoft.com/office/officeart/2005/8/layout/hierarchy1"/>
    <dgm:cxn modelId="{96A9D965-3698-4FB1-8439-8CA469055BFA}" type="presParOf" srcId="{B5E88695-36AE-474F-AAB3-DDDE5D9794D9}" destId="{B5EF0D79-D539-48F4-942E-21E2B9F2867F}" srcOrd="0" destOrd="0" presId="urn:microsoft.com/office/officeart/2005/8/layout/hierarchy1"/>
    <dgm:cxn modelId="{8BBCE8C7-7F1E-41E9-918F-B344BCF288AF}" type="presParOf" srcId="{B5E88695-36AE-474F-AAB3-DDDE5D9794D9}" destId="{54441789-166B-49D5-8F7F-30723DE084D8}" srcOrd="1" destOrd="0" presId="urn:microsoft.com/office/officeart/2005/8/layout/hierarchy1"/>
    <dgm:cxn modelId="{492AF0A0-17BA-40AC-A9D4-F85A8BCFD5AE}" type="presParOf" srcId="{5C997DD0-CFBC-4411-AC16-0993AC47479F}" destId="{EE092E8A-64AA-4C70-BEDC-B50C5A1238AD}" srcOrd="1" destOrd="0" presId="urn:microsoft.com/office/officeart/2005/8/layout/hierarchy1"/>
    <dgm:cxn modelId="{FE242453-E9DF-4BCA-A843-843020CA89F4}" type="presParOf" srcId="{EE092E8A-64AA-4C70-BEDC-B50C5A1238AD}" destId="{4BA1DA1D-ADC8-490B-AE33-0EB24E969E2C}" srcOrd="0" destOrd="0" presId="urn:microsoft.com/office/officeart/2005/8/layout/hierarchy1"/>
    <dgm:cxn modelId="{5AF5C098-6A21-4628-B2CC-A8514F62923C}" type="presParOf" srcId="{EE092E8A-64AA-4C70-BEDC-B50C5A1238AD}" destId="{78A1BF84-52F0-49EF-8E41-874245436DE3}" srcOrd="1" destOrd="0" presId="urn:microsoft.com/office/officeart/2005/8/layout/hierarchy1"/>
    <dgm:cxn modelId="{AD350B2C-C58C-405F-AA35-257C9E7AFE14}" type="presParOf" srcId="{78A1BF84-52F0-49EF-8E41-874245436DE3}" destId="{6F27E788-DF45-4056-9B72-F789287230E5}" srcOrd="0" destOrd="0" presId="urn:microsoft.com/office/officeart/2005/8/layout/hierarchy1"/>
    <dgm:cxn modelId="{C45709E9-2A96-451E-BDAC-655DB538A2FB}" type="presParOf" srcId="{6F27E788-DF45-4056-9B72-F789287230E5}" destId="{A8189625-A2F4-4AA5-B663-756B4DD69C89}" srcOrd="0" destOrd="0" presId="urn:microsoft.com/office/officeart/2005/8/layout/hierarchy1"/>
    <dgm:cxn modelId="{83DF7894-FB99-4ABC-853A-65A8A2EEA74F}" type="presParOf" srcId="{6F27E788-DF45-4056-9B72-F789287230E5}" destId="{C0B9AA2E-72BF-4DD6-A3E4-929A5B48A470}" srcOrd="1" destOrd="0" presId="urn:microsoft.com/office/officeart/2005/8/layout/hierarchy1"/>
    <dgm:cxn modelId="{091089C1-2D7E-456E-8D52-11E820FB9859}" type="presParOf" srcId="{78A1BF84-52F0-49EF-8E41-874245436DE3}" destId="{F0D897C2-2ADE-4CB7-81A9-0A338B1EE948}" srcOrd="1" destOrd="0" presId="urn:microsoft.com/office/officeart/2005/8/layout/hierarchy1"/>
    <dgm:cxn modelId="{D80DCFCB-F680-42E5-8B59-A7F00F928663}" type="presParOf" srcId="{F0D897C2-2ADE-4CB7-81A9-0A338B1EE948}" destId="{4E8B10B8-25F4-4C9C-92AA-9E7BE206E22F}" srcOrd="0" destOrd="0" presId="urn:microsoft.com/office/officeart/2005/8/layout/hierarchy1"/>
    <dgm:cxn modelId="{3F774142-77EE-435F-BE7B-1A4D6D3089BF}" type="presParOf" srcId="{F0D897C2-2ADE-4CB7-81A9-0A338B1EE948}" destId="{C2D86811-71C2-4DBA-ACDF-30D9F995C81F}" srcOrd="1" destOrd="0" presId="urn:microsoft.com/office/officeart/2005/8/layout/hierarchy1"/>
    <dgm:cxn modelId="{45D40C75-16B3-464F-81DC-4629175234A0}" type="presParOf" srcId="{C2D86811-71C2-4DBA-ACDF-30D9F995C81F}" destId="{53BDA803-6F5A-4CCB-AC09-1FFFA3A7A4A7}" srcOrd="0" destOrd="0" presId="urn:microsoft.com/office/officeart/2005/8/layout/hierarchy1"/>
    <dgm:cxn modelId="{280A2C21-D466-4E44-8213-979EFFFCAA84}" type="presParOf" srcId="{53BDA803-6F5A-4CCB-AC09-1FFFA3A7A4A7}" destId="{017C94B9-20C2-4E70-AD50-A9BE5111CF42}" srcOrd="0" destOrd="0" presId="urn:microsoft.com/office/officeart/2005/8/layout/hierarchy1"/>
    <dgm:cxn modelId="{862F04DB-0BCF-47C1-8744-289DB63FC411}" type="presParOf" srcId="{53BDA803-6F5A-4CCB-AC09-1FFFA3A7A4A7}" destId="{6AC81261-9ED7-4E8D-9248-BC28FA244E72}" srcOrd="1" destOrd="0" presId="urn:microsoft.com/office/officeart/2005/8/layout/hierarchy1"/>
    <dgm:cxn modelId="{A18E22B2-6997-42CB-9028-72172C2DB921}" type="presParOf" srcId="{C2D86811-71C2-4DBA-ACDF-30D9F995C81F}" destId="{F6DF1192-3FE3-4D05-8602-DCE5F346A743}" srcOrd="1" destOrd="0" presId="urn:microsoft.com/office/officeart/2005/8/layout/hierarchy1"/>
    <dgm:cxn modelId="{860E9A45-3AB5-4831-ADEB-C05DDB8D1D2A}" type="presParOf" srcId="{F6DF1192-3FE3-4D05-8602-DCE5F346A743}" destId="{0CD84783-E944-4E6B-91BD-A9FFC4157B17}" srcOrd="0" destOrd="0" presId="urn:microsoft.com/office/officeart/2005/8/layout/hierarchy1"/>
    <dgm:cxn modelId="{B18B0DB3-8541-4AF0-847E-44C30F3D5CDD}" type="presParOf" srcId="{F6DF1192-3FE3-4D05-8602-DCE5F346A743}" destId="{DE36C74A-4232-4694-B6EE-05765AD71FDB}" srcOrd="1" destOrd="0" presId="urn:microsoft.com/office/officeart/2005/8/layout/hierarchy1"/>
    <dgm:cxn modelId="{546249C9-210D-491F-B518-E0E0633565DF}" type="presParOf" srcId="{DE36C74A-4232-4694-B6EE-05765AD71FDB}" destId="{B2260BB9-2827-4495-8646-3ED591FD7018}" srcOrd="0" destOrd="0" presId="urn:microsoft.com/office/officeart/2005/8/layout/hierarchy1"/>
    <dgm:cxn modelId="{AFBD5CDF-CF00-4BD9-8E17-41081516651D}" type="presParOf" srcId="{B2260BB9-2827-4495-8646-3ED591FD7018}" destId="{C28983B9-9589-4137-830C-4DC27397659A}" srcOrd="0" destOrd="0" presId="urn:microsoft.com/office/officeart/2005/8/layout/hierarchy1"/>
    <dgm:cxn modelId="{4327FF12-325A-4D2C-A696-54243414BA3C}" type="presParOf" srcId="{B2260BB9-2827-4495-8646-3ED591FD7018}" destId="{E4654F2E-3ABF-48CD-876C-5E03E706D684}" srcOrd="1" destOrd="0" presId="urn:microsoft.com/office/officeart/2005/8/layout/hierarchy1"/>
    <dgm:cxn modelId="{D62D00F4-B27A-4445-A152-9A6EB6513123}" type="presParOf" srcId="{DE36C74A-4232-4694-B6EE-05765AD71FDB}" destId="{82ED19F3-8370-4140-B603-F4C17AF7C93C}" srcOrd="1" destOrd="0" presId="urn:microsoft.com/office/officeart/2005/8/layout/hierarchy1"/>
    <dgm:cxn modelId="{B64D78AC-BDCC-4528-BFBD-7DFEEC02E6BC}" type="presParOf" srcId="{F6DF1192-3FE3-4D05-8602-DCE5F346A743}" destId="{BB44C833-4DF1-4960-BDCA-70FD4416A996}" srcOrd="2" destOrd="0" presId="urn:microsoft.com/office/officeart/2005/8/layout/hierarchy1"/>
    <dgm:cxn modelId="{8BEAC425-2842-46C0-8220-06EA2E437771}" type="presParOf" srcId="{F6DF1192-3FE3-4D05-8602-DCE5F346A743}" destId="{55C8F3CD-1155-4B24-918E-1CD9998FEA8C}" srcOrd="3" destOrd="0" presId="urn:microsoft.com/office/officeart/2005/8/layout/hierarchy1"/>
    <dgm:cxn modelId="{D4B849A1-A2D0-4943-89EC-25D5ED0D57AE}" type="presParOf" srcId="{55C8F3CD-1155-4B24-918E-1CD9998FEA8C}" destId="{1B8976C3-91DF-4201-8E27-773ADDBC1816}" srcOrd="0" destOrd="0" presId="urn:microsoft.com/office/officeart/2005/8/layout/hierarchy1"/>
    <dgm:cxn modelId="{9A358B2A-8A10-4F5B-BD5A-753B350715EE}" type="presParOf" srcId="{1B8976C3-91DF-4201-8E27-773ADDBC1816}" destId="{FD2188B2-839F-407F-9CFD-6E32B5921A63}" srcOrd="0" destOrd="0" presId="urn:microsoft.com/office/officeart/2005/8/layout/hierarchy1"/>
    <dgm:cxn modelId="{53C15B83-E355-42A5-A89C-56AFF279DB32}" type="presParOf" srcId="{1B8976C3-91DF-4201-8E27-773ADDBC1816}" destId="{55C2C9F6-F2DE-4271-8F5D-856FBCF80ABD}" srcOrd="1" destOrd="0" presId="urn:microsoft.com/office/officeart/2005/8/layout/hierarchy1"/>
    <dgm:cxn modelId="{CC595416-28BB-4288-8F29-75B6462631E7}" type="presParOf" srcId="{55C8F3CD-1155-4B24-918E-1CD9998FEA8C}" destId="{80A11644-F7AC-434E-A78A-4BE27C654970}" srcOrd="1" destOrd="0" presId="urn:microsoft.com/office/officeart/2005/8/layout/hierarchy1"/>
    <dgm:cxn modelId="{FD2C9E1B-F622-4205-BE7C-3CB46976E2D0}" type="presParOf" srcId="{EE092E8A-64AA-4C70-BEDC-B50C5A1238AD}" destId="{EEC3133B-C463-4764-8322-90433A2F499C}" srcOrd="2" destOrd="0" presId="urn:microsoft.com/office/officeart/2005/8/layout/hierarchy1"/>
    <dgm:cxn modelId="{DE656B24-98E3-4C32-8DE1-F4B74F18D947}" type="presParOf" srcId="{EE092E8A-64AA-4C70-BEDC-B50C5A1238AD}" destId="{17ACFC25-CDF9-4969-B1F9-063D366376FF}" srcOrd="3" destOrd="0" presId="urn:microsoft.com/office/officeart/2005/8/layout/hierarchy1"/>
    <dgm:cxn modelId="{67A37345-2DEA-4797-A2B4-C1E6A3E1D435}" type="presParOf" srcId="{17ACFC25-CDF9-4969-B1F9-063D366376FF}" destId="{50A275BF-2DDA-4D4E-BCCA-2F73695DA7E4}" srcOrd="0" destOrd="0" presId="urn:microsoft.com/office/officeart/2005/8/layout/hierarchy1"/>
    <dgm:cxn modelId="{28FAE73D-B7CD-4021-9084-5DB9D2C7A218}" type="presParOf" srcId="{50A275BF-2DDA-4D4E-BCCA-2F73695DA7E4}" destId="{5D9C7AEA-5364-46F3-A980-EA2792388CF3}" srcOrd="0" destOrd="0" presId="urn:microsoft.com/office/officeart/2005/8/layout/hierarchy1"/>
    <dgm:cxn modelId="{D90B56DE-5B1D-4317-8531-4B25477BE8FD}" type="presParOf" srcId="{50A275BF-2DDA-4D4E-BCCA-2F73695DA7E4}" destId="{FE098037-EC99-4461-B1B2-BEF960698020}" srcOrd="1" destOrd="0" presId="urn:microsoft.com/office/officeart/2005/8/layout/hierarchy1"/>
    <dgm:cxn modelId="{5F5BB574-6978-45F1-A6B0-F704B8511D6C}" type="presParOf" srcId="{17ACFC25-CDF9-4969-B1F9-063D366376FF}" destId="{503D5FFA-6454-47DC-A73D-E71C1C05430D}" srcOrd="1" destOrd="0" presId="urn:microsoft.com/office/officeart/2005/8/layout/hierarchy1"/>
    <dgm:cxn modelId="{90A26763-B84C-4CD8-B847-ADB329D6A354}" type="presParOf" srcId="{EE092E8A-64AA-4C70-BEDC-B50C5A1238AD}" destId="{EBF29880-A0FD-45A9-881B-AA3F47F3F4AB}" srcOrd="4" destOrd="0" presId="urn:microsoft.com/office/officeart/2005/8/layout/hierarchy1"/>
    <dgm:cxn modelId="{3AEF1A7C-E79A-43A1-8CE9-B6E68444749F}" type="presParOf" srcId="{EE092E8A-64AA-4C70-BEDC-B50C5A1238AD}" destId="{57A41C66-E730-4975-A7E0-26327E8224BE}" srcOrd="5" destOrd="0" presId="urn:microsoft.com/office/officeart/2005/8/layout/hierarchy1"/>
    <dgm:cxn modelId="{8312AD88-C171-4E04-ADBB-2D836F5C8D74}" type="presParOf" srcId="{57A41C66-E730-4975-A7E0-26327E8224BE}" destId="{BD260501-667E-46BE-9E35-2106DAB740DE}" srcOrd="0" destOrd="0" presId="urn:microsoft.com/office/officeart/2005/8/layout/hierarchy1"/>
    <dgm:cxn modelId="{DC2852D6-7D02-4A4A-8870-BC902FA9F4C4}" type="presParOf" srcId="{BD260501-667E-46BE-9E35-2106DAB740DE}" destId="{C64E447B-F23F-4AB1-9B8B-50FBF8D1B129}" srcOrd="0" destOrd="0" presId="urn:microsoft.com/office/officeart/2005/8/layout/hierarchy1"/>
    <dgm:cxn modelId="{5AF1E5EA-4786-4B78-A225-B00320C58934}" type="presParOf" srcId="{BD260501-667E-46BE-9E35-2106DAB740DE}" destId="{3914D127-D46D-4A7D-BAD2-4F7460847BAB}" srcOrd="1" destOrd="0" presId="urn:microsoft.com/office/officeart/2005/8/layout/hierarchy1"/>
    <dgm:cxn modelId="{34218BF2-386E-417C-AE4E-38C8F13B02C5}" type="presParOf" srcId="{57A41C66-E730-4975-A7E0-26327E8224BE}" destId="{73472231-FC1C-463A-BB38-2BB9AA9A6D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8896491-1AAD-4D1A-BA24-6320C0C70C46}" type="doc">
      <dgm:prSet loTypeId="urn:microsoft.com/office/officeart/2005/8/layout/hierarchy1" loCatId="hierarchy" qsTypeId="urn:microsoft.com/office/officeart/2005/8/quickstyle/simple1#10" qsCatId="simple" csTypeId="urn:microsoft.com/office/officeart/2005/8/colors/accent1_2#9" csCatId="accent1" phldr="1"/>
      <dgm:spPr/>
      <dgm:t>
        <a:bodyPr/>
        <a:lstStyle/>
        <a:p>
          <a:endParaRPr lang="es-CR"/>
        </a:p>
      </dgm:t>
    </dgm:pt>
    <dgm:pt modelId="{D35A3F74-03E4-4F03-9D7D-74E7BB81098A}">
      <dgm:prSet phldrT="[Texto]"/>
      <dgm:spPr>
        <a:solidFill>
          <a:srgbClr val="00B050">
            <a:alpha val="90000"/>
          </a:srgbClr>
        </a:solidFill>
      </dgm:spPr>
      <dgm:t>
        <a:bodyPr/>
        <a:lstStyle/>
        <a:p>
          <a:r>
            <a:rPr lang="es-CR" dirty="0"/>
            <a:t>A</a:t>
          </a:r>
        </a:p>
      </dgm:t>
    </dgm:pt>
    <dgm:pt modelId="{09085AA0-399B-49B0-AEF1-FFADEFC5B54F}" type="parTrans" cxnId="{DC53E169-1A31-4445-BF09-6709D65B6058}">
      <dgm:prSet/>
      <dgm:spPr/>
      <dgm:t>
        <a:bodyPr/>
        <a:lstStyle/>
        <a:p>
          <a:endParaRPr lang="es-CR"/>
        </a:p>
      </dgm:t>
    </dgm:pt>
    <dgm:pt modelId="{D15F5A10-15E6-407B-BDE7-2E0C11039F20}" type="sibTrans" cxnId="{DC53E169-1A31-4445-BF09-6709D65B6058}">
      <dgm:prSet/>
      <dgm:spPr/>
      <dgm:t>
        <a:bodyPr/>
        <a:lstStyle/>
        <a:p>
          <a:endParaRPr lang="es-CR"/>
        </a:p>
      </dgm:t>
    </dgm:pt>
    <dgm:pt modelId="{D4AA4CAE-256D-41B8-968C-F38A4D27E205}">
      <dgm:prSet phldrT="[Texto]"/>
      <dgm:spPr>
        <a:solidFill>
          <a:srgbClr val="00B050">
            <a:alpha val="90000"/>
          </a:srgbClr>
        </a:solidFill>
      </dgm:spPr>
      <dgm:t>
        <a:bodyPr/>
        <a:lstStyle/>
        <a:p>
          <a:r>
            <a:rPr lang="es-CR" dirty="0"/>
            <a:t>B</a:t>
          </a:r>
        </a:p>
      </dgm:t>
    </dgm:pt>
    <dgm:pt modelId="{EB0A5A73-0635-41AF-83D2-02BF2205A60F}" type="parTrans" cxnId="{7977164D-A056-4B06-9B5D-AC3151456ADB}">
      <dgm:prSet/>
      <dgm:spPr/>
      <dgm:t>
        <a:bodyPr/>
        <a:lstStyle/>
        <a:p>
          <a:endParaRPr lang="es-CR"/>
        </a:p>
      </dgm:t>
    </dgm:pt>
    <dgm:pt modelId="{72CCFCCF-272C-4D33-AFB4-531CEF1D9DBA}" type="sibTrans" cxnId="{7977164D-A056-4B06-9B5D-AC3151456ADB}">
      <dgm:prSet/>
      <dgm:spPr/>
      <dgm:t>
        <a:bodyPr/>
        <a:lstStyle/>
        <a:p>
          <a:endParaRPr lang="es-CR"/>
        </a:p>
      </dgm:t>
    </dgm:pt>
    <dgm:pt modelId="{53D7A827-4753-4FF1-94E1-F051E8C566FB}">
      <dgm:prSet phldrT="[Texto]"/>
      <dgm:spPr>
        <a:solidFill>
          <a:srgbClr val="00B050">
            <a:alpha val="90000"/>
          </a:srgbClr>
        </a:solidFill>
      </dgm:spPr>
      <dgm:t>
        <a:bodyPr/>
        <a:lstStyle/>
        <a:p>
          <a:r>
            <a:rPr lang="es-CR" dirty="0"/>
            <a:t>C</a:t>
          </a:r>
        </a:p>
      </dgm:t>
    </dgm:pt>
    <dgm:pt modelId="{14905206-FD45-4098-810A-C4623862B68D}" type="parTrans" cxnId="{6FCB5555-C49C-4C48-BCDB-0C017DBD91F5}">
      <dgm:prSet/>
      <dgm:spPr/>
      <dgm:t>
        <a:bodyPr/>
        <a:lstStyle/>
        <a:p>
          <a:endParaRPr lang="es-CR"/>
        </a:p>
      </dgm:t>
    </dgm:pt>
    <dgm:pt modelId="{19E0C9E4-BAF4-404D-9554-47E4471BC147}" type="sibTrans" cxnId="{6FCB5555-C49C-4C48-BCDB-0C017DBD91F5}">
      <dgm:prSet/>
      <dgm:spPr/>
      <dgm:t>
        <a:bodyPr/>
        <a:lstStyle/>
        <a:p>
          <a:endParaRPr lang="es-CR"/>
        </a:p>
      </dgm:t>
    </dgm:pt>
    <dgm:pt modelId="{63E66201-EE3E-43E3-AD0B-9075622A35FC}">
      <dgm:prSet phldrT="[Texto]"/>
      <dgm:spPr>
        <a:solidFill>
          <a:srgbClr val="00B050">
            <a:alpha val="90000"/>
          </a:srgbClr>
        </a:solidFill>
      </dgm:spPr>
      <dgm:t>
        <a:bodyPr/>
        <a:lstStyle/>
        <a:p>
          <a:r>
            <a:rPr lang="es-CR" dirty="0"/>
            <a:t>D</a:t>
          </a:r>
        </a:p>
      </dgm:t>
    </dgm:pt>
    <dgm:pt modelId="{5FA4BC44-AFA4-4B38-A241-749C9AFDF86A}" type="parTrans" cxnId="{50D62C46-886D-49D7-8A45-4B32405F46E1}">
      <dgm:prSet/>
      <dgm:spPr/>
      <dgm:t>
        <a:bodyPr/>
        <a:lstStyle/>
        <a:p>
          <a:endParaRPr lang="es-CR"/>
        </a:p>
      </dgm:t>
    </dgm:pt>
    <dgm:pt modelId="{0BC6D4E5-4EE0-4907-A0FE-6C3D40FF713E}" type="sibTrans" cxnId="{50D62C46-886D-49D7-8A45-4B32405F46E1}">
      <dgm:prSet/>
      <dgm:spPr/>
      <dgm:t>
        <a:bodyPr/>
        <a:lstStyle/>
        <a:p>
          <a:endParaRPr lang="es-CR"/>
        </a:p>
      </dgm:t>
    </dgm:pt>
    <dgm:pt modelId="{4FAD3D60-1484-4955-A83B-775B6FEB2A19}">
      <dgm:prSet phldrT="[Texto]"/>
      <dgm:spPr/>
      <dgm:t>
        <a:bodyPr/>
        <a:lstStyle/>
        <a:p>
          <a:r>
            <a:rPr lang="es-CR" dirty="0"/>
            <a:t>F</a:t>
          </a:r>
        </a:p>
      </dgm:t>
    </dgm:pt>
    <dgm:pt modelId="{92CAAB16-9A85-4F5B-9CE6-7D5F331CCF40}" type="parTrans" cxnId="{89BFBA37-EEBE-4463-9918-2DA632DF6ABB}">
      <dgm:prSet/>
      <dgm:spPr/>
      <dgm:t>
        <a:bodyPr/>
        <a:lstStyle/>
        <a:p>
          <a:endParaRPr lang="es-CR"/>
        </a:p>
      </dgm:t>
    </dgm:pt>
    <dgm:pt modelId="{57307734-4AAF-4B4E-B64F-C75081B1E70E}" type="sibTrans" cxnId="{89BFBA37-EEBE-4463-9918-2DA632DF6ABB}">
      <dgm:prSet/>
      <dgm:spPr/>
      <dgm:t>
        <a:bodyPr/>
        <a:lstStyle/>
        <a:p>
          <a:endParaRPr lang="es-CR"/>
        </a:p>
      </dgm:t>
    </dgm:pt>
    <dgm:pt modelId="{1EAFD1A0-EA94-401A-9F43-7ACB98E21441}">
      <dgm:prSet phldrT="[Texto]"/>
      <dgm:spPr/>
      <dgm:t>
        <a:bodyPr/>
        <a:lstStyle/>
        <a:p>
          <a:r>
            <a:rPr lang="es-CR" dirty="0"/>
            <a:t>G</a:t>
          </a:r>
        </a:p>
      </dgm:t>
    </dgm:pt>
    <dgm:pt modelId="{71185670-7053-4A75-89FB-62564887F868}" type="parTrans" cxnId="{37219046-256E-4F68-AA97-99D85BE80875}">
      <dgm:prSet/>
      <dgm:spPr/>
      <dgm:t>
        <a:bodyPr/>
        <a:lstStyle/>
        <a:p>
          <a:endParaRPr lang="es-CR"/>
        </a:p>
      </dgm:t>
    </dgm:pt>
    <dgm:pt modelId="{BE64DC6C-E774-40D6-B174-2A73AD344A35}" type="sibTrans" cxnId="{37219046-256E-4F68-AA97-99D85BE80875}">
      <dgm:prSet/>
      <dgm:spPr/>
      <dgm:t>
        <a:bodyPr/>
        <a:lstStyle/>
        <a:p>
          <a:endParaRPr lang="es-CR"/>
        </a:p>
      </dgm:t>
    </dgm:pt>
    <dgm:pt modelId="{1CB26FA7-1B3F-42E1-87C1-133FA3B6963C}">
      <dgm:prSet phldrT="[Texto]"/>
      <dgm:spPr/>
      <dgm:t>
        <a:bodyPr/>
        <a:lstStyle/>
        <a:p>
          <a:r>
            <a:rPr lang="es-CR" dirty="0"/>
            <a:t>E</a:t>
          </a:r>
        </a:p>
      </dgm:t>
    </dgm:pt>
    <dgm:pt modelId="{ADEBA010-A6A6-4CC5-AA53-499E5C2FDBEE}" type="parTrans" cxnId="{7D303E1A-96A9-4675-8968-28B5AB193865}">
      <dgm:prSet/>
      <dgm:spPr/>
      <dgm:t>
        <a:bodyPr/>
        <a:lstStyle/>
        <a:p>
          <a:endParaRPr lang="es-CR"/>
        </a:p>
      </dgm:t>
    </dgm:pt>
    <dgm:pt modelId="{86BF4544-AEBD-4A30-8C4B-BB088E6AE407}" type="sibTrans" cxnId="{7D303E1A-96A9-4675-8968-28B5AB193865}">
      <dgm:prSet/>
      <dgm:spPr/>
      <dgm:t>
        <a:bodyPr/>
        <a:lstStyle/>
        <a:p>
          <a:endParaRPr lang="es-CR"/>
        </a:p>
      </dgm:t>
    </dgm:pt>
    <dgm:pt modelId="{DD210A6D-557E-4E3B-9ABD-F3782656B1CC}" type="pres">
      <dgm:prSet presAssocID="{48896491-1AAD-4D1A-BA24-6320C0C70C46}" presName="hierChild1" presStyleCnt="0">
        <dgm:presLayoutVars>
          <dgm:chPref val="1"/>
          <dgm:dir/>
          <dgm:animOne val="branch"/>
          <dgm:animLvl val="lvl"/>
          <dgm:resizeHandles/>
        </dgm:presLayoutVars>
      </dgm:prSet>
      <dgm:spPr/>
    </dgm:pt>
    <dgm:pt modelId="{5C997DD0-CFBC-4411-AC16-0993AC47479F}" type="pres">
      <dgm:prSet presAssocID="{D35A3F74-03E4-4F03-9D7D-74E7BB81098A}" presName="hierRoot1" presStyleCnt="0"/>
      <dgm:spPr/>
    </dgm:pt>
    <dgm:pt modelId="{B5E88695-36AE-474F-AAB3-DDDE5D9794D9}" type="pres">
      <dgm:prSet presAssocID="{D35A3F74-03E4-4F03-9D7D-74E7BB81098A}" presName="composite" presStyleCnt="0"/>
      <dgm:spPr/>
    </dgm:pt>
    <dgm:pt modelId="{B5EF0D79-D539-48F4-942E-21E2B9F2867F}" type="pres">
      <dgm:prSet presAssocID="{D35A3F74-03E4-4F03-9D7D-74E7BB81098A}" presName="background" presStyleLbl="node0" presStyleIdx="0" presStyleCnt="1"/>
      <dgm:spPr/>
    </dgm:pt>
    <dgm:pt modelId="{54441789-166B-49D5-8F7F-30723DE084D8}" type="pres">
      <dgm:prSet presAssocID="{D35A3F74-03E4-4F03-9D7D-74E7BB81098A}" presName="text" presStyleLbl="fgAcc0" presStyleIdx="0" presStyleCnt="1">
        <dgm:presLayoutVars>
          <dgm:chPref val="3"/>
        </dgm:presLayoutVars>
      </dgm:prSet>
      <dgm:spPr/>
    </dgm:pt>
    <dgm:pt modelId="{EE092E8A-64AA-4C70-BEDC-B50C5A1238AD}" type="pres">
      <dgm:prSet presAssocID="{D35A3F74-03E4-4F03-9D7D-74E7BB81098A}" presName="hierChild2" presStyleCnt="0"/>
      <dgm:spPr/>
    </dgm:pt>
    <dgm:pt modelId="{4BA1DA1D-ADC8-490B-AE33-0EB24E969E2C}" type="pres">
      <dgm:prSet presAssocID="{EB0A5A73-0635-41AF-83D2-02BF2205A60F}" presName="Name10" presStyleLbl="parChTrans1D2" presStyleIdx="0" presStyleCnt="3"/>
      <dgm:spPr/>
    </dgm:pt>
    <dgm:pt modelId="{78A1BF84-52F0-49EF-8E41-874245436DE3}" type="pres">
      <dgm:prSet presAssocID="{D4AA4CAE-256D-41B8-968C-F38A4D27E205}" presName="hierRoot2" presStyleCnt="0"/>
      <dgm:spPr/>
    </dgm:pt>
    <dgm:pt modelId="{6F27E788-DF45-4056-9B72-F789287230E5}" type="pres">
      <dgm:prSet presAssocID="{D4AA4CAE-256D-41B8-968C-F38A4D27E205}" presName="composite2" presStyleCnt="0"/>
      <dgm:spPr/>
    </dgm:pt>
    <dgm:pt modelId="{A8189625-A2F4-4AA5-B663-756B4DD69C89}" type="pres">
      <dgm:prSet presAssocID="{D4AA4CAE-256D-41B8-968C-F38A4D27E205}" presName="background2" presStyleLbl="node2" presStyleIdx="0" presStyleCnt="3"/>
      <dgm:spPr/>
    </dgm:pt>
    <dgm:pt modelId="{C0B9AA2E-72BF-4DD6-A3E4-929A5B48A470}" type="pres">
      <dgm:prSet presAssocID="{D4AA4CAE-256D-41B8-968C-F38A4D27E205}" presName="text2" presStyleLbl="fgAcc2" presStyleIdx="0" presStyleCnt="3">
        <dgm:presLayoutVars>
          <dgm:chPref val="3"/>
        </dgm:presLayoutVars>
      </dgm:prSet>
      <dgm:spPr/>
    </dgm:pt>
    <dgm:pt modelId="{F0D897C2-2ADE-4CB7-81A9-0A338B1EE948}" type="pres">
      <dgm:prSet presAssocID="{D4AA4CAE-256D-41B8-968C-F38A4D27E205}" presName="hierChild3" presStyleCnt="0"/>
      <dgm:spPr/>
    </dgm:pt>
    <dgm:pt modelId="{4E8B10B8-25F4-4C9C-92AA-9E7BE206E22F}" type="pres">
      <dgm:prSet presAssocID="{14905206-FD45-4098-810A-C4623862B68D}" presName="Name17" presStyleLbl="parChTrans1D3" presStyleIdx="0" presStyleCnt="1"/>
      <dgm:spPr/>
    </dgm:pt>
    <dgm:pt modelId="{C2D86811-71C2-4DBA-ACDF-30D9F995C81F}" type="pres">
      <dgm:prSet presAssocID="{53D7A827-4753-4FF1-94E1-F051E8C566FB}" presName="hierRoot3" presStyleCnt="0"/>
      <dgm:spPr/>
    </dgm:pt>
    <dgm:pt modelId="{53BDA803-6F5A-4CCB-AC09-1FFFA3A7A4A7}" type="pres">
      <dgm:prSet presAssocID="{53D7A827-4753-4FF1-94E1-F051E8C566FB}" presName="composite3" presStyleCnt="0"/>
      <dgm:spPr/>
    </dgm:pt>
    <dgm:pt modelId="{017C94B9-20C2-4E70-AD50-A9BE5111CF42}" type="pres">
      <dgm:prSet presAssocID="{53D7A827-4753-4FF1-94E1-F051E8C566FB}" presName="background3" presStyleLbl="node3" presStyleIdx="0" presStyleCnt="1"/>
      <dgm:spPr/>
    </dgm:pt>
    <dgm:pt modelId="{6AC81261-9ED7-4E8D-9248-BC28FA244E72}" type="pres">
      <dgm:prSet presAssocID="{53D7A827-4753-4FF1-94E1-F051E8C566FB}" presName="text3" presStyleLbl="fgAcc3" presStyleIdx="0" presStyleCnt="1">
        <dgm:presLayoutVars>
          <dgm:chPref val="3"/>
        </dgm:presLayoutVars>
      </dgm:prSet>
      <dgm:spPr/>
    </dgm:pt>
    <dgm:pt modelId="{F6DF1192-3FE3-4D05-8602-DCE5F346A743}" type="pres">
      <dgm:prSet presAssocID="{53D7A827-4753-4FF1-94E1-F051E8C566FB}" presName="hierChild4" presStyleCnt="0"/>
      <dgm:spPr/>
    </dgm:pt>
    <dgm:pt modelId="{0CD84783-E944-4E6B-91BD-A9FFC4157B17}" type="pres">
      <dgm:prSet presAssocID="{5FA4BC44-AFA4-4B38-A241-749C9AFDF86A}" presName="Name23" presStyleLbl="parChTrans1D4" presStyleIdx="0" presStyleCnt="2"/>
      <dgm:spPr/>
    </dgm:pt>
    <dgm:pt modelId="{DE36C74A-4232-4694-B6EE-05765AD71FDB}" type="pres">
      <dgm:prSet presAssocID="{63E66201-EE3E-43E3-AD0B-9075622A35FC}" presName="hierRoot4" presStyleCnt="0"/>
      <dgm:spPr/>
    </dgm:pt>
    <dgm:pt modelId="{B2260BB9-2827-4495-8646-3ED591FD7018}" type="pres">
      <dgm:prSet presAssocID="{63E66201-EE3E-43E3-AD0B-9075622A35FC}" presName="composite4" presStyleCnt="0"/>
      <dgm:spPr/>
    </dgm:pt>
    <dgm:pt modelId="{C28983B9-9589-4137-830C-4DC27397659A}" type="pres">
      <dgm:prSet presAssocID="{63E66201-EE3E-43E3-AD0B-9075622A35FC}" presName="background4" presStyleLbl="node4" presStyleIdx="0" presStyleCnt="2"/>
      <dgm:spPr/>
    </dgm:pt>
    <dgm:pt modelId="{E4654F2E-3ABF-48CD-876C-5E03E706D684}" type="pres">
      <dgm:prSet presAssocID="{63E66201-EE3E-43E3-AD0B-9075622A35FC}" presName="text4" presStyleLbl="fgAcc4" presStyleIdx="0" presStyleCnt="2">
        <dgm:presLayoutVars>
          <dgm:chPref val="3"/>
        </dgm:presLayoutVars>
      </dgm:prSet>
      <dgm:spPr/>
    </dgm:pt>
    <dgm:pt modelId="{82ED19F3-8370-4140-B603-F4C17AF7C93C}" type="pres">
      <dgm:prSet presAssocID="{63E66201-EE3E-43E3-AD0B-9075622A35FC}" presName="hierChild5" presStyleCnt="0"/>
      <dgm:spPr/>
    </dgm:pt>
    <dgm:pt modelId="{BB44C833-4DF1-4960-BDCA-70FD4416A996}" type="pres">
      <dgm:prSet presAssocID="{ADEBA010-A6A6-4CC5-AA53-499E5C2FDBEE}" presName="Name23" presStyleLbl="parChTrans1D4" presStyleIdx="1" presStyleCnt="2"/>
      <dgm:spPr/>
    </dgm:pt>
    <dgm:pt modelId="{55C8F3CD-1155-4B24-918E-1CD9998FEA8C}" type="pres">
      <dgm:prSet presAssocID="{1CB26FA7-1B3F-42E1-87C1-133FA3B6963C}" presName="hierRoot4" presStyleCnt="0"/>
      <dgm:spPr/>
    </dgm:pt>
    <dgm:pt modelId="{1B8976C3-91DF-4201-8E27-773ADDBC1816}" type="pres">
      <dgm:prSet presAssocID="{1CB26FA7-1B3F-42E1-87C1-133FA3B6963C}" presName="composite4" presStyleCnt="0"/>
      <dgm:spPr/>
    </dgm:pt>
    <dgm:pt modelId="{FD2188B2-839F-407F-9CFD-6E32B5921A63}" type="pres">
      <dgm:prSet presAssocID="{1CB26FA7-1B3F-42E1-87C1-133FA3B6963C}" presName="background4" presStyleLbl="node4" presStyleIdx="1" presStyleCnt="2"/>
      <dgm:spPr/>
    </dgm:pt>
    <dgm:pt modelId="{55C2C9F6-F2DE-4271-8F5D-856FBCF80ABD}" type="pres">
      <dgm:prSet presAssocID="{1CB26FA7-1B3F-42E1-87C1-133FA3B6963C}" presName="text4" presStyleLbl="fgAcc4" presStyleIdx="1" presStyleCnt="2">
        <dgm:presLayoutVars>
          <dgm:chPref val="3"/>
        </dgm:presLayoutVars>
      </dgm:prSet>
      <dgm:spPr/>
    </dgm:pt>
    <dgm:pt modelId="{80A11644-F7AC-434E-A78A-4BE27C654970}" type="pres">
      <dgm:prSet presAssocID="{1CB26FA7-1B3F-42E1-87C1-133FA3B6963C}" presName="hierChild5" presStyleCnt="0"/>
      <dgm:spPr/>
    </dgm:pt>
    <dgm:pt modelId="{EEC3133B-C463-4764-8322-90433A2F499C}" type="pres">
      <dgm:prSet presAssocID="{92CAAB16-9A85-4F5B-9CE6-7D5F331CCF40}" presName="Name10" presStyleLbl="parChTrans1D2" presStyleIdx="1" presStyleCnt="3"/>
      <dgm:spPr/>
    </dgm:pt>
    <dgm:pt modelId="{17ACFC25-CDF9-4969-B1F9-063D366376FF}" type="pres">
      <dgm:prSet presAssocID="{4FAD3D60-1484-4955-A83B-775B6FEB2A19}" presName="hierRoot2" presStyleCnt="0"/>
      <dgm:spPr/>
    </dgm:pt>
    <dgm:pt modelId="{50A275BF-2DDA-4D4E-BCCA-2F73695DA7E4}" type="pres">
      <dgm:prSet presAssocID="{4FAD3D60-1484-4955-A83B-775B6FEB2A19}" presName="composite2" presStyleCnt="0"/>
      <dgm:spPr/>
    </dgm:pt>
    <dgm:pt modelId="{5D9C7AEA-5364-46F3-A980-EA2792388CF3}" type="pres">
      <dgm:prSet presAssocID="{4FAD3D60-1484-4955-A83B-775B6FEB2A19}" presName="background2" presStyleLbl="node2" presStyleIdx="1" presStyleCnt="3"/>
      <dgm:spPr/>
    </dgm:pt>
    <dgm:pt modelId="{FE098037-EC99-4461-B1B2-BEF960698020}" type="pres">
      <dgm:prSet presAssocID="{4FAD3D60-1484-4955-A83B-775B6FEB2A19}" presName="text2" presStyleLbl="fgAcc2" presStyleIdx="1" presStyleCnt="3">
        <dgm:presLayoutVars>
          <dgm:chPref val="3"/>
        </dgm:presLayoutVars>
      </dgm:prSet>
      <dgm:spPr/>
    </dgm:pt>
    <dgm:pt modelId="{503D5FFA-6454-47DC-A73D-E71C1C05430D}" type="pres">
      <dgm:prSet presAssocID="{4FAD3D60-1484-4955-A83B-775B6FEB2A19}" presName="hierChild3" presStyleCnt="0"/>
      <dgm:spPr/>
    </dgm:pt>
    <dgm:pt modelId="{EBF29880-A0FD-45A9-881B-AA3F47F3F4AB}" type="pres">
      <dgm:prSet presAssocID="{71185670-7053-4A75-89FB-62564887F868}" presName="Name10" presStyleLbl="parChTrans1D2" presStyleIdx="2" presStyleCnt="3"/>
      <dgm:spPr/>
    </dgm:pt>
    <dgm:pt modelId="{57A41C66-E730-4975-A7E0-26327E8224BE}" type="pres">
      <dgm:prSet presAssocID="{1EAFD1A0-EA94-401A-9F43-7ACB98E21441}" presName="hierRoot2" presStyleCnt="0"/>
      <dgm:spPr/>
    </dgm:pt>
    <dgm:pt modelId="{BD260501-667E-46BE-9E35-2106DAB740DE}" type="pres">
      <dgm:prSet presAssocID="{1EAFD1A0-EA94-401A-9F43-7ACB98E21441}" presName="composite2" presStyleCnt="0"/>
      <dgm:spPr/>
    </dgm:pt>
    <dgm:pt modelId="{C64E447B-F23F-4AB1-9B8B-50FBF8D1B129}" type="pres">
      <dgm:prSet presAssocID="{1EAFD1A0-EA94-401A-9F43-7ACB98E21441}" presName="background2" presStyleLbl="node2" presStyleIdx="2" presStyleCnt="3"/>
      <dgm:spPr/>
    </dgm:pt>
    <dgm:pt modelId="{3914D127-D46D-4A7D-BAD2-4F7460847BAB}" type="pres">
      <dgm:prSet presAssocID="{1EAFD1A0-EA94-401A-9F43-7ACB98E21441}" presName="text2" presStyleLbl="fgAcc2" presStyleIdx="2" presStyleCnt="3">
        <dgm:presLayoutVars>
          <dgm:chPref val="3"/>
        </dgm:presLayoutVars>
      </dgm:prSet>
      <dgm:spPr/>
    </dgm:pt>
    <dgm:pt modelId="{73472231-FC1C-463A-BB38-2BB9AA9A6D74}" type="pres">
      <dgm:prSet presAssocID="{1EAFD1A0-EA94-401A-9F43-7ACB98E21441}" presName="hierChild3" presStyleCnt="0"/>
      <dgm:spPr/>
    </dgm:pt>
  </dgm:ptLst>
  <dgm:cxnLst>
    <dgm:cxn modelId="{7D303E1A-96A9-4675-8968-28B5AB193865}" srcId="{53D7A827-4753-4FF1-94E1-F051E8C566FB}" destId="{1CB26FA7-1B3F-42E1-87C1-133FA3B6963C}" srcOrd="1" destOrd="0" parTransId="{ADEBA010-A6A6-4CC5-AA53-499E5C2FDBEE}" sibTransId="{86BF4544-AEBD-4A30-8C4B-BB088E6AE407}"/>
    <dgm:cxn modelId="{E450F61A-7626-4899-8E60-94BD4E22931A}" type="presOf" srcId="{D4AA4CAE-256D-41B8-968C-F38A4D27E205}" destId="{C0B9AA2E-72BF-4DD6-A3E4-929A5B48A470}" srcOrd="0" destOrd="0" presId="urn:microsoft.com/office/officeart/2005/8/layout/hierarchy1"/>
    <dgm:cxn modelId="{C7069836-7B54-44B5-B7A8-C8A48E76BAEF}" type="presOf" srcId="{D35A3F74-03E4-4F03-9D7D-74E7BB81098A}" destId="{54441789-166B-49D5-8F7F-30723DE084D8}" srcOrd="0" destOrd="0" presId="urn:microsoft.com/office/officeart/2005/8/layout/hierarchy1"/>
    <dgm:cxn modelId="{89BFBA37-EEBE-4463-9918-2DA632DF6ABB}" srcId="{D35A3F74-03E4-4F03-9D7D-74E7BB81098A}" destId="{4FAD3D60-1484-4955-A83B-775B6FEB2A19}" srcOrd="1" destOrd="0" parTransId="{92CAAB16-9A85-4F5B-9CE6-7D5F331CCF40}" sibTransId="{57307734-4AAF-4B4E-B64F-C75081B1E70E}"/>
    <dgm:cxn modelId="{0C8F9345-CA5D-4651-A8F2-0E747B0D8754}" type="presOf" srcId="{63E66201-EE3E-43E3-AD0B-9075622A35FC}" destId="{E4654F2E-3ABF-48CD-876C-5E03E706D684}" srcOrd="0" destOrd="0" presId="urn:microsoft.com/office/officeart/2005/8/layout/hierarchy1"/>
    <dgm:cxn modelId="{36A0AB45-D746-4D81-A872-E6E6A2C9B171}" type="presOf" srcId="{71185670-7053-4A75-89FB-62564887F868}" destId="{EBF29880-A0FD-45A9-881B-AA3F47F3F4AB}" srcOrd="0" destOrd="0" presId="urn:microsoft.com/office/officeart/2005/8/layout/hierarchy1"/>
    <dgm:cxn modelId="{50D62C46-886D-49D7-8A45-4B32405F46E1}" srcId="{53D7A827-4753-4FF1-94E1-F051E8C566FB}" destId="{63E66201-EE3E-43E3-AD0B-9075622A35FC}" srcOrd="0" destOrd="0" parTransId="{5FA4BC44-AFA4-4B38-A241-749C9AFDF86A}" sibTransId="{0BC6D4E5-4EE0-4907-A0FE-6C3D40FF713E}"/>
    <dgm:cxn modelId="{37219046-256E-4F68-AA97-99D85BE80875}" srcId="{D35A3F74-03E4-4F03-9D7D-74E7BB81098A}" destId="{1EAFD1A0-EA94-401A-9F43-7ACB98E21441}" srcOrd="2" destOrd="0" parTransId="{71185670-7053-4A75-89FB-62564887F868}" sibTransId="{BE64DC6C-E774-40D6-B174-2A73AD344A35}"/>
    <dgm:cxn modelId="{DC53E169-1A31-4445-BF09-6709D65B6058}" srcId="{48896491-1AAD-4D1A-BA24-6320C0C70C46}" destId="{D35A3F74-03E4-4F03-9D7D-74E7BB81098A}" srcOrd="0" destOrd="0" parTransId="{09085AA0-399B-49B0-AEF1-FFADEFC5B54F}" sibTransId="{D15F5A10-15E6-407B-BDE7-2E0C11039F20}"/>
    <dgm:cxn modelId="{7FAF144A-1C8B-459A-A57E-C82C8938780E}" type="presOf" srcId="{92CAAB16-9A85-4F5B-9CE6-7D5F331CCF40}" destId="{EEC3133B-C463-4764-8322-90433A2F499C}" srcOrd="0" destOrd="0" presId="urn:microsoft.com/office/officeart/2005/8/layout/hierarchy1"/>
    <dgm:cxn modelId="{935B276A-FD47-4810-BF63-1929C0A006D0}" type="presOf" srcId="{EB0A5A73-0635-41AF-83D2-02BF2205A60F}" destId="{4BA1DA1D-ADC8-490B-AE33-0EB24E969E2C}" srcOrd="0" destOrd="0" presId="urn:microsoft.com/office/officeart/2005/8/layout/hierarchy1"/>
    <dgm:cxn modelId="{7977164D-A056-4B06-9B5D-AC3151456ADB}" srcId="{D35A3F74-03E4-4F03-9D7D-74E7BB81098A}" destId="{D4AA4CAE-256D-41B8-968C-F38A4D27E205}" srcOrd="0" destOrd="0" parTransId="{EB0A5A73-0635-41AF-83D2-02BF2205A60F}" sibTransId="{72CCFCCF-272C-4D33-AFB4-531CEF1D9DBA}"/>
    <dgm:cxn modelId="{68072C50-7759-46CB-A1AD-4EFC4621C767}" type="presOf" srcId="{5FA4BC44-AFA4-4B38-A241-749C9AFDF86A}" destId="{0CD84783-E944-4E6B-91BD-A9FFC4157B17}" srcOrd="0" destOrd="0" presId="urn:microsoft.com/office/officeart/2005/8/layout/hierarchy1"/>
    <dgm:cxn modelId="{6FCB5555-C49C-4C48-BCDB-0C017DBD91F5}" srcId="{D4AA4CAE-256D-41B8-968C-F38A4D27E205}" destId="{53D7A827-4753-4FF1-94E1-F051E8C566FB}" srcOrd="0" destOrd="0" parTransId="{14905206-FD45-4098-810A-C4623862B68D}" sibTransId="{19E0C9E4-BAF4-404D-9554-47E4471BC147}"/>
    <dgm:cxn modelId="{9B2E0776-A204-4C90-8E36-F4F2764D5D02}" type="presOf" srcId="{1CB26FA7-1B3F-42E1-87C1-133FA3B6963C}" destId="{55C2C9F6-F2DE-4271-8F5D-856FBCF80ABD}" srcOrd="0" destOrd="0" presId="urn:microsoft.com/office/officeart/2005/8/layout/hierarchy1"/>
    <dgm:cxn modelId="{64534B8E-F167-411A-8595-0AA7E5075323}" type="presOf" srcId="{1EAFD1A0-EA94-401A-9F43-7ACB98E21441}" destId="{3914D127-D46D-4A7D-BAD2-4F7460847BAB}" srcOrd="0" destOrd="0" presId="urn:microsoft.com/office/officeart/2005/8/layout/hierarchy1"/>
    <dgm:cxn modelId="{4054088F-404B-4274-96F9-3154212C3B36}" type="presOf" srcId="{53D7A827-4753-4FF1-94E1-F051E8C566FB}" destId="{6AC81261-9ED7-4E8D-9248-BC28FA244E72}" srcOrd="0" destOrd="0" presId="urn:microsoft.com/office/officeart/2005/8/layout/hierarchy1"/>
    <dgm:cxn modelId="{382B4C97-933E-49F3-A707-9D6D06F02691}" type="presOf" srcId="{ADEBA010-A6A6-4CC5-AA53-499E5C2FDBEE}" destId="{BB44C833-4DF1-4960-BDCA-70FD4416A996}" srcOrd="0" destOrd="0" presId="urn:microsoft.com/office/officeart/2005/8/layout/hierarchy1"/>
    <dgm:cxn modelId="{C79709CE-A26B-45F6-88F5-C4E7E29D49C3}" type="presOf" srcId="{4FAD3D60-1484-4955-A83B-775B6FEB2A19}" destId="{FE098037-EC99-4461-B1B2-BEF960698020}" srcOrd="0" destOrd="0" presId="urn:microsoft.com/office/officeart/2005/8/layout/hierarchy1"/>
    <dgm:cxn modelId="{B4C37BE2-2B48-4F80-9BB1-4F53DEB8DC3E}" type="presOf" srcId="{14905206-FD45-4098-810A-C4623862B68D}" destId="{4E8B10B8-25F4-4C9C-92AA-9E7BE206E22F}" srcOrd="0" destOrd="0" presId="urn:microsoft.com/office/officeart/2005/8/layout/hierarchy1"/>
    <dgm:cxn modelId="{95C074F8-946D-4B94-A9B1-87FD36AB825E}" type="presOf" srcId="{48896491-1AAD-4D1A-BA24-6320C0C70C46}" destId="{DD210A6D-557E-4E3B-9ABD-F3782656B1CC}" srcOrd="0" destOrd="0" presId="urn:microsoft.com/office/officeart/2005/8/layout/hierarchy1"/>
    <dgm:cxn modelId="{F0F2649B-D0F6-4AEC-A53E-3E2EB9FF1685}" type="presParOf" srcId="{DD210A6D-557E-4E3B-9ABD-F3782656B1CC}" destId="{5C997DD0-CFBC-4411-AC16-0993AC47479F}" srcOrd="0" destOrd="0" presId="urn:microsoft.com/office/officeart/2005/8/layout/hierarchy1"/>
    <dgm:cxn modelId="{8818C203-1B58-4DF1-BF56-A8B30123BF77}" type="presParOf" srcId="{5C997DD0-CFBC-4411-AC16-0993AC47479F}" destId="{B5E88695-36AE-474F-AAB3-DDDE5D9794D9}" srcOrd="0" destOrd="0" presId="urn:microsoft.com/office/officeart/2005/8/layout/hierarchy1"/>
    <dgm:cxn modelId="{96A9D965-3698-4FB1-8439-8CA469055BFA}" type="presParOf" srcId="{B5E88695-36AE-474F-AAB3-DDDE5D9794D9}" destId="{B5EF0D79-D539-48F4-942E-21E2B9F2867F}" srcOrd="0" destOrd="0" presId="urn:microsoft.com/office/officeart/2005/8/layout/hierarchy1"/>
    <dgm:cxn modelId="{8BBCE8C7-7F1E-41E9-918F-B344BCF288AF}" type="presParOf" srcId="{B5E88695-36AE-474F-AAB3-DDDE5D9794D9}" destId="{54441789-166B-49D5-8F7F-30723DE084D8}" srcOrd="1" destOrd="0" presId="urn:microsoft.com/office/officeart/2005/8/layout/hierarchy1"/>
    <dgm:cxn modelId="{492AF0A0-17BA-40AC-A9D4-F85A8BCFD5AE}" type="presParOf" srcId="{5C997DD0-CFBC-4411-AC16-0993AC47479F}" destId="{EE092E8A-64AA-4C70-BEDC-B50C5A1238AD}" srcOrd="1" destOrd="0" presId="urn:microsoft.com/office/officeart/2005/8/layout/hierarchy1"/>
    <dgm:cxn modelId="{FE242453-E9DF-4BCA-A843-843020CA89F4}" type="presParOf" srcId="{EE092E8A-64AA-4C70-BEDC-B50C5A1238AD}" destId="{4BA1DA1D-ADC8-490B-AE33-0EB24E969E2C}" srcOrd="0" destOrd="0" presId="urn:microsoft.com/office/officeart/2005/8/layout/hierarchy1"/>
    <dgm:cxn modelId="{5AF5C098-6A21-4628-B2CC-A8514F62923C}" type="presParOf" srcId="{EE092E8A-64AA-4C70-BEDC-B50C5A1238AD}" destId="{78A1BF84-52F0-49EF-8E41-874245436DE3}" srcOrd="1" destOrd="0" presId="urn:microsoft.com/office/officeart/2005/8/layout/hierarchy1"/>
    <dgm:cxn modelId="{AD350B2C-C58C-405F-AA35-257C9E7AFE14}" type="presParOf" srcId="{78A1BF84-52F0-49EF-8E41-874245436DE3}" destId="{6F27E788-DF45-4056-9B72-F789287230E5}" srcOrd="0" destOrd="0" presId="urn:microsoft.com/office/officeart/2005/8/layout/hierarchy1"/>
    <dgm:cxn modelId="{C45709E9-2A96-451E-BDAC-655DB538A2FB}" type="presParOf" srcId="{6F27E788-DF45-4056-9B72-F789287230E5}" destId="{A8189625-A2F4-4AA5-B663-756B4DD69C89}" srcOrd="0" destOrd="0" presId="urn:microsoft.com/office/officeart/2005/8/layout/hierarchy1"/>
    <dgm:cxn modelId="{83DF7894-FB99-4ABC-853A-65A8A2EEA74F}" type="presParOf" srcId="{6F27E788-DF45-4056-9B72-F789287230E5}" destId="{C0B9AA2E-72BF-4DD6-A3E4-929A5B48A470}" srcOrd="1" destOrd="0" presId="urn:microsoft.com/office/officeart/2005/8/layout/hierarchy1"/>
    <dgm:cxn modelId="{091089C1-2D7E-456E-8D52-11E820FB9859}" type="presParOf" srcId="{78A1BF84-52F0-49EF-8E41-874245436DE3}" destId="{F0D897C2-2ADE-4CB7-81A9-0A338B1EE948}" srcOrd="1" destOrd="0" presId="urn:microsoft.com/office/officeart/2005/8/layout/hierarchy1"/>
    <dgm:cxn modelId="{D80DCFCB-F680-42E5-8B59-A7F00F928663}" type="presParOf" srcId="{F0D897C2-2ADE-4CB7-81A9-0A338B1EE948}" destId="{4E8B10B8-25F4-4C9C-92AA-9E7BE206E22F}" srcOrd="0" destOrd="0" presId="urn:microsoft.com/office/officeart/2005/8/layout/hierarchy1"/>
    <dgm:cxn modelId="{3F774142-77EE-435F-BE7B-1A4D6D3089BF}" type="presParOf" srcId="{F0D897C2-2ADE-4CB7-81A9-0A338B1EE948}" destId="{C2D86811-71C2-4DBA-ACDF-30D9F995C81F}" srcOrd="1" destOrd="0" presId="urn:microsoft.com/office/officeart/2005/8/layout/hierarchy1"/>
    <dgm:cxn modelId="{45D40C75-16B3-464F-81DC-4629175234A0}" type="presParOf" srcId="{C2D86811-71C2-4DBA-ACDF-30D9F995C81F}" destId="{53BDA803-6F5A-4CCB-AC09-1FFFA3A7A4A7}" srcOrd="0" destOrd="0" presId="urn:microsoft.com/office/officeart/2005/8/layout/hierarchy1"/>
    <dgm:cxn modelId="{280A2C21-D466-4E44-8213-979EFFFCAA84}" type="presParOf" srcId="{53BDA803-6F5A-4CCB-AC09-1FFFA3A7A4A7}" destId="{017C94B9-20C2-4E70-AD50-A9BE5111CF42}" srcOrd="0" destOrd="0" presId="urn:microsoft.com/office/officeart/2005/8/layout/hierarchy1"/>
    <dgm:cxn modelId="{862F04DB-0BCF-47C1-8744-289DB63FC411}" type="presParOf" srcId="{53BDA803-6F5A-4CCB-AC09-1FFFA3A7A4A7}" destId="{6AC81261-9ED7-4E8D-9248-BC28FA244E72}" srcOrd="1" destOrd="0" presId="urn:microsoft.com/office/officeart/2005/8/layout/hierarchy1"/>
    <dgm:cxn modelId="{A18E22B2-6997-42CB-9028-72172C2DB921}" type="presParOf" srcId="{C2D86811-71C2-4DBA-ACDF-30D9F995C81F}" destId="{F6DF1192-3FE3-4D05-8602-DCE5F346A743}" srcOrd="1" destOrd="0" presId="urn:microsoft.com/office/officeart/2005/8/layout/hierarchy1"/>
    <dgm:cxn modelId="{860E9A45-3AB5-4831-ADEB-C05DDB8D1D2A}" type="presParOf" srcId="{F6DF1192-3FE3-4D05-8602-DCE5F346A743}" destId="{0CD84783-E944-4E6B-91BD-A9FFC4157B17}" srcOrd="0" destOrd="0" presId="urn:microsoft.com/office/officeart/2005/8/layout/hierarchy1"/>
    <dgm:cxn modelId="{B18B0DB3-8541-4AF0-847E-44C30F3D5CDD}" type="presParOf" srcId="{F6DF1192-3FE3-4D05-8602-DCE5F346A743}" destId="{DE36C74A-4232-4694-B6EE-05765AD71FDB}" srcOrd="1" destOrd="0" presId="urn:microsoft.com/office/officeart/2005/8/layout/hierarchy1"/>
    <dgm:cxn modelId="{546249C9-210D-491F-B518-E0E0633565DF}" type="presParOf" srcId="{DE36C74A-4232-4694-B6EE-05765AD71FDB}" destId="{B2260BB9-2827-4495-8646-3ED591FD7018}" srcOrd="0" destOrd="0" presId="urn:microsoft.com/office/officeart/2005/8/layout/hierarchy1"/>
    <dgm:cxn modelId="{AFBD5CDF-CF00-4BD9-8E17-41081516651D}" type="presParOf" srcId="{B2260BB9-2827-4495-8646-3ED591FD7018}" destId="{C28983B9-9589-4137-830C-4DC27397659A}" srcOrd="0" destOrd="0" presId="urn:microsoft.com/office/officeart/2005/8/layout/hierarchy1"/>
    <dgm:cxn modelId="{4327FF12-325A-4D2C-A696-54243414BA3C}" type="presParOf" srcId="{B2260BB9-2827-4495-8646-3ED591FD7018}" destId="{E4654F2E-3ABF-48CD-876C-5E03E706D684}" srcOrd="1" destOrd="0" presId="urn:microsoft.com/office/officeart/2005/8/layout/hierarchy1"/>
    <dgm:cxn modelId="{D62D00F4-B27A-4445-A152-9A6EB6513123}" type="presParOf" srcId="{DE36C74A-4232-4694-B6EE-05765AD71FDB}" destId="{82ED19F3-8370-4140-B603-F4C17AF7C93C}" srcOrd="1" destOrd="0" presId="urn:microsoft.com/office/officeart/2005/8/layout/hierarchy1"/>
    <dgm:cxn modelId="{B64D78AC-BDCC-4528-BFBD-7DFEEC02E6BC}" type="presParOf" srcId="{F6DF1192-3FE3-4D05-8602-DCE5F346A743}" destId="{BB44C833-4DF1-4960-BDCA-70FD4416A996}" srcOrd="2" destOrd="0" presId="urn:microsoft.com/office/officeart/2005/8/layout/hierarchy1"/>
    <dgm:cxn modelId="{8BEAC425-2842-46C0-8220-06EA2E437771}" type="presParOf" srcId="{F6DF1192-3FE3-4D05-8602-DCE5F346A743}" destId="{55C8F3CD-1155-4B24-918E-1CD9998FEA8C}" srcOrd="3" destOrd="0" presId="urn:microsoft.com/office/officeart/2005/8/layout/hierarchy1"/>
    <dgm:cxn modelId="{D4B849A1-A2D0-4943-89EC-25D5ED0D57AE}" type="presParOf" srcId="{55C8F3CD-1155-4B24-918E-1CD9998FEA8C}" destId="{1B8976C3-91DF-4201-8E27-773ADDBC1816}" srcOrd="0" destOrd="0" presId="urn:microsoft.com/office/officeart/2005/8/layout/hierarchy1"/>
    <dgm:cxn modelId="{9A358B2A-8A10-4F5B-BD5A-753B350715EE}" type="presParOf" srcId="{1B8976C3-91DF-4201-8E27-773ADDBC1816}" destId="{FD2188B2-839F-407F-9CFD-6E32B5921A63}" srcOrd="0" destOrd="0" presId="urn:microsoft.com/office/officeart/2005/8/layout/hierarchy1"/>
    <dgm:cxn modelId="{53C15B83-E355-42A5-A89C-56AFF279DB32}" type="presParOf" srcId="{1B8976C3-91DF-4201-8E27-773ADDBC1816}" destId="{55C2C9F6-F2DE-4271-8F5D-856FBCF80ABD}" srcOrd="1" destOrd="0" presId="urn:microsoft.com/office/officeart/2005/8/layout/hierarchy1"/>
    <dgm:cxn modelId="{CC595416-28BB-4288-8F29-75B6462631E7}" type="presParOf" srcId="{55C8F3CD-1155-4B24-918E-1CD9998FEA8C}" destId="{80A11644-F7AC-434E-A78A-4BE27C654970}" srcOrd="1" destOrd="0" presId="urn:microsoft.com/office/officeart/2005/8/layout/hierarchy1"/>
    <dgm:cxn modelId="{FD2C9E1B-F622-4205-BE7C-3CB46976E2D0}" type="presParOf" srcId="{EE092E8A-64AA-4C70-BEDC-B50C5A1238AD}" destId="{EEC3133B-C463-4764-8322-90433A2F499C}" srcOrd="2" destOrd="0" presId="urn:microsoft.com/office/officeart/2005/8/layout/hierarchy1"/>
    <dgm:cxn modelId="{DE656B24-98E3-4C32-8DE1-F4B74F18D947}" type="presParOf" srcId="{EE092E8A-64AA-4C70-BEDC-B50C5A1238AD}" destId="{17ACFC25-CDF9-4969-B1F9-063D366376FF}" srcOrd="3" destOrd="0" presId="urn:microsoft.com/office/officeart/2005/8/layout/hierarchy1"/>
    <dgm:cxn modelId="{67A37345-2DEA-4797-A2B4-C1E6A3E1D435}" type="presParOf" srcId="{17ACFC25-CDF9-4969-B1F9-063D366376FF}" destId="{50A275BF-2DDA-4D4E-BCCA-2F73695DA7E4}" srcOrd="0" destOrd="0" presId="urn:microsoft.com/office/officeart/2005/8/layout/hierarchy1"/>
    <dgm:cxn modelId="{28FAE73D-B7CD-4021-9084-5DB9D2C7A218}" type="presParOf" srcId="{50A275BF-2DDA-4D4E-BCCA-2F73695DA7E4}" destId="{5D9C7AEA-5364-46F3-A980-EA2792388CF3}" srcOrd="0" destOrd="0" presId="urn:microsoft.com/office/officeart/2005/8/layout/hierarchy1"/>
    <dgm:cxn modelId="{D90B56DE-5B1D-4317-8531-4B25477BE8FD}" type="presParOf" srcId="{50A275BF-2DDA-4D4E-BCCA-2F73695DA7E4}" destId="{FE098037-EC99-4461-B1B2-BEF960698020}" srcOrd="1" destOrd="0" presId="urn:microsoft.com/office/officeart/2005/8/layout/hierarchy1"/>
    <dgm:cxn modelId="{5F5BB574-6978-45F1-A6B0-F704B8511D6C}" type="presParOf" srcId="{17ACFC25-CDF9-4969-B1F9-063D366376FF}" destId="{503D5FFA-6454-47DC-A73D-E71C1C05430D}" srcOrd="1" destOrd="0" presId="urn:microsoft.com/office/officeart/2005/8/layout/hierarchy1"/>
    <dgm:cxn modelId="{90A26763-B84C-4CD8-B847-ADB329D6A354}" type="presParOf" srcId="{EE092E8A-64AA-4C70-BEDC-B50C5A1238AD}" destId="{EBF29880-A0FD-45A9-881B-AA3F47F3F4AB}" srcOrd="4" destOrd="0" presId="urn:microsoft.com/office/officeart/2005/8/layout/hierarchy1"/>
    <dgm:cxn modelId="{3AEF1A7C-E79A-43A1-8CE9-B6E68444749F}" type="presParOf" srcId="{EE092E8A-64AA-4C70-BEDC-B50C5A1238AD}" destId="{57A41C66-E730-4975-A7E0-26327E8224BE}" srcOrd="5" destOrd="0" presId="urn:microsoft.com/office/officeart/2005/8/layout/hierarchy1"/>
    <dgm:cxn modelId="{8312AD88-C171-4E04-ADBB-2D836F5C8D74}" type="presParOf" srcId="{57A41C66-E730-4975-A7E0-26327E8224BE}" destId="{BD260501-667E-46BE-9E35-2106DAB740DE}" srcOrd="0" destOrd="0" presId="urn:microsoft.com/office/officeart/2005/8/layout/hierarchy1"/>
    <dgm:cxn modelId="{DC2852D6-7D02-4A4A-8870-BC902FA9F4C4}" type="presParOf" srcId="{BD260501-667E-46BE-9E35-2106DAB740DE}" destId="{C64E447B-F23F-4AB1-9B8B-50FBF8D1B129}" srcOrd="0" destOrd="0" presId="urn:microsoft.com/office/officeart/2005/8/layout/hierarchy1"/>
    <dgm:cxn modelId="{5AF1E5EA-4786-4B78-A225-B00320C58934}" type="presParOf" srcId="{BD260501-667E-46BE-9E35-2106DAB740DE}" destId="{3914D127-D46D-4A7D-BAD2-4F7460847BAB}" srcOrd="1" destOrd="0" presId="urn:microsoft.com/office/officeart/2005/8/layout/hierarchy1"/>
    <dgm:cxn modelId="{34218BF2-386E-417C-AE4E-38C8F13B02C5}" type="presParOf" srcId="{57A41C66-E730-4975-A7E0-26327E8224BE}" destId="{73472231-FC1C-463A-BB38-2BB9AA9A6D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8E906AC5-E177-4552-9AA0-2E50D9267ABF}" type="doc">
      <dgm:prSet loTypeId="urn:microsoft.com/office/officeart/2005/8/layout/matrix3" loCatId="matrix" qsTypeId="urn:microsoft.com/office/officeart/2005/8/quickstyle/simple1#11" qsCatId="simple" csTypeId="urn:microsoft.com/office/officeart/2005/8/colors/accent1_2#10" csCatId="accent1" phldr="1"/>
      <dgm:spPr/>
      <dgm:t>
        <a:bodyPr/>
        <a:lstStyle/>
        <a:p>
          <a:endParaRPr lang="es-CR"/>
        </a:p>
      </dgm:t>
    </dgm:pt>
    <dgm:pt modelId="{C607CD66-75C6-4A00-A3A2-2ADE51141B34}">
      <dgm:prSet phldrT="[Texto]"/>
      <dgm:spPr/>
      <dgm:t>
        <a:bodyPr/>
        <a:lstStyle/>
        <a:p>
          <a:r>
            <a:rPr lang="es-CR" dirty="0"/>
            <a:t>Descendente</a:t>
          </a:r>
        </a:p>
      </dgm:t>
    </dgm:pt>
    <dgm:pt modelId="{0704E285-D11A-4C01-BCDE-87E7998A5F46}" type="parTrans" cxnId="{A814CBA2-653F-405F-910F-1C61A8687DAE}">
      <dgm:prSet/>
      <dgm:spPr/>
      <dgm:t>
        <a:bodyPr/>
        <a:lstStyle/>
        <a:p>
          <a:endParaRPr lang="es-CR"/>
        </a:p>
      </dgm:t>
    </dgm:pt>
    <dgm:pt modelId="{5E3558C5-B56D-4B86-9E77-BFCAF66E29F2}" type="sibTrans" cxnId="{A814CBA2-653F-405F-910F-1C61A8687DAE}">
      <dgm:prSet/>
      <dgm:spPr/>
      <dgm:t>
        <a:bodyPr/>
        <a:lstStyle/>
        <a:p>
          <a:endParaRPr lang="es-CR"/>
        </a:p>
      </dgm:t>
    </dgm:pt>
    <dgm:pt modelId="{40280369-FDB4-4B80-B770-39DD7ACE0144}">
      <dgm:prSet phldrT="[Texto]"/>
      <dgm:spPr>
        <a:solidFill>
          <a:srgbClr val="00B050"/>
        </a:solidFill>
      </dgm:spPr>
      <dgm:t>
        <a:bodyPr/>
        <a:lstStyle/>
        <a:p>
          <a:r>
            <a:rPr lang="es-CR" dirty="0"/>
            <a:t>Ascendente</a:t>
          </a:r>
        </a:p>
      </dgm:t>
    </dgm:pt>
    <dgm:pt modelId="{4799C37E-7F72-4044-ACD6-B42B3C3F4E0D}" type="parTrans" cxnId="{D4970D6E-F506-4E9F-BEA8-775DDF32F7AF}">
      <dgm:prSet/>
      <dgm:spPr/>
      <dgm:t>
        <a:bodyPr/>
        <a:lstStyle/>
        <a:p>
          <a:endParaRPr lang="es-CR"/>
        </a:p>
      </dgm:t>
    </dgm:pt>
    <dgm:pt modelId="{E366B55E-CC0E-434F-87C5-6EDA6F696328}" type="sibTrans" cxnId="{D4970D6E-F506-4E9F-BEA8-775DDF32F7AF}">
      <dgm:prSet/>
      <dgm:spPr/>
      <dgm:t>
        <a:bodyPr/>
        <a:lstStyle/>
        <a:p>
          <a:endParaRPr lang="es-CR"/>
        </a:p>
      </dgm:t>
    </dgm:pt>
    <dgm:pt modelId="{0CDE127E-6E75-4F7B-B4BF-D26202A73883}">
      <dgm:prSet phldrT="[Texto]"/>
      <dgm:spPr/>
      <dgm:t>
        <a:bodyPr/>
        <a:lstStyle/>
        <a:p>
          <a:r>
            <a:rPr lang="es-CR" dirty="0"/>
            <a:t>Big </a:t>
          </a:r>
          <a:r>
            <a:rPr lang="es-CR" dirty="0" err="1"/>
            <a:t>Bang</a:t>
          </a:r>
          <a:endParaRPr lang="es-CR" dirty="0"/>
        </a:p>
      </dgm:t>
    </dgm:pt>
    <dgm:pt modelId="{735F9019-4A4D-4042-8B59-6ACA3AFF9686}" type="parTrans" cxnId="{B50D9304-A950-48A8-8131-919207989E76}">
      <dgm:prSet/>
      <dgm:spPr/>
      <dgm:t>
        <a:bodyPr/>
        <a:lstStyle/>
        <a:p>
          <a:endParaRPr lang="es-CR"/>
        </a:p>
      </dgm:t>
    </dgm:pt>
    <dgm:pt modelId="{F69571A5-827E-4922-BBBF-B251A728F31F}" type="sibTrans" cxnId="{B50D9304-A950-48A8-8131-919207989E76}">
      <dgm:prSet/>
      <dgm:spPr/>
      <dgm:t>
        <a:bodyPr/>
        <a:lstStyle/>
        <a:p>
          <a:endParaRPr lang="es-CR"/>
        </a:p>
      </dgm:t>
    </dgm:pt>
    <dgm:pt modelId="{EC80E409-B988-4C9A-B7B7-E86FA5D711A7}">
      <dgm:prSet phldrT="[Texto]"/>
      <dgm:spPr/>
      <dgm:t>
        <a:bodyPr/>
        <a:lstStyle/>
        <a:p>
          <a:r>
            <a:rPr lang="es-CR" dirty="0"/>
            <a:t>Funcional o Transaccional</a:t>
          </a:r>
        </a:p>
      </dgm:t>
    </dgm:pt>
    <dgm:pt modelId="{3F7C1FF9-65CD-497F-B56E-4F78C151A1C1}" type="parTrans" cxnId="{F15B4881-8239-472B-AE90-69538CA6F709}">
      <dgm:prSet/>
      <dgm:spPr/>
      <dgm:t>
        <a:bodyPr/>
        <a:lstStyle/>
        <a:p>
          <a:endParaRPr lang="es-CR"/>
        </a:p>
      </dgm:t>
    </dgm:pt>
    <dgm:pt modelId="{EBC3297E-6D97-4CF7-B504-C657A089FB07}" type="sibTrans" cxnId="{F15B4881-8239-472B-AE90-69538CA6F709}">
      <dgm:prSet/>
      <dgm:spPr/>
      <dgm:t>
        <a:bodyPr/>
        <a:lstStyle/>
        <a:p>
          <a:endParaRPr lang="es-CR"/>
        </a:p>
      </dgm:t>
    </dgm:pt>
    <dgm:pt modelId="{A97EC461-8B46-4B49-820A-34C34F4471B8}" type="pres">
      <dgm:prSet presAssocID="{8E906AC5-E177-4552-9AA0-2E50D9267ABF}" presName="matrix" presStyleCnt="0">
        <dgm:presLayoutVars>
          <dgm:chMax val="1"/>
          <dgm:dir/>
          <dgm:resizeHandles val="exact"/>
        </dgm:presLayoutVars>
      </dgm:prSet>
      <dgm:spPr/>
    </dgm:pt>
    <dgm:pt modelId="{B387AE9B-32FE-49DC-A540-46BE286AFCD2}" type="pres">
      <dgm:prSet presAssocID="{8E906AC5-E177-4552-9AA0-2E50D9267ABF}" presName="diamond" presStyleLbl="bgShp" presStyleIdx="0" presStyleCnt="1"/>
      <dgm:spPr/>
    </dgm:pt>
    <dgm:pt modelId="{0C95B09D-E32A-426B-AA31-8E70EE8E44B4}" type="pres">
      <dgm:prSet presAssocID="{8E906AC5-E177-4552-9AA0-2E50D9267ABF}" presName="quad1" presStyleLbl="node1" presStyleIdx="0" presStyleCnt="4">
        <dgm:presLayoutVars>
          <dgm:chMax val="0"/>
          <dgm:chPref val="0"/>
          <dgm:bulletEnabled val="1"/>
        </dgm:presLayoutVars>
      </dgm:prSet>
      <dgm:spPr/>
    </dgm:pt>
    <dgm:pt modelId="{54F3FA27-DA83-42F3-BEDB-270E299C17DD}" type="pres">
      <dgm:prSet presAssocID="{8E906AC5-E177-4552-9AA0-2E50D9267ABF}" presName="quad2" presStyleLbl="node1" presStyleIdx="1" presStyleCnt="4">
        <dgm:presLayoutVars>
          <dgm:chMax val="0"/>
          <dgm:chPref val="0"/>
          <dgm:bulletEnabled val="1"/>
        </dgm:presLayoutVars>
      </dgm:prSet>
      <dgm:spPr/>
    </dgm:pt>
    <dgm:pt modelId="{73213ADC-29DF-4CE1-A5F3-E6D130E1D91C}" type="pres">
      <dgm:prSet presAssocID="{8E906AC5-E177-4552-9AA0-2E50D9267ABF}" presName="quad3" presStyleLbl="node1" presStyleIdx="2" presStyleCnt="4">
        <dgm:presLayoutVars>
          <dgm:chMax val="0"/>
          <dgm:chPref val="0"/>
          <dgm:bulletEnabled val="1"/>
        </dgm:presLayoutVars>
      </dgm:prSet>
      <dgm:spPr/>
    </dgm:pt>
    <dgm:pt modelId="{8ACAB36D-3196-47FF-9606-F052A15D82FF}" type="pres">
      <dgm:prSet presAssocID="{8E906AC5-E177-4552-9AA0-2E50D9267ABF}" presName="quad4" presStyleLbl="node1" presStyleIdx="3" presStyleCnt="4">
        <dgm:presLayoutVars>
          <dgm:chMax val="0"/>
          <dgm:chPref val="0"/>
          <dgm:bulletEnabled val="1"/>
        </dgm:presLayoutVars>
      </dgm:prSet>
      <dgm:spPr/>
    </dgm:pt>
  </dgm:ptLst>
  <dgm:cxnLst>
    <dgm:cxn modelId="{B50D9304-A950-48A8-8131-919207989E76}" srcId="{8E906AC5-E177-4552-9AA0-2E50D9267ABF}" destId="{0CDE127E-6E75-4F7B-B4BF-D26202A73883}" srcOrd="2" destOrd="0" parTransId="{735F9019-4A4D-4042-8B59-6ACA3AFF9686}" sibTransId="{F69571A5-827E-4922-BBBF-B251A728F31F}"/>
    <dgm:cxn modelId="{EA163D1B-C107-4D41-8ADF-741CD93D833B}" type="presOf" srcId="{8E906AC5-E177-4552-9AA0-2E50D9267ABF}" destId="{A97EC461-8B46-4B49-820A-34C34F4471B8}" srcOrd="0" destOrd="0" presId="urn:microsoft.com/office/officeart/2005/8/layout/matrix3"/>
    <dgm:cxn modelId="{4F656F47-0FF1-462C-B5EA-8EECCE449D37}" type="presOf" srcId="{40280369-FDB4-4B80-B770-39DD7ACE0144}" destId="{54F3FA27-DA83-42F3-BEDB-270E299C17DD}" srcOrd="0" destOrd="0" presId="urn:microsoft.com/office/officeart/2005/8/layout/matrix3"/>
    <dgm:cxn modelId="{D4970D6E-F506-4E9F-BEA8-775DDF32F7AF}" srcId="{8E906AC5-E177-4552-9AA0-2E50D9267ABF}" destId="{40280369-FDB4-4B80-B770-39DD7ACE0144}" srcOrd="1" destOrd="0" parTransId="{4799C37E-7F72-4044-ACD6-B42B3C3F4E0D}" sibTransId="{E366B55E-CC0E-434F-87C5-6EDA6F696328}"/>
    <dgm:cxn modelId="{3D0EE44E-2C35-4C49-AEE8-3FB503A57F58}" type="presOf" srcId="{0CDE127E-6E75-4F7B-B4BF-D26202A73883}" destId="{73213ADC-29DF-4CE1-A5F3-E6D130E1D91C}" srcOrd="0" destOrd="0" presId="urn:microsoft.com/office/officeart/2005/8/layout/matrix3"/>
    <dgm:cxn modelId="{F15B4881-8239-472B-AE90-69538CA6F709}" srcId="{8E906AC5-E177-4552-9AA0-2E50D9267ABF}" destId="{EC80E409-B988-4C9A-B7B7-E86FA5D711A7}" srcOrd="3" destOrd="0" parTransId="{3F7C1FF9-65CD-497F-B56E-4F78C151A1C1}" sibTransId="{EBC3297E-6D97-4CF7-B504-C657A089FB07}"/>
    <dgm:cxn modelId="{1E5E4B9D-CB25-4482-8995-98F28436C746}" type="presOf" srcId="{EC80E409-B988-4C9A-B7B7-E86FA5D711A7}" destId="{8ACAB36D-3196-47FF-9606-F052A15D82FF}" srcOrd="0" destOrd="0" presId="urn:microsoft.com/office/officeart/2005/8/layout/matrix3"/>
    <dgm:cxn modelId="{A814CBA2-653F-405F-910F-1C61A8687DAE}" srcId="{8E906AC5-E177-4552-9AA0-2E50D9267ABF}" destId="{C607CD66-75C6-4A00-A3A2-2ADE51141B34}" srcOrd="0" destOrd="0" parTransId="{0704E285-D11A-4C01-BCDE-87E7998A5F46}" sibTransId="{5E3558C5-B56D-4B86-9E77-BFCAF66E29F2}"/>
    <dgm:cxn modelId="{098CC5DA-615B-4642-83E1-9DE999B1C537}" type="presOf" srcId="{C607CD66-75C6-4A00-A3A2-2ADE51141B34}" destId="{0C95B09D-E32A-426B-AA31-8E70EE8E44B4}" srcOrd="0" destOrd="0" presId="urn:microsoft.com/office/officeart/2005/8/layout/matrix3"/>
    <dgm:cxn modelId="{DA77CFB5-936E-49AE-B888-93AD5633482F}" type="presParOf" srcId="{A97EC461-8B46-4B49-820A-34C34F4471B8}" destId="{B387AE9B-32FE-49DC-A540-46BE286AFCD2}" srcOrd="0" destOrd="0" presId="urn:microsoft.com/office/officeart/2005/8/layout/matrix3"/>
    <dgm:cxn modelId="{B4DA33D2-6D0F-4C39-A2C7-D4C02507172F}" type="presParOf" srcId="{A97EC461-8B46-4B49-820A-34C34F4471B8}" destId="{0C95B09D-E32A-426B-AA31-8E70EE8E44B4}" srcOrd="1" destOrd="0" presId="urn:microsoft.com/office/officeart/2005/8/layout/matrix3"/>
    <dgm:cxn modelId="{EB788530-0E55-4D8F-AE7B-1A329C3743F7}" type="presParOf" srcId="{A97EC461-8B46-4B49-820A-34C34F4471B8}" destId="{54F3FA27-DA83-42F3-BEDB-270E299C17DD}" srcOrd="2" destOrd="0" presId="urn:microsoft.com/office/officeart/2005/8/layout/matrix3"/>
    <dgm:cxn modelId="{C1FB7E6B-A2E9-417B-82C3-CDB1A0FC9863}" type="presParOf" srcId="{A97EC461-8B46-4B49-820A-34C34F4471B8}" destId="{73213ADC-29DF-4CE1-A5F3-E6D130E1D91C}" srcOrd="3" destOrd="0" presId="urn:microsoft.com/office/officeart/2005/8/layout/matrix3"/>
    <dgm:cxn modelId="{580985A3-2059-4DF6-86A8-83864EA95EDA}" type="presParOf" srcId="{A97EC461-8B46-4B49-820A-34C34F4471B8}" destId="{8ACAB36D-3196-47FF-9606-F052A15D82FF}"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6876CE5-753D-4E0B-8C3E-CBB171836415}" type="doc">
      <dgm:prSet loTypeId="urn:microsoft.com/office/officeart/2005/8/layout/hierarchy1" loCatId="hierarchy" qsTypeId="urn:microsoft.com/office/officeart/2005/8/quickstyle/simple1#12" qsCatId="simple" csTypeId="urn:microsoft.com/office/officeart/2005/8/colors/colorful2#1" csCatId="colorful"/>
      <dgm:spPr/>
      <dgm:t>
        <a:bodyPr/>
        <a:lstStyle/>
        <a:p>
          <a:endParaRPr lang="en-US"/>
        </a:p>
      </dgm:t>
    </dgm:pt>
    <dgm:pt modelId="{8C0969D2-D969-4065-9299-C71A03E1E661}">
      <dgm:prSet/>
      <dgm:spPr/>
      <dgm:t>
        <a:bodyPr/>
        <a:lstStyle/>
        <a:p>
          <a:r>
            <a:rPr lang="es-CR"/>
            <a:t>Como su nombre lo indica, inicia la construcción y prueba con los módulos en los niveles más bajos de la estructura del programa</a:t>
          </a:r>
          <a:endParaRPr lang="en-US"/>
        </a:p>
      </dgm:t>
    </dgm:pt>
    <dgm:pt modelId="{127AB735-E43A-40C7-B5C2-9F724793453A}" type="parTrans" cxnId="{9FEE6563-681E-4B48-9ED0-2503E35B4C07}">
      <dgm:prSet/>
      <dgm:spPr/>
      <dgm:t>
        <a:bodyPr/>
        <a:lstStyle/>
        <a:p>
          <a:endParaRPr lang="en-US"/>
        </a:p>
      </dgm:t>
    </dgm:pt>
    <dgm:pt modelId="{F4034CAA-7932-46D9-B25E-0D169DF6247D}" type="sibTrans" cxnId="{9FEE6563-681E-4B48-9ED0-2503E35B4C07}">
      <dgm:prSet/>
      <dgm:spPr/>
      <dgm:t>
        <a:bodyPr/>
        <a:lstStyle/>
        <a:p>
          <a:endParaRPr lang="en-US"/>
        </a:p>
      </dgm:t>
    </dgm:pt>
    <dgm:pt modelId="{6F9C6C4B-D11D-4449-A5C3-5E0F1A6404F3}">
      <dgm:prSet/>
      <dgm:spPr/>
      <dgm:t>
        <a:bodyPr/>
        <a:lstStyle/>
        <a:p>
          <a:r>
            <a:rPr lang="es-CR" b="1"/>
            <a:t>No</a:t>
          </a:r>
          <a:r>
            <a:rPr lang="es-CR"/>
            <a:t> se requiere el uso de módulos simulados (doble de prueba)</a:t>
          </a:r>
          <a:endParaRPr lang="en-US"/>
        </a:p>
      </dgm:t>
    </dgm:pt>
    <dgm:pt modelId="{AF7CD05E-2EFD-4E5B-A6EE-04B98CD863FA}" type="parTrans" cxnId="{1FCA2D1D-FAA1-4B10-B89D-EC6E31BC5100}">
      <dgm:prSet/>
      <dgm:spPr/>
      <dgm:t>
        <a:bodyPr/>
        <a:lstStyle/>
        <a:p>
          <a:endParaRPr lang="en-US"/>
        </a:p>
      </dgm:t>
    </dgm:pt>
    <dgm:pt modelId="{F27AC40A-016F-4841-ADBE-4B43DC559D1D}" type="sibTrans" cxnId="{1FCA2D1D-FAA1-4B10-B89D-EC6E31BC5100}">
      <dgm:prSet/>
      <dgm:spPr/>
      <dgm:t>
        <a:bodyPr/>
        <a:lstStyle/>
        <a:p>
          <a:endParaRPr lang="en-US"/>
        </a:p>
      </dgm:t>
    </dgm:pt>
    <dgm:pt modelId="{D663945E-0F59-4582-B6BF-DC2B2B564E4D}" type="pres">
      <dgm:prSet presAssocID="{76876CE5-753D-4E0B-8C3E-CBB171836415}" presName="hierChild1" presStyleCnt="0">
        <dgm:presLayoutVars>
          <dgm:chPref val="1"/>
          <dgm:dir/>
          <dgm:animOne val="branch"/>
          <dgm:animLvl val="lvl"/>
          <dgm:resizeHandles/>
        </dgm:presLayoutVars>
      </dgm:prSet>
      <dgm:spPr/>
    </dgm:pt>
    <dgm:pt modelId="{3661990B-A031-4F36-8D75-507B3F2E6B2F}" type="pres">
      <dgm:prSet presAssocID="{8C0969D2-D969-4065-9299-C71A03E1E661}" presName="hierRoot1" presStyleCnt="0"/>
      <dgm:spPr/>
    </dgm:pt>
    <dgm:pt modelId="{A1CDEF6D-1BBA-420B-A93D-AC5F70175D00}" type="pres">
      <dgm:prSet presAssocID="{8C0969D2-D969-4065-9299-C71A03E1E661}" presName="composite" presStyleCnt="0"/>
      <dgm:spPr/>
    </dgm:pt>
    <dgm:pt modelId="{3E544AC7-61E1-4DCE-8FFE-7892ACBE014A}" type="pres">
      <dgm:prSet presAssocID="{8C0969D2-D969-4065-9299-C71A03E1E661}" presName="background" presStyleLbl="node0" presStyleIdx="0" presStyleCnt="2"/>
      <dgm:spPr/>
    </dgm:pt>
    <dgm:pt modelId="{FA1042A5-E9FA-4EC7-872A-21DD7729C4D9}" type="pres">
      <dgm:prSet presAssocID="{8C0969D2-D969-4065-9299-C71A03E1E661}" presName="text" presStyleLbl="fgAcc0" presStyleIdx="0" presStyleCnt="2">
        <dgm:presLayoutVars>
          <dgm:chPref val="3"/>
        </dgm:presLayoutVars>
      </dgm:prSet>
      <dgm:spPr/>
    </dgm:pt>
    <dgm:pt modelId="{63FE6A46-E982-4D18-A02F-246B552DA0E9}" type="pres">
      <dgm:prSet presAssocID="{8C0969D2-D969-4065-9299-C71A03E1E661}" presName="hierChild2" presStyleCnt="0"/>
      <dgm:spPr/>
    </dgm:pt>
    <dgm:pt modelId="{550FBCDC-C38F-44A4-832B-EEDE542DA201}" type="pres">
      <dgm:prSet presAssocID="{6F9C6C4B-D11D-4449-A5C3-5E0F1A6404F3}" presName="hierRoot1" presStyleCnt="0"/>
      <dgm:spPr/>
    </dgm:pt>
    <dgm:pt modelId="{AFDA773B-EE0B-499D-BFF0-31C71141BE84}" type="pres">
      <dgm:prSet presAssocID="{6F9C6C4B-D11D-4449-A5C3-5E0F1A6404F3}" presName="composite" presStyleCnt="0"/>
      <dgm:spPr/>
    </dgm:pt>
    <dgm:pt modelId="{24287104-1DE8-440E-908D-1A879A9C5B89}" type="pres">
      <dgm:prSet presAssocID="{6F9C6C4B-D11D-4449-A5C3-5E0F1A6404F3}" presName="background" presStyleLbl="node0" presStyleIdx="1" presStyleCnt="2"/>
      <dgm:spPr/>
    </dgm:pt>
    <dgm:pt modelId="{EB0565FD-DCA7-4590-B4BE-A8F471F0CC35}" type="pres">
      <dgm:prSet presAssocID="{6F9C6C4B-D11D-4449-A5C3-5E0F1A6404F3}" presName="text" presStyleLbl="fgAcc0" presStyleIdx="1" presStyleCnt="2">
        <dgm:presLayoutVars>
          <dgm:chPref val="3"/>
        </dgm:presLayoutVars>
      </dgm:prSet>
      <dgm:spPr/>
    </dgm:pt>
    <dgm:pt modelId="{C2A0CD5B-F438-417A-80B8-C2340F91D856}" type="pres">
      <dgm:prSet presAssocID="{6F9C6C4B-D11D-4449-A5C3-5E0F1A6404F3}" presName="hierChild2" presStyleCnt="0"/>
      <dgm:spPr/>
    </dgm:pt>
  </dgm:ptLst>
  <dgm:cxnLst>
    <dgm:cxn modelId="{1FCA2D1D-FAA1-4B10-B89D-EC6E31BC5100}" srcId="{76876CE5-753D-4E0B-8C3E-CBB171836415}" destId="{6F9C6C4B-D11D-4449-A5C3-5E0F1A6404F3}" srcOrd="1" destOrd="0" parTransId="{AF7CD05E-2EFD-4E5B-A6EE-04B98CD863FA}" sibTransId="{F27AC40A-016F-4841-ADBE-4B43DC559D1D}"/>
    <dgm:cxn modelId="{9FEE6563-681E-4B48-9ED0-2503E35B4C07}" srcId="{76876CE5-753D-4E0B-8C3E-CBB171836415}" destId="{8C0969D2-D969-4065-9299-C71A03E1E661}" srcOrd="0" destOrd="0" parTransId="{127AB735-E43A-40C7-B5C2-9F724793453A}" sibTransId="{F4034CAA-7932-46D9-B25E-0D169DF6247D}"/>
    <dgm:cxn modelId="{354E9E4F-B459-46D8-831F-EF9831E5363F}" type="presOf" srcId="{76876CE5-753D-4E0B-8C3E-CBB171836415}" destId="{D663945E-0F59-4582-B6BF-DC2B2B564E4D}" srcOrd="0" destOrd="0" presId="urn:microsoft.com/office/officeart/2005/8/layout/hierarchy1"/>
    <dgm:cxn modelId="{613C92BC-4693-4F77-A315-457689C0415F}" type="presOf" srcId="{6F9C6C4B-D11D-4449-A5C3-5E0F1A6404F3}" destId="{EB0565FD-DCA7-4590-B4BE-A8F471F0CC35}" srcOrd="0" destOrd="0" presId="urn:microsoft.com/office/officeart/2005/8/layout/hierarchy1"/>
    <dgm:cxn modelId="{1F1F22CA-1EF3-4DCF-BEBA-7D526BC92367}" type="presOf" srcId="{8C0969D2-D969-4065-9299-C71A03E1E661}" destId="{FA1042A5-E9FA-4EC7-872A-21DD7729C4D9}" srcOrd="0" destOrd="0" presId="urn:microsoft.com/office/officeart/2005/8/layout/hierarchy1"/>
    <dgm:cxn modelId="{EBA1E33C-EE9E-4CFB-B0DF-7BFDD39DAD70}" type="presParOf" srcId="{D663945E-0F59-4582-B6BF-DC2B2B564E4D}" destId="{3661990B-A031-4F36-8D75-507B3F2E6B2F}" srcOrd="0" destOrd="0" presId="urn:microsoft.com/office/officeart/2005/8/layout/hierarchy1"/>
    <dgm:cxn modelId="{72E21917-B9D4-49A0-96ED-CD59DDD7002D}" type="presParOf" srcId="{3661990B-A031-4F36-8D75-507B3F2E6B2F}" destId="{A1CDEF6D-1BBA-420B-A93D-AC5F70175D00}" srcOrd="0" destOrd="0" presId="urn:microsoft.com/office/officeart/2005/8/layout/hierarchy1"/>
    <dgm:cxn modelId="{BA0ED611-4CD3-4D03-A7F3-623693891AEF}" type="presParOf" srcId="{A1CDEF6D-1BBA-420B-A93D-AC5F70175D00}" destId="{3E544AC7-61E1-4DCE-8FFE-7892ACBE014A}" srcOrd="0" destOrd="0" presId="urn:microsoft.com/office/officeart/2005/8/layout/hierarchy1"/>
    <dgm:cxn modelId="{5ED9D3C7-D2CA-4B87-8421-4B4A83189876}" type="presParOf" srcId="{A1CDEF6D-1BBA-420B-A93D-AC5F70175D00}" destId="{FA1042A5-E9FA-4EC7-872A-21DD7729C4D9}" srcOrd="1" destOrd="0" presId="urn:microsoft.com/office/officeart/2005/8/layout/hierarchy1"/>
    <dgm:cxn modelId="{B419DCA4-2C4B-4CF0-B98A-B7A96D110254}" type="presParOf" srcId="{3661990B-A031-4F36-8D75-507B3F2E6B2F}" destId="{63FE6A46-E982-4D18-A02F-246B552DA0E9}" srcOrd="1" destOrd="0" presId="urn:microsoft.com/office/officeart/2005/8/layout/hierarchy1"/>
    <dgm:cxn modelId="{835BAD30-6CC6-4762-B1C8-71C539A8EAC3}" type="presParOf" srcId="{D663945E-0F59-4582-B6BF-DC2B2B564E4D}" destId="{550FBCDC-C38F-44A4-832B-EEDE542DA201}" srcOrd="1" destOrd="0" presId="urn:microsoft.com/office/officeart/2005/8/layout/hierarchy1"/>
    <dgm:cxn modelId="{B59CD029-8D4F-457E-94FC-6A27418B2EC4}" type="presParOf" srcId="{550FBCDC-C38F-44A4-832B-EEDE542DA201}" destId="{AFDA773B-EE0B-499D-BFF0-31C71141BE84}" srcOrd="0" destOrd="0" presId="urn:microsoft.com/office/officeart/2005/8/layout/hierarchy1"/>
    <dgm:cxn modelId="{8C1CC8F3-3438-4AD8-A4D3-45BBB9AE8887}" type="presParOf" srcId="{AFDA773B-EE0B-499D-BFF0-31C71141BE84}" destId="{24287104-1DE8-440E-908D-1A879A9C5B89}" srcOrd="0" destOrd="0" presId="urn:microsoft.com/office/officeart/2005/8/layout/hierarchy1"/>
    <dgm:cxn modelId="{C0514595-AB76-415E-8308-BE007C652071}" type="presParOf" srcId="{AFDA773B-EE0B-499D-BFF0-31C71141BE84}" destId="{EB0565FD-DCA7-4590-B4BE-A8F471F0CC35}" srcOrd="1" destOrd="0" presId="urn:microsoft.com/office/officeart/2005/8/layout/hierarchy1"/>
    <dgm:cxn modelId="{0D3B7B3E-2810-4162-AC83-ABEECB0E92B2}" type="presParOf" srcId="{550FBCDC-C38F-44A4-832B-EEDE542DA201}" destId="{C2A0CD5B-F438-417A-80B8-C2340F91D85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8E906AC5-E177-4552-9AA0-2E50D9267ABF}" type="doc">
      <dgm:prSet loTypeId="urn:microsoft.com/office/officeart/2005/8/layout/matrix3" loCatId="matrix" qsTypeId="urn:microsoft.com/office/officeart/2005/8/quickstyle/simple1#13" qsCatId="simple" csTypeId="urn:microsoft.com/office/officeart/2005/8/colors/accent1_2#11" csCatId="accent1" phldr="1"/>
      <dgm:spPr/>
      <dgm:t>
        <a:bodyPr/>
        <a:lstStyle/>
        <a:p>
          <a:endParaRPr lang="es-CR"/>
        </a:p>
      </dgm:t>
    </dgm:pt>
    <dgm:pt modelId="{C607CD66-75C6-4A00-A3A2-2ADE51141B34}">
      <dgm:prSet phldrT="[Texto]"/>
      <dgm:spPr/>
      <dgm:t>
        <a:bodyPr/>
        <a:lstStyle/>
        <a:p>
          <a:r>
            <a:rPr lang="es-CR" dirty="0"/>
            <a:t>Descendente</a:t>
          </a:r>
        </a:p>
      </dgm:t>
    </dgm:pt>
    <dgm:pt modelId="{0704E285-D11A-4C01-BCDE-87E7998A5F46}" type="parTrans" cxnId="{A814CBA2-653F-405F-910F-1C61A8687DAE}">
      <dgm:prSet/>
      <dgm:spPr/>
      <dgm:t>
        <a:bodyPr/>
        <a:lstStyle/>
        <a:p>
          <a:endParaRPr lang="es-CR"/>
        </a:p>
      </dgm:t>
    </dgm:pt>
    <dgm:pt modelId="{5E3558C5-B56D-4B86-9E77-BFCAF66E29F2}" type="sibTrans" cxnId="{A814CBA2-653F-405F-910F-1C61A8687DAE}">
      <dgm:prSet/>
      <dgm:spPr/>
      <dgm:t>
        <a:bodyPr/>
        <a:lstStyle/>
        <a:p>
          <a:endParaRPr lang="es-CR"/>
        </a:p>
      </dgm:t>
    </dgm:pt>
    <dgm:pt modelId="{40280369-FDB4-4B80-B770-39DD7ACE0144}">
      <dgm:prSet phldrT="[Texto]"/>
      <dgm:spPr/>
      <dgm:t>
        <a:bodyPr/>
        <a:lstStyle/>
        <a:p>
          <a:r>
            <a:rPr lang="es-CR" dirty="0"/>
            <a:t>Ascendente</a:t>
          </a:r>
        </a:p>
      </dgm:t>
    </dgm:pt>
    <dgm:pt modelId="{4799C37E-7F72-4044-ACD6-B42B3C3F4E0D}" type="parTrans" cxnId="{D4970D6E-F506-4E9F-BEA8-775DDF32F7AF}">
      <dgm:prSet/>
      <dgm:spPr/>
      <dgm:t>
        <a:bodyPr/>
        <a:lstStyle/>
        <a:p>
          <a:endParaRPr lang="es-CR"/>
        </a:p>
      </dgm:t>
    </dgm:pt>
    <dgm:pt modelId="{E366B55E-CC0E-434F-87C5-6EDA6F696328}" type="sibTrans" cxnId="{D4970D6E-F506-4E9F-BEA8-775DDF32F7AF}">
      <dgm:prSet/>
      <dgm:spPr/>
      <dgm:t>
        <a:bodyPr/>
        <a:lstStyle/>
        <a:p>
          <a:endParaRPr lang="es-CR"/>
        </a:p>
      </dgm:t>
    </dgm:pt>
    <dgm:pt modelId="{0CDE127E-6E75-4F7B-B4BF-D26202A73883}">
      <dgm:prSet phldrT="[Texto]"/>
      <dgm:spPr>
        <a:solidFill>
          <a:srgbClr val="00B050"/>
        </a:solidFill>
      </dgm:spPr>
      <dgm:t>
        <a:bodyPr/>
        <a:lstStyle/>
        <a:p>
          <a:r>
            <a:rPr lang="es-CR" dirty="0"/>
            <a:t>Big </a:t>
          </a:r>
          <a:r>
            <a:rPr lang="es-CR" dirty="0" err="1"/>
            <a:t>Bang</a:t>
          </a:r>
          <a:endParaRPr lang="es-CR" dirty="0"/>
        </a:p>
      </dgm:t>
    </dgm:pt>
    <dgm:pt modelId="{735F9019-4A4D-4042-8B59-6ACA3AFF9686}" type="parTrans" cxnId="{B50D9304-A950-48A8-8131-919207989E76}">
      <dgm:prSet/>
      <dgm:spPr/>
      <dgm:t>
        <a:bodyPr/>
        <a:lstStyle/>
        <a:p>
          <a:endParaRPr lang="es-CR"/>
        </a:p>
      </dgm:t>
    </dgm:pt>
    <dgm:pt modelId="{F69571A5-827E-4922-BBBF-B251A728F31F}" type="sibTrans" cxnId="{B50D9304-A950-48A8-8131-919207989E76}">
      <dgm:prSet/>
      <dgm:spPr/>
      <dgm:t>
        <a:bodyPr/>
        <a:lstStyle/>
        <a:p>
          <a:endParaRPr lang="es-CR"/>
        </a:p>
      </dgm:t>
    </dgm:pt>
    <dgm:pt modelId="{EC80E409-B988-4C9A-B7B7-E86FA5D711A7}">
      <dgm:prSet phldrT="[Texto]"/>
      <dgm:spPr/>
      <dgm:t>
        <a:bodyPr/>
        <a:lstStyle/>
        <a:p>
          <a:r>
            <a:rPr lang="es-CR" dirty="0"/>
            <a:t>Funcional o Transaccional</a:t>
          </a:r>
        </a:p>
      </dgm:t>
    </dgm:pt>
    <dgm:pt modelId="{3F7C1FF9-65CD-497F-B56E-4F78C151A1C1}" type="parTrans" cxnId="{F15B4881-8239-472B-AE90-69538CA6F709}">
      <dgm:prSet/>
      <dgm:spPr/>
      <dgm:t>
        <a:bodyPr/>
        <a:lstStyle/>
        <a:p>
          <a:endParaRPr lang="es-CR"/>
        </a:p>
      </dgm:t>
    </dgm:pt>
    <dgm:pt modelId="{EBC3297E-6D97-4CF7-B504-C657A089FB07}" type="sibTrans" cxnId="{F15B4881-8239-472B-AE90-69538CA6F709}">
      <dgm:prSet/>
      <dgm:spPr/>
      <dgm:t>
        <a:bodyPr/>
        <a:lstStyle/>
        <a:p>
          <a:endParaRPr lang="es-CR"/>
        </a:p>
      </dgm:t>
    </dgm:pt>
    <dgm:pt modelId="{A97EC461-8B46-4B49-820A-34C34F4471B8}" type="pres">
      <dgm:prSet presAssocID="{8E906AC5-E177-4552-9AA0-2E50D9267ABF}" presName="matrix" presStyleCnt="0">
        <dgm:presLayoutVars>
          <dgm:chMax val="1"/>
          <dgm:dir/>
          <dgm:resizeHandles val="exact"/>
        </dgm:presLayoutVars>
      </dgm:prSet>
      <dgm:spPr/>
    </dgm:pt>
    <dgm:pt modelId="{B387AE9B-32FE-49DC-A540-46BE286AFCD2}" type="pres">
      <dgm:prSet presAssocID="{8E906AC5-E177-4552-9AA0-2E50D9267ABF}" presName="diamond" presStyleLbl="bgShp" presStyleIdx="0" presStyleCnt="1"/>
      <dgm:spPr/>
    </dgm:pt>
    <dgm:pt modelId="{0C95B09D-E32A-426B-AA31-8E70EE8E44B4}" type="pres">
      <dgm:prSet presAssocID="{8E906AC5-E177-4552-9AA0-2E50D9267ABF}" presName="quad1" presStyleLbl="node1" presStyleIdx="0" presStyleCnt="4">
        <dgm:presLayoutVars>
          <dgm:chMax val="0"/>
          <dgm:chPref val="0"/>
          <dgm:bulletEnabled val="1"/>
        </dgm:presLayoutVars>
      </dgm:prSet>
      <dgm:spPr/>
    </dgm:pt>
    <dgm:pt modelId="{54F3FA27-DA83-42F3-BEDB-270E299C17DD}" type="pres">
      <dgm:prSet presAssocID="{8E906AC5-E177-4552-9AA0-2E50D9267ABF}" presName="quad2" presStyleLbl="node1" presStyleIdx="1" presStyleCnt="4">
        <dgm:presLayoutVars>
          <dgm:chMax val="0"/>
          <dgm:chPref val="0"/>
          <dgm:bulletEnabled val="1"/>
        </dgm:presLayoutVars>
      </dgm:prSet>
      <dgm:spPr/>
    </dgm:pt>
    <dgm:pt modelId="{73213ADC-29DF-4CE1-A5F3-E6D130E1D91C}" type="pres">
      <dgm:prSet presAssocID="{8E906AC5-E177-4552-9AA0-2E50D9267ABF}" presName="quad3" presStyleLbl="node1" presStyleIdx="2" presStyleCnt="4">
        <dgm:presLayoutVars>
          <dgm:chMax val="0"/>
          <dgm:chPref val="0"/>
          <dgm:bulletEnabled val="1"/>
        </dgm:presLayoutVars>
      </dgm:prSet>
      <dgm:spPr/>
    </dgm:pt>
    <dgm:pt modelId="{8ACAB36D-3196-47FF-9606-F052A15D82FF}" type="pres">
      <dgm:prSet presAssocID="{8E906AC5-E177-4552-9AA0-2E50D9267ABF}" presName="quad4" presStyleLbl="node1" presStyleIdx="3" presStyleCnt="4">
        <dgm:presLayoutVars>
          <dgm:chMax val="0"/>
          <dgm:chPref val="0"/>
          <dgm:bulletEnabled val="1"/>
        </dgm:presLayoutVars>
      </dgm:prSet>
      <dgm:spPr/>
    </dgm:pt>
  </dgm:ptLst>
  <dgm:cxnLst>
    <dgm:cxn modelId="{B50D9304-A950-48A8-8131-919207989E76}" srcId="{8E906AC5-E177-4552-9AA0-2E50D9267ABF}" destId="{0CDE127E-6E75-4F7B-B4BF-D26202A73883}" srcOrd="2" destOrd="0" parTransId="{735F9019-4A4D-4042-8B59-6ACA3AFF9686}" sibTransId="{F69571A5-827E-4922-BBBF-B251A728F31F}"/>
    <dgm:cxn modelId="{EA163D1B-C107-4D41-8ADF-741CD93D833B}" type="presOf" srcId="{8E906AC5-E177-4552-9AA0-2E50D9267ABF}" destId="{A97EC461-8B46-4B49-820A-34C34F4471B8}" srcOrd="0" destOrd="0" presId="urn:microsoft.com/office/officeart/2005/8/layout/matrix3"/>
    <dgm:cxn modelId="{4F656F47-0FF1-462C-B5EA-8EECCE449D37}" type="presOf" srcId="{40280369-FDB4-4B80-B770-39DD7ACE0144}" destId="{54F3FA27-DA83-42F3-BEDB-270E299C17DD}" srcOrd="0" destOrd="0" presId="urn:microsoft.com/office/officeart/2005/8/layout/matrix3"/>
    <dgm:cxn modelId="{D4970D6E-F506-4E9F-BEA8-775DDF32F7AF}" srcId="{8E906AC5-E177-4552-9AA0-2E50D9267ABF}" destId="{40280369-FDB4-4B80-B770-39DD7ACE0144}" srcOrd="1" destOrd="0" parTransId="{4799C37E-7F72-4044-ACD6-B42B3C3F4E0D}" sibTransId="{E366B55E-CC0E-434F-87C5-6EDA6F696328}"/>
    <dgm:cxn modelId="{3D0EE44E-2C35-4C49-AEE8-3FB503A57F58}" type="presOf" srcId="{0CDE127E-6E75-4F7B-B4BF-D26202A73883}" destId="{73213ADC-29DF-4CE1-A5F3-E6D130E1D91C}" srcOrd="0" destOrd="0" presId="urn:microsoft.com/office/officeart/2005/8/layout/matrix3"/>
    <dgm:cxn modelId="{F15B4881-8239-472B-AE90-69538CA6F709}" srcId="{8E906AC5-E177-4552-9AA0-2E50D9267ABF}" destId="{EC80E409-B988-4C9A-B7B7-E86FA5D711A7}" srcOrd="3" destOrd="0" parTransId="{3F7C1FF9-65CD-497F-B56E-4F78C151A1C1}" sibTransId="{EBC3297E-6D97-4CF7-B504-C657A089FB07}"/>
    <dgm:cxn modelId="{1E5E4B9D-CB25-4482-8995-98F28436C746}" type="presOf" srcId="{EC80E409-B988-4C9A-B7B7-E86FA5D711A7}" destId="{8ACAB36D-3196-47FF-9606-F052A15D82FF}" srcOrd="0" destOrd="0" presId="urn:microsoft.com/office/officeart/2005/8/layout/matrix3"/>
    <dgm:cxn modelId="{A814CBA2-653F-405F-910F-1C61A8687DAE}" srcId="{8E906AC5-E177-4552-9AA0-2E50D9267ABF}" destId="{C607CD66-75C6-4A00-A3A2-2ADE51141B34}" srcOrd="0" destOrd="0" parTransId="{0704E285-D11A-4C01-BCDE-87E7998A5F46}" sibTransId="{5E3558C5-B56D-4B86-9E77-BFCAF66E29F2}"/>
    <dgm:cxn modelId="{098CC5DA-615B-4642-83E1-9DE999B1C537}" type="presOf" srcId="{C607CD66-75C6-4A00-A3A2-2ADE51141B34}" destId="{0C95B09D-E32A-426B-AA31-8E70EE8E44B4}" srcOrd="0" destOrd="0" presId="urn:microsoft.com/office/officeart/2005/8/layout/matrix3"/>
    <dgm:cxn modelId="{DA77CFB5-936E-49AE-B888-93AD5633482F}" type="presParOf" srcId="{A97EC461-8B46-4B49-820A-34C34F4471B8}" destId="{B387AE9B-32FE-49DC-A540-46BE286AFCD2}" srcOrd="0" destOrd="0" presId="urn:microsoft.com/office/officeart/2005/8/layout/matrix3"/>
    <dgm:cxn modelId="{B4DA33D2-6D0F-4C39-A2C7-D4C02507172F}" type="presParOf" srcId="{A97EC461-8B46-4B49-820A-34C34F4471B8}" destId="{0C95B09D-E32A-426B-AA31-8E70EE8E44B4}" srcOrd="1" destOrd="0" presId="urn:microsoft.com/office/officeart/2005/8/layout/matrix3"/>
    <dgm:cxn modelId="{EB788530-0E55-4D8F-AE7B-1A329C3743F7}" type="presParOf" srcId="{A97EC461-8B46-4B49-820A-34C34F4471B8}" destId="{54F3FA27-DA83-42F3-BEDB-270E299C17DD}" srcOrd="2" destOrd="0" presId="urn:microsoft.com/office/officeart/2005/8/layout/matrix3"/>
    <dgm:cxn modelId="{C1FB7E6B-A2E9-417B-82C3-CDB1A0FC9863}" type="presParOf" srcId="{A97EC461-8B46-4B49-820A-34C34F4471B8}" destId="{73213ADC-29DF-4CE1-A5F3-E6D130E1D91C}" srcOrd="3" destOrd="0" presId="urn:microsoft.com/office/officeart/2005/8/layout/matrix3"/>
    <dgm:cxn modelId="{580985A3-2059-4DF6-86A8-83864EA95EDA}" type="presParOf" srcId="{A97EC461-8B46-4B49-820A-34C34F4471B8}" destId="{8ACAB36D-3196-47FF-9606-F052A15D82FF}"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E906AC5-E177-4552-9AA0-2E50D9267ABF}" type="doc">
      <dgm:prSet loTypeId="urn:microsoft.com/office/officeart/2005/8/layout/matrix3" loCatId="matrix" qsTypeId="urn:microsoft.com/office/officeart/2005/8/quickstyle/simple1#14" qsCatId="simple" csTypeId="urn:microsoft.com/office/officeart/2005/8/colors/accent1_2#12" csCatId="accent1" phldr="1"/>
      <dgm:spPr/>
      <dgm:t>
        <a:bodyPr/>
        <a:lstStyle/>
        <a:p>
          <a:endParaRPr lang="es-CR"/>
        </a:p>
      </dgm:t>
    </dgm:pt>
    <dgm:pt modelId="{C607CD66-75C6-4A00-A3A2-2ADE51141B34}">
      <dgm:prSet phldrT="[Texto]"/>
      <dgm:spPr/>
      <dgm:t>
        <a:bodyPr/>
        <a:lstStyle/>
        <a:p>
          <a:r>
            <a:rPr lang="es-CR" dirty="0"/>
            <a:t>Descendente</a:t>
          </a:r>
        </a:p>
      </dgm:t>
    </dgm:pt>
    <dgm:pt modelId="{0704E285-D11A-4C01-BCDE-87E7998A5F46}" type="parTrans" cxnId="{A814CBA2-653F-405F-910F-1C61A8687DAE}">
      <dgm:prSet/>
      <dgm:spPr/>
      <dgm:t>
        <a:bodyPr/>
        <a:lstStyle/>
        <a:p>
          <a:endParaRPr lang="es-CR"/>
        </a:p>
      </dgm:t>
    </dgm:pt>
    <dgm:pt modelId="{5E3558C5-B56D-4B86-9E77-BFCAF66E29F2}" type="sibTrans" cxnId="{A814CBA2-653F-405F-910F-1C61A8687DAE}">
      <dgm:prSet/>
      <dgm:spPr/>
      <dgm:t>
        <a:bodyPr/>
        <a:lstStyle/>
        <a:p>
          <a:endParaRPr lang="es-CR"/>
        </a:p>
      </dgm:t>
    </dgm:pt>
    <dgm:pt modelId="{40280369-FDB4-4B80-B770-39DD7ACE0144}">
      <dgm:prSet phldrT="[Texto]"/>
      <dgm:spPr/>
      <dgm:t>
        <a:bodyPr/>
        <a:lstStyle/>
        <a:p>
          <a:r>
            <a:rPr lang="es-CR" dirty="0"/>
            <a:t>Ascendente</a:t>
          </a:r>
        </a:p>
      </dgm:t>
    </dgm:pt>
    <dgm:pt modelId="{4799C37E-7F72-4044-ACD6-B42B3C3F4E0D}" type="parTrans" cxnId="{D4970D6E-F506-4E9F-BEA8-775DDF32F7AF}">
      <dgm:prSet/>
      <dgm:spPr/>
      <dgm:t>
        <a:bodyPr/>
        <a:lstStyle/>
        <a:p>
          <a:endParaRPr lang="es-CR"/>
        </a:p>
      </dgm:t>
    </dgm:pt>
    <dgm:pt modelId="{E366B55E-CC0E-434F-87C5-6EDA6F696328}" type="sibTrans" cxnId="{D4970D6E-F506-4E9F-BEA8-775DDF32F7AF}">
      <dgm:prSet/>
      <dgm:spPr/>
      <dgm:t>
        <a:bodyPr/>
        <a:lstStyle/>
        <a:p>
          <a:endParaRPr lang="es-CR"/>
        </a:p>
      </dgm:t>
    </dgm:pt>
    <dgm:pt modelId="{0CDE127E-6E75-4F7B-B4BF-D26202A73883}">
      <dgm:prSet phldrT="[Texto]"/>
      <dgm:spPr/>
      <dgm:t>
        <a:bodyPr/>
        <a:lstStyle/>
        <a:p>
          <a:r>
            <a:rPr lang="es-CR" dirty="0"/>
            <a:t>Big </a:t>
          </a:r>
          <a:r>
            <a:rPr lang="es-CR" dirty="0" err="1"/>
            <a:t>Bang</a:t>
          </a:r>
          <a:endParaRPr lang="es-CR" dirty="0"/>
        </a:p>
      </dgm:t>
    </dgm:pt>
    <dgm:pt modelId="{735F9019-4A4D-4042-8B59-6ACA3AFF9686}" type="parTrans" cxnId="{B50D9304-A950-48A8-8131-919207989E76}">
      <dgm:prSet/>
      <dgm:spPr/>
      <dgm:t>
        <a:bodyPr/>
        <a:lstStyle/>
        <a:p>
          <a:endParaRPr lang="es-CR"/>
        </a:p>
      </dgm:t>
    </dgm:pt>
    <dgm:pt modelId="{F69571A5-827E-4922-BBBF-B251A728F31F}" type="sibTrans" cxnId="{B50D9304-A950-48A8-8131-919207989E76}">
      <dgm:prSet/>
      <dgm:spPr/>
      <dgm:t>
        <a:bodyPr/>
        <a:lstStyle/>
        <a:p>
          <a:endParaRPr lang="es-CR"/>
        </a:p>
      </dgm:t>
    </dgm:pt>
    <dgm:pt modelId="{EC80E409-B988-4C9A-B7B7-E86FA5D711A7}">
      <dgm:prSet phldrT="[Texto]"/>
      <dgm:spPr>
        <a:solidFill>
          <a:srgbClr val="00B050"/>
        </a:solidFill>
      </dgm:spPr>
      <dgm:t>
        <a:bodyPr/>
        <a:lstStyle/>
        <a:p>
          <a:r>
            <a:rPr lang="es-CR" dirty="0"/>
            <a:t>Funcional o Transaccional</a:t>
          </a:r>
        </a:p>
      </dgm:t>
    </dgm:pt>
    <dgm:pt modelId="{3F7C1FF9-65CD-497F-B56E-4F78C151A1C1}" type="parTrans" cxnId="{F15B4881-8239-472B-AE90-69538CA6F709}">
      <dgm:prSet/>
      <dgm:spPr/>
      <dgm:t>
        <a:bodyPr/>
        <a:lstStyle/>
        <a:p>
          <a:endParaRPr lang="es-CR"/>
        </a:p>
      </dgm:t>
    </dgm:pt>
    <dgm:pt modelId="{EBC3297E-6D97-4CF7-B504-C657A089FB07}" type="sibTrans" cxnId="{F15B4881-8239-472B-AE90-69538CA6F709}">
      <dgm:prSet/>
      <dgm:spPr/>
      <dgm:t>
        <a:bodyPr/>
        <a:lstStyle/>
        <a:p>
          <a:endParaRPr lang="es-CR"/>
        </a:p>
      </dgm:t>
    </dgm:pt>
    <dgm:pt modelId="{A97EC461-8B46-4B49-820A-34C34F4471B8}" type="pres">
      <dgm:prSet presAssocID="{8E906AC5-E177-4552-9AA0-2E50D9267ABF}" presName="matrix" presStyleCnt="0">
        <dgm:presLayoutVars>
          <dgm:chMax val="1"/>
          <dgm:dir/>
          <dgm:resizeHandles val="exact"/>
        </dgm:presLayoutVars>
      </dgm:prSet>
      <dgm:spPr/>
    </dgm:pt>
    <dgm:pt modelId="{B387AE9B-32FE-49DC-A540-46BE286AFCD2}" type="pres">
      <dgm:prSet presAssocID="{8E906AC5-E177-4552-9AA0-2E50D9267ABF}" presName="diamond" presStyleLbl="bgShp" presStyleIdx="0" presStyleCnt="1"/>
      <dgm:spPr/>
    </dgm:pt>
    <dgm:pt modelId="{0C95B09D-E32A-426B-AA31-8E70EE8E44B4}" type="pres">
      <dgm:prSet presAssocID="{8E906AC5-E177-4552-9AA0-2E50D9267ABF}" presName="quad1" presStyleLbl="node1" presStyleIdx="0" presStyleCnt="4">
        <dgm:presLayoutVars>
          <dgm:chMax val="0"/>
          <dgm:chPref val="0"/>
          <dgm:bulletEnabled val="1"/>
        </dgm:presLayoutVars>
      </dgm:prSet>
      <dgm:spPr/>
    </dgm:pt>
    <dgm:pt modelId="{54F3FA27-DA83-42F3-BEDB-270E299C17DD}" type="pres">
      <dgm:prSet presAssocID="{8E906AC5-E177-4552-9AA0-2E50D9267ABF}" presName="quad2" presStyleLbl="node1" presStyleIdx="1" presStyleCnt="4">
        <dgm:presLayoutVars>
          <dgm:chMax val="0"/>
          <dgm:chPref val="0"/>
          <dgm:bulletEnabled val="1"/>
        </dgm:presLayoutVars>
      </dgm:prSet>
      <dgm:spPr/>
    </dgm:pt>
    <dgm:pt modelId="{73213ADC-29DF-4CE1-A5F3-E6D130E1D91C}" type="pres">
      <dgm:prSet presAssocID="{8E906AC5-E177-4552-9AA0-2E50D9267ABF}" presName="quad3" presStyleLbl="node1" presStyleIdx="2" presStyleCnt="4">
        <dgm:presLayoutVars>
          <dgm:chMax val="0"/>
          <dgm:chPref val="0"/>
          <dgm:bulletEnabled val="1"/>
        </dgm:presLayoutVars>
      </dgm:prSet>
      <dgm:spPr/>
    </dgm:pt>
    <dgm:pt modelId="{8ACAB36D-3196-47FF-9606-F052A15D82FF}" type="pres">
      <dgm:prSet presAssocID="{8E906AC5-E177-4552-9AA0-2E50D9267ABF}" presName="quad4" presStyleLbl="node1" presStyleIdx="3" presStyleCnt="4">
        <dgm:presLayoutVars>
          <dgm:chMax val="0"/>
          <dgm:chPref val="0"/>
          <dgm:bulletEnabled val="1"/>
        </dgm:presLayoutVars>
      </dgm:prSet>
      <dgm:spPr/>
    </dgm:pt>
  </dgm:ptLst>
  <dgm:cxnLst>
    <dgm:cxn modelId="{B50D9304-A950-48A8-8131-919207989E76}" srcId="{8E906AC5-E177-4552-9AA0-2E50D9267ABF}" destId="{0CDE127E-6E75-4F7B-B4BF-D26202A73883}" srcOrd="2" destOrd="0" parTransId="{735F9019-4A4D-4042-8B59-6ACA3AFF9686}" sibTransId="{F69571A5-827E-4922-BBBF-B251A728F31F}"/>
    <dgm:cxn modelId="{EA163D1B-C107-4D41-8ADF-741CD93D833B}" type="presOf" srcId="{8E906AC5-E177-4552-9AA0-2E50D9267ABF}" destId="{A97EC461-8B46-4B49-820A-34C34F4471B8}" srcOrd="0" destOrd="0" presId="urn:microsoft.com/office/officeart/2005/8/layout/matrix3"/>
    <dgm:cxn modelId="{4F656F47-0FF1-462C-B5EA-8EECCE449D37}" type="presOf" srcId="{40280369-FDB4-4B80-B770-39DD7ACE0144}" destId="{54F3FA27-DA83-42F3-BEDB-270E299C17DD}" srcOrd="0" destOrd="0" presId="urn:microsoft.com/office/officeart/2005/8/layout/matrix3"/>
    <dgm:cxn modelId="{D4970D6E-F506-4E9F-BEA8-775DDF32F7AF}" srcId="{8E906AC5-E177-4552-9AA0-2E50D9267ABF}" destId="{40280369-FDB4-4B80-B770-39DD7ACE0144}" srcOrd="1" destOrd="0" parTransId="{4799C37E-7F72-4044-ACD6-B42B3C3F4E0D}" sibTransId="{E366B55E-CC0E-434F-87C5-6EDA6F696328}"/>
    <dgm:cxn modelId="{3D0EE44E-2C35-4C49-AEE8-3FB503A57F58}" type="presOf" srcId="{0CDE127E-6E75-4F7B-B4BF-D26202A73883}" destId="{73213ADC-29DF-4CE1-A5F3-E6D130E1D91C}" srcOrd="0" destOrd="0" presId="urn:microsoft.com/office/officeart/2005/8/layout/matrix3"/>
    <dgm:cxn modelId="{F15B4881-8239-472B-AE90-69538CA6F709}" srcId="{8E906AC5-E177-4552-9AA0-2E50D9267ABF}" destId="{EC80E409-B988-4C9A-B7B7-E86FA5D711A7}" srcOrd="3" destOrd="0" parTransId="{3F7C1FF9-65CD-497F-B56E-4F78C151A1C1}" sibTransId="{EBC3297E-6D97-4CF7-B504-C657A089FB07}"/>
    <dgm:cxn modelId="{1E5E4B9D-CB25-4482-8995-98F28436C746}" type="presOf" srcId="{EC80E409-B988-4C9A-B7B7-E86FA5D711A7}" destId="{8ACAB36D-3196-47FF-9606-F052A15D82FF}" srcOrd="0" destOrd="0" presId="urn:microsoft.com/office/officeart/2005/8/layout/matrix3"/>
    <dgm:cxn modelId="{A814CBA2-653F-405F-910F-1C61A8687DAE}" srcId="{8E906AC5-E177-4552-9AA0-2E50D9267ABF}" destId="{C607CD66-75C6-4A00-A3A2-2ADE51141B34}" srcOrd="0" destOrd="0" parTransId="{0704E285-D11A-4C01-BCDE-87E7998A5F46}" sibTransId="{5E3558C5-B56D-4B86-9E77-BFCAF66E29F2}"/>
    <dgm:cxn modelId="{098CC5DA-615B-4642-83E1-9DE999B1C537}" type="presOf" srcId="{C607CD66-75C6-4A00-A3A2-2ADE51141B34}" destId="{0C95B09D-E32A-426B-AA31-8E70EE8E44B4}" srcOrd="0" destOrd="0" presId="urn:microsoft.com/office/officeart/2005/8/layout/matrix3"/>
    <dgm:cxn modelId="{DA77CFB5-936E-49AE-B888-93AD5633482F}" type="presParOf" srcId="{A97EC461-8B46-4B49-820A-34C34F4471B8}" destId="{B387AE9B-32FE-49DC-A540-46BE286AFCD2}" srcOrd="0" destOrd="0" presId="urn:microsoft.com/office/officeart/2005/8/layout/matrix3"/>
    <dgm:cxn modelId="{B4DA33D2-6D0F-4C39-A2C7-D4C02507172F}" type="presParOf" srcId="{A97EC461-8B46-4B49-820A-34C34F4471B8}" destId="{0C95B09D-E32A-426B-AA31-8E70EE8E44B4}" srcOrd="1" destOrd="0" presId="urn:microsoft.com/office/officeart/2005/8/layout/matrix3"/>
    <dgm:cxn modelId="{EB788530-0E55-4D8F-AE7B-1A329C3743F7}" type="presParOf" srcId="{A97EC461-8B46-4B49-820A-34C34F4471B8}" destId="{54F3FA27-DA83-42F3-BEDB-270E299C17DD}" srcOrd="2" destOrd="0" presId="urn:microsoft.com/office/officeart/2005/8/layout/matrix3"/>
    <dgm:cxn modelId="{C1FB7E6B-A2E9-417B-82C3-CDB1A0FC9863}" type="presParOf" srcId="{A97EC461-8B46-4B49-820A-34C34F4471B8}" destId="{73213ADC-29DF-4CE1-A5F3-E6D130E1D91C}" srcOrd="3" destOrd="0" presId="urn:microsoft.com/office/officeart/2005/8/layout/matrix3"/>
    <dgm:cxn modelId="{580985A3-2059-4DF6-86A8-83864EA95EDA}" type="presParOf" srcId="{A97EC461-8B46-4B49-820A-34C34F4471B8}" destId="{8ACAB36D-3196-47FF-9606-F052A15D82FF}"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D200F69-724C-4221-A514-5EF2A70208FA}" type="doc">
      <dgm:prSet loTypeId="urn:microsoft.com/office/officeart/2005/8/layout/pyramid2" loCatId="pyramid" qsTypeId="urn:microsoft.com/office/officeart/2005/8/quickstyle/3d3#4" qsCatId="3D" csTypeId="urn:microsoft.com/office/officeart/2005/8/colors/accent1_3#4" csCatId="accent1" phldr="1"/>
      <dgm:spPr/>
    </dgm:pt>
    <dgm:pt modelId="{C5094E34-D2AD-40CE-A7E0-8EAED16D359E}">
      <dgm:prSet phldrT="[Texto]" custT="1"/>
      <dgm:spPr/>
      <dgm:t>
        <a:bodyPr/>
        <a:lstStyle/>
        <a:p>
          <a:pPr algn="ctr"/>
          <a:r>
            <a:rPr lang="es-ES" sz="1800" b="1"/>
            <a:t>Pruebas de mantenimiento</a:t>
          </a:r>
          <a:endParaRPr lang="es-ES" sz="1800" b="1" dirty="0"/>
        </a:p>
      </dgm:t>
    </dgm:pt>
    <dgm:pt modelId="{2B28F56D-A01A-4E21-B763-FE51E6EB9930}" type="parTrans" cxnId="{27B834F3-7257-42B9-9DC2-9E5BEB217399}">
      <dgm:prSet/>
      <dgm:spPr/>
      <dgm:t>
        <a:bodyPr/>
        <a:lstStyle/>
        <a:p>
          <a:pPr algn="ctr"/>
          <a:endParaRPr lang="es-ES" sz="1800" b="1">
            <a:solidFill>
              <a:sysClr val="windowText" lastClr="000000"/>
            </a:solidFill>
          </a:endParaRPr>
        </a:p>
      </dgm:t>
    </dgm:pt>
    <dgm:pt modelId="{ABCFC9E9-289A-47A9-970A-7563699412A6}" type="sibTrans" cxnId="{27B834F3-7257-42B9-9DC2-9E5BEB217399}">
      <dgm:prSet/>
      <dgm:spPr/>
      <dgm:t>
        <a:bodyPr/>
        <a:lstStyle/>
        <a:p>
          <a:pPr algn="ctr"/>
          <a:endParaRPr lang="es-ES" sz="1800" b="1">
            <a:solidFill>
              <a:sysClr val="windowText" lastClr="000000"/>
            </a:solidFill>
          </a:endParaRPr>
        </a:p>
      </dgm:t>
    </dgm:pt>
    <dgm:pt modelId="{CE9F4616-DED2-46E9-9402-9E966149A07E}">
      <dgm:prSet phldrT="[Texto]" custT="1"/>
      <dgm:spPr/>
      <dgm:t>
        <a:bodyPr/>
        <a:lstStyle/>
        <a:p>
          <a:pPr algn="ctr"/>
          <a:r>
            <a:rPr lang="es-ES" sz="1800" b="1"/>
            <a:t>Pruebas de aceptación</a:t>
          </a:r>
          <a:endParaRPr lang="es-ES" sz="1800" b="1" dirty="0"/>
        </a:p>
      </dgm:t>
    </dgm:pt>
    <dgm:pt modelId="{F5A4E6C9-205B-4DFF-A807-E10B303F7BF3}" type="parTrans" cxnId="{809514C0-3038-411C-9DA0-743B5BB54C46}">
      <dgm:prSet/>
      <dgm:spPr/>
      <dgm:t>
        <a:bodyPr/>
        <a:lstStyle/>
        <a:p>
          <a:pPr algn="ctr"/>
          <a:endParaRPr lang="es-ES" sz="1800" b="1">
            <a:solidFill>
              <a:sysClr val="windowText" lastClr="000000"/>
            </a:solidFill>
          </a:endParaRPr>
        </a:p>
      </dgm:t>
    </dgm:pt>
    <dgm:pt modelId="{877D44FB-BF98-4576-9953-3E4290660276}" type="sibTrans" cxnId="{809514C0-3038-411C-9DA0-743B5BB54C46}">
      <dgm:prSet/>
      <dgm:spPr/>
      <dgm:t>
        <a:bodyPr/>
        <a:lstStyle/>
        <a:p>
          <a:pPr algn="ctr"/>
          <a:endParaRPr lang="es-ES" sz="1800" b="1">
            <a:solidFill>
              <a:sysClr val="windowText" lastClr="000000"/>
            </a:solidFill>
          </a:endParaRPr>
        </a:p>
      </dgm:t>
    </dgm:pt>
    <dgm:pt modelId="{D1EEF1B4-9459-4026-B8BA-95C77C8B9D81}">
      <dgm:prSet phldrT="[Texto]" custT="1"/>
      <dgm:spPr>
        <a:solidFill>
          <a:srgbClr val="00B050">
            <a:alpha val="90000"/>
          </a:srgbClr>
        </a:solidFill>
      </dgm:spPr>
      <dgm:t>
        <a:bodyPr/>
        <a:lstStyle/>
        <a:p>
          <a:pPr algn="ctr"/>
          <a:r>
            <a:rPr lang="es-ES" sz="1800" b="1"/>
            <a:t>Pruebas de sistema</a:t>
          </a:r>
          <a:endParaRPr lang="es-ES" sz="1800" b="1" dirty="0"/>
        </a:p>
      </dgm:t>
    </dgm:pt>
    <dgm:pt modelId="{647A8EFE-8F67-4D19-B597-3B0B33867859}" type="parTrans" cxnId="{110ACA90-1E48-42D0-A4D4-A3DE3D00EF06}">
      <dgm:prSet/>
      <dgm:spPr/>
      <dgm:t>
        <a:bodyPr/>
        <a:lstStyle/>
        <a:p>
          <a:pPr algn="ctr"/>
          <a:endParaRPr lang="es-ES" sz="1800" b="1">
            <a:solidFill>
              <a:sysClr val="windowText" lastClr="000000"/>
            </a:solidFill>
          </a:endParaRPr>
        </a:p>
      </dgm:t>
    </dgm:pt>
    <dgm:pt modelId="{6B8CAD05-DD41-4BE3-86BE-87F60B6B2C57}" type="sibTrans" cxnId="{110ACA90-1E48-42D0-A4D4-A3DE3D00EF06}">
      <dgm:prSet/>
      <dgm:spPr/>
      <dgm:t>
        <a:bodyPr/>
        <a:lstStyle/>
        <a:p>
          <a:pPr algn="ctr"/>
          <a:endParaRPr lang="es-ES" sz="1800" b="1">
            <a:solidFill>
              <a:sysClr val="windowText" lastClr="000000"/>
            </a:solidFill>
          </a:endParaRPr>
        </a:p>
      </dgm:t>
    </dgm:pt>
    <dgm:pt modelId="{AD5F827F-C10C-42F5-8380-1E02FF1233C7}">
      <dgm:prSet phldrT="[Texto]" custT="1"/>
      <dgm:spPr/>
      <dgm:t>
        <a:bodyPr/>
        <a:lstStyle/>
        <a:p>
          <a:pPr algn="ctr"/>
          <a:r>
            <a:rPr lang="es-ES" sz="1800" b="1"/>
            <a:t>Pruebas unitarias</a:t>
          </a:r>
          <a:endParaRPr lang="es-ES" sz="1800" b="1" dirty="0"/>
        </a:p>
      </dgm:t>
    </dgm:pt>
    <dgm:pt modelId="{8E666BE7-AECA-4637-A4E3-8EAA10B75C3B}" type="parTrans" cxnId="{CAF46B73-2937-438A-BBF7-DBA365614CBD}">
      <dgm:prSet/>
      <dgm:spPr/>
      <dgm:t>
        <a:bodyPr/>
        <a:lstStyle/>
        <a:p>
          <a:pPr algn="ctr"/>
          <a:endParaRPr lang="es-ES" sz="1800" b="1">
            <a:solidFill>
              <a:sysClr val="windowText" lastClr="000000"/>
            </a:solidFill>
          </a:endParaRPr>
        </a:p>
      </dgm:t>
    </dgm:pt>
    <dgm:pt modelId="{BC3DD2E2-1598-4B24-84CD-75DE180F64C2}" type="sibTrans" cxnId="{CAF46B73-2937-438A-BBF7-DBA365614CBD}">
      <dgm:prSet/>
      <dgm:spPr/>
      <dgm:t>
        <a:bodyPr/>
        <a:lstStyle/>
        <a:p>
          <a:pPr algn="ctr"/>
          <a:endParaRPr lang="es-ES" sz="1800" b="1">
            <a:solidFill>
              <a:sysClr val="windowText" lastClr="000000"/>
            </a:solidFill>
          </a:endParaRPr>
        </a:p>
      </dgm:t>
    </dgm:pt>
    <dgm:pt modelId="{C33CD699-366A-48C1-A996-30F33AD223CA}">
      <dgm:prSet phldrT="[Texto]" custT="1"/>
      <dgm:spPr/>
      <dgm:t>
        <a:bodyPr/>
        <a:lstStyle/>
        <a:p>
          <a:pPr algn="ctr"/>
          <a:r>
            <a:rPr lang="es-ES" sz="1800" b="1"/>
            <a:t>Pruebas de integración</a:t>
          </a:r>
          <a:endParaRPr lang="es-ES" sz="1800" b="1" dirty="0"/>
        </a:p>
      </dgm:t>
    </dgm:pt>
    <dgm:pt modelId="{2D4E2A38-ECB1-47A3-B739-9BB9AB617D73}" type="parTrans" cxnId="{B63959A1-FA96-4FB0-A56F-51ACD6F9FDA1}">
      <dgm:prSet/>
      <dgm:spPr/>
      <dgm:t>
        <a:bodyPr/>
        <a:lstStyle/>
        <a:p>
          <a:pPr algn="ctr"/>
          <a:endParaRPr lang="es-ES" sz="1800" b="1">
            <a:solidFill>
              <a:sysClr val="windowText" lastClr="000000"/>
            </a:solidFill>
          </a:endParaRPr>
        </a:p>
      </dgm:t>
    </dgm:pt>
    <dgm:pt modelId="{9573758D-41B9-4E37-8934-EC7185D7D08E}" type="sibTrans" cxnId="{B63959A1-FA96-4FB0-A56F-51ACD6F9FDA1}">
      <dgm:prSet/>
      <dgm:spPr/>
      <dgm:t>
        <a:bodyPr/>
        <a:lstStyle/>
        <a:p>
          <a:pPr algn="ctr"/>
          <a:endParaRPr lang="es-ES" sz="1800" b="1">
            <a:solidFill>
              <a:sysClr val="windowText" lastClr="000000"/>
            </a:solidFill>
          </a:endParaRPr>
        </a:p>
      </dgm:t>
    </dgm:pt>
    <dgm:pt modelId="{003B0E5B-DF86-4FFE-9C5D-80ABA41EB752}" type="pres">
      <dgm:prSet presAssocID="{1D200F69-724C-4221-A514-5EF2A70208FA}" presName="compositeShape" presStyleCnt="0">
        <dgm:presLayoutVars>
          <dgm:dir/>
          <dgm:resizeHandles/>
        </dgm:presLayoutVars>
      </dgm:prSet>
      <dgm:spPr/>
    </dgm:pt>
    <dgm:pt modelId="{8A7A7AD1-8A38-4A5E-8C70-C1E7C6F1C0FD}" type="pres">
      <dgm:prSet presAssocID="{1D200F69-724C-4221-A514-5EF2A70208FA}" presName="pyramid" presStyleLbl="node1" presStyleIdx="0" presStyleCnt="1"/>
      <dgm:spPr/>
    </dgm:pt>
    <dgm:pt modelId="{71CC26C2-1285-4BCE-9833-7DE8ADB8FF30}" type="pres">
      <dgm:prSet presAssocID="{1D200F69-724C-4221-A514-5EF2A70208FA}" presName="theList" presStyleCnt="0"/>
      <dgm:spPr/>
    </dgm:pt>
    <dgm:pt modelId="{2E7AFA1D-8E7C-43C8-BB09-1017BEC43B6B}" type="pres">
      <dgm:prSet presAssocID="{C5094E34-D2AD-40CE-A7E0-8EAED16D359E}" presName="aNode" presStyleLbl="fgAcc1" presStyleIdx="0" presStyleCnt="5" custScaleX="128255" custLinFactNeighborX="7888">
        <dgm:presLayoutVars>
          <dgm:bulletEnabled val="1"/>
        </dgm:presLayoutVars>
      </dgm:prSet>
      <dgm:spPr/>
    </dgm:pt>
    <dgm:pt modelId="{C1D9AA90-9A94-451B-8D59-858FB3D19A5C}" type="pres">
      <dgm:prSet presAssocID="{C5094E34-D2AD-40CE-A7E0-8EAED16D359E}" presName="aSpace" presStyleCnt="0"/>
      <dgm:spPr/>
    </dgm:pt>
    <dgm:pt modelId="{09CA6F9B-3EEB-4163-AAB0-C46787F4B9D6}" type="pres">
      <dgm:prSet presAssocID="{CE9F4616-DED2-46E9-9402-9E966149A07E}" presName="aNode" presStyleLbl="fgAcc1" presStyleIdx="1" presStyleCnt="5" custScaleX="128255" custLinFactNeighborX="7888">
        <dgm:presLayoutVars>
          <dgm:bulletEnabled val="1"/>
        </dgm:presLayoutVars>
      </dgm:prSet>
      <dgm:spPr/>
    </dgm:pt>
    <dgm:pt modelId="{D5A527E1-24B2-4CB1-8AE6-9BAA7A64AAF5}" type="pres">
      <dgm:prSet presAssocID="{CE9F4616-DED2-46E9-9402-9E966149A07E}" presName="aSpace" presStyleCnt="0"/>
      <dgm:spPr/>
    </dgm:pt>
    <dgm:pt modelId="{AD8B56FE-54A0-4BF9-9EF5-EDD698EFC8FF}" type="pres">
      <dgm:prSet presAssocID="{D1EEF1B4-9459-4026-B8BA-95C77C8B9D81}" presName="aNode" presStyleLbl="fgAcc1" presStyleIdx="2" presStyleCnt="5" custScaleX="128255" custLinFactNeighborX="7888">
        <dgm:presLayoutVars>
          <dgm:bulletEnabled val="1"/>
        </dgm:presLayoutVars>
      </dgm:prSet>
      <dgm:spPr/>
    </dgm:pt>
    <dgm:pt modelId="{84819934-E839-4350-A013-721D3D25DD65}" type="pres">
      <dgm:prSet presAssocID="{D1EEF1B4-9459-4026-B8BA-95C77C8B9D81}" presName="aSpace" presStyleCnt="0"/>
      <dgm:spPr/>
    </dgm:pt>
    <dgm:pt modelId="{07D707A0-EB1F-499B-AA58-D96214FA6D0A}" type="pres">
      <dgm:prSet presAssocID="{C33CD699-366A-48C1-A996-30F33AD223CA}" presName="aNode" presStyleLbl="fgAcc1" presStyleIdx="3" presStyleCnt="5" custScaleX="128255" custLinFactNeighborX="7888">
        <dgm:presLayoutVars>
          <dgm:bulletEnabled val="1"/>
        </dgm:presLayoutVars>
      </dgm:prSet>
      <dgm:spPr/>
    </dgm:pt>
    <dgm:pt modelId="{C07D3F8C-5B63-40E9-9ACE-988AC203CA02}" type="pres">
      <dgm:prSet presAssocID="{C33CD699-366A-48C1-A996-30F33AD223CA}" presName="aSpace" presStyleCnt="0"/>
      <dgm:spPr/>
    </dgm:pt>
    <dgm:pt modelId="{D53D3E6E-17D5-49DE-9B2D-69B0DAA4EF0E}" type="pres">
      <dgm:prSet presAssocID="{AD5F827F-C10C-42F5-8380-1E02FF1233C7}" presName="aNode" presStyleLbl="fgAcc1" presStyleIdx="4" presStyleCnt="5" custScaleX="128255" custLinFactNeighborX="7888">
        <dgm:presLayoutVars>
          <dgm:bulletEnabled val="1"/>
        </dgm:presLayoutVars>
      </dgm:prSet>
      <dgm:spPr/>
    </dgm:pt>
    <dgm:pt modelId="{46363843-3C48-432A-A945-D695A97E94DC}" type="pres">
      <dgm:prSet presAssocID="{AD5F827F-C10C-42F5-8380-1E02FF1233C7}" presName="aSpace" presStyleCnt="0"/>
      <dgm:spPr/>
    </dgm:pt>
  </dgm:ptLst>
  <dgm:cxnLst>
    <dgm:cxn modelId="{9C674B1B-E2CA-4480-9D2A-C53E6F648A08}" type="presOf" srcId="{AD5F827F-C10C-42F5-8380-1E02FF1233C7}" destId="{D53D3E6E-17D5-49DE-9B2D-69B0DAA4EF0E}" srcOrd="0" destOrd="0" presId="urn:microsoft.com/office/officeart/2005/8/layout/pyramid2"/>
    <dgm:cxn modelId="{8B75A061-65EE-49AD-A743-B87C3FC08486}" type="presOf" srcId="{CE9F4616-DED2-46E9-9402-9E966149A07E}" destId="{09CA6F9B-3EEB-4163-AAB0-C46787F4B9D6}" srcOrd="0" destOrd="0" presId="urn:microsoft.com/office/officeart/2005/8/layout/pyramid2"/>
    <dgm:cxn modelId="{00969762-E1A7-4F08-BB59-478C266441F8}" type="presOf" srcId="{C5094E34-D2AD-40CE-A7E0-8EAED16D359E}" destId="{2E7AFA1D-8E7C-43C8-BB09-1017BEC43B6B}" srcOrd="0" destOrd="0" presId="urn:microsoft.com/office/officeart/2005/8/layout/pyramid2"/>
    <dgm:cxn modelId="{CAF46B73-2937-438A-BBF7-DBA365614CBD}" srcId="{1D200F69-724C-4221-A514-5EF2A70208FA}" destId="{AD5F827F-C10C-42F5-8380-1E02FF1233C7}" srcOrd="4" destOrd="0" parTransId="{8E666BE7-AECA-4637-A4E3-8EAA10B75C3B}" sibTransId="{BC3DD2E2-1598-4B24-84CD-75DE180F64C2}"/>
    <dgm:cxn modelId="{3627A45A-CCE9-42DE-9537-278D98A4B44B}" type="presOf" srcId="{1D200F69-724C-4221-A514-5EF2A70208FA}" destId="{003B0E5B-DF86-4FFE-9C5D-80ABA41EB752}" srcOrd="0" destOrd="0" presId="urn:microsoft.com/office/officeart/2005/8/layout/pyramid2"/>
    <dgm:cxn modelId="{110ACA90-1E48-42D0-A4D4-A3DE3D00EF06}" srcId="{1D200F69-724C-4221-A514-5EF2A70208FA}" destId="{D1EEF1B4-9459-4026-B8BA-95C77C8B9D81}" srcOrd="2" destOrd="0" parTransId="{647A8EFE-8F67-4D19-B597-3B0B33867859}" sibTransId="{6B8CAD05-DD41-4BE3-86BE-87F60B6B2C57}"/>
    <dgm:cxn modelId="{B63959A1-FA96-4FB0-A56F-51ACD6F9FDA1}" srcId="{1D200F69-724C-4221-A514-5EF2A70208FA}" destId="{C33CD699-366A-48C1-A996-30F33AD223CA}" srcOrd="3" destOrd="0" parTransId="{2D4E2A38-ECB1-47A3-B739-9BB9AB617D73}" sibTransId="{9573758D-41B9-4E37-8934-EC7185D7D08E}"/>
    <dgm:cxn modelId="{878BE1B3-6830-407F-AA63-B273E815350D}" type="presOf" srcId="{D1EEF1B4-9459-4026-B8BA-95C77C8B9D81}" destId="{AD8B56FE-54A0-4BF9-9EF5-EDD698EFC8FF}" srcOrd="0" destOrd="0" presId="urn:microsoft.com/office/officeart/2005/8/layout/pyramid2"/>
    <dgm:cxn modelId="{809514C0-3038-411C-9DA0-743B5BB54C46}" srcId="{1D200F69-724C-4221-A514-5EF2A70208FA}" destId="{CE9F4616-DED2-46E9-9402-9E966149A07E}" srcOrd="1" destOrd="0" parTransId="{F5A4E6C9-205B-4DFF-A807-E10B303F7BF3}" sibTransId="{877D44FB-BF98-4576-9953-3E4290660276}"/>
    <dgm:cxn modelId="{797234EA-362F-43A8-8D3E-5FC57001C75E}" type="presOf" srcId="{C33CD699-366A-48C1-A996-30F33AD223CA}" destId="{07D707A0-EB1F-499B-AA58-D96214FA6D0A}" srcOrd="0" destOrd="0" presId="urn:microsoft.com/office/officeart/2005/8/layout/pyramid2"/>
    <dgm:cxn modelId="{27B834F3-7257-42B9-9DC2-9E5BEB217399}" srcId="{1D200F69-724C-4221-A514-5EF2A70208FA}" destId="{C5094E34-D2AD-40CE-A7E0-8EAED16D359E}" srcOrd="0" destOrd="0" parTransId="{2B28F56D-A01A-4E21-B763-FE51E6EB9930}" sibTransId="{ABCFC9E9-289A-47A9-970A-7563699412A6}"/>
    <dgm:cxn modelId="{AAD94B40-D0DA-4887-9B95-6F744B16E68D}" type="presParOf" srcId="{003B0E5B-DF86-4FFE-9C5D-80ABA41EB752}" destId="{8A7A7AD1-8A38-4A5E-8C70-C1E7C6F1C0FD}" srcOrd="0" destOrd="0" presId="urn:microsoft.com/office/officeart/2005/8/layout/pyramid2"/>
    <dgm:cxn modelId="{BD0B6ACA-480A-4470-BE1A-4EC532BF2E95}" type="presParOf" srcId="{003B0E5B-DF86-4FFE-9C5D-80ABA41EB752}" destId="{71CC26C2-1285-4BCE-9833-7DE8ADB8FF30}" srcOrd="1" destOrd="0" presId="urn:microsoft.com/office/officeart/2005/8/layout/pyramid2"/>
    <dgm:cxn modelId="{09E7E1BC-6015-4AC4-BFF8-CB003AC4148A}" type="presParOf" srcId="{71CC26C2-1285-4BCE-9833-7DE8ADB8FF30}" destId="{2E7AFA1D-8E7C-43C8-BB09-1017BEC43B6B}" srcOrd="0" destOrd="0" presId="urn:microsoft.com/office/officeart/2005/8/layout/pyramid2"/>
    <dgm:cxn modelId="{F7C4A0E5-9484-4CDF-A8EE-1D7C2C510305}" type="presParOf" srcId="{71CC26C2-1285-4BCE-9833-7DE8ADB8FF30}" destId="{C1D9AA90-9A94-451B-8D59-858FB3D19A5C}" srcOrd="1" destOrd="0" presId="urn:microsoft.com/office/officeart/2005/8/layout/pyramid2"/>
    <dgm:cxn modelId="{DD451F4B-C1F3-4770-B0EC-0723422A53D7}" type="presParOf" srcId="{71CC26C2-1285-4BCE-9833-7DE8ADB8FF30}" destId="{09CA6F9B-3EEB-4163-AAB0-C46787F4B9D6}" srcOrd="2" destOrd="0" presId="urn:microsoft.com/office/officeart/2005/8/layout/pyramid2"/>
    <dgm:cxn modelId="{C95961FA-B6C8-42B1-A63C-C04BF8B3B947}" type="presParOf" srcId="{71CC26C2-1285-4BCE-9833-7DE8ADB8FF30}" destId="{D5A527E1-24B2-4CB1-8AE6-9BAA7A64AAF5}" srcOrd="3" destOrd="0" presId="urn:microsoft.com/office/officeart/2005/8/layout/pyramid2"/>
    <dgm:cxn modelId="{A6AA7559-FBFE-4109-8B48-45613D3DBCDA}" type="presParOf" srcId="{71CC26C2-1285-4BCE-9833-7DE8ADB8FF30}" destId="{AD8B56FE-54A0-4BF9-9EF5-EDD698EFC8FF}" srcOrd="4" destOrd="0" presId="urn:microsoft.com/office/officeart/2005/8/layout/pyramid2"/>
    <dgm:cxn modelId="{CEE42A10-B014-4A85-A193-650379C22A96}" type="presParOf" srcId="{71CC26C2-1285-4BCE-9833-7DE8ADB8FF30}" destId="{84819934-E839-4350-A013-721D3D25DD65}" srcOrd="5" destOrd="0" presId="urn:microsoft.com/office/officeart/2005/8/layout/pyramid2"/>
    <dgm:cxn modelId="{FF7C47A8-65AD-4F8E-9ADD-3651D8C38F8E}" type="presParOf" srcId="{71CC26C2-1285-4BCE-9833-7DE8ADB8FF30}" destId="{07D707A0-EB1F-499B-AA58-D96214FA6D0A}" srcOrd="6" destOrd="0" presId="urn:microsoft.com/office/officeart/2005/8/layout/pyramid2"/>
    <dgm:cxn modelId="{C2B0DAA0-D287-4A31-8977-EA875BAEEAD0}" type="presParOf" srcId="{71CC26C2-1285-4BCE-9833-7DE8ADB8FF30}" destId="{C07D3F8C-5B63-40E9-9ACE-988AC203CA02}" srcOrd="7" destOrd="0" presId="urn:microsoft.com/office/officeart/2005/8/layout/pyramid2"/>
    <dgm:cxn modelId="{CB40457F-F7DF-4086-BF0E-D79E0F28E453}" type="presParOf" srcId="{71CC26C2-1285-4BCE-9833-7DE8ADB8FF30}" destId="{D53D3E6E-17D5-49DE-9B2D-69B0DAA4EF0E}" srcOrd="8" destOrd="0" presId="urn:microsoft.com/office/officeart/2005/8/layout/pyramid2"/>
    <dgm:cxn modelId="{2708D7AB-DA3D-4895-97AA-E9A511801691}" type="presParOf" srcId="{71CC26C2-1285-4BCE-9833-7DE8ADB8FF30}" destId="{46363843-3C48-432A-A945-D695A97E94DC}"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8FDB330A-E891-40CF-BCE1-71B18CEED61C}" type="doc">
      <dgm:prSet loTypeId="urn:microsoft.com/office/officeart/2008/layout/VerticalCurvedList" loCatId="list" qsTypeId="urn:microsoft.com/office/officeart/2005/8/quickstyle/simple1#15" qsCatId="simple" csTypeId="urn:microsoft.com/office/officeart/2005/8/colors/accent1_2#13" csCatId="accent1" phldr="1"/>
      <dgm:spPr/>
      <dgm:t>
        <a:bodyPr/>
        <a:lstStyle/>
        <a:p>
          <a:endParaRPr lang="es-CR"/>
        </a:p>
      </dgm:t>
    </dgm:pt>
    <dgm:pt modelId="{E59829BA-3EEB-4875-858A-1626327DC142}">
      <dgm:prSet phldrT="[Texto]" custT="1"/>
      <dgm:spPr/>
      <dgm:t>
        <a:bodyPr/>
        <a:lstStyle/>
        <a:p>
          <a:r>
            <a:rPr lang="es-CR" sz="1800" dirty="0"/>
            <a:t>Pruebas funcionales, para verificar la correcta funcionalidad del mismo.</a:t>
          </a:r>
        </a:p>
      </dgm:t>
    </dgm:pt>
    <dgm:pt modelId="{EA6A816D-E775-4571-8D37-48253EDC13B0}" type="parTrans" cxnId="{D1041ABD-FCED-4ACE-97C7-269E42C0D99D}">
      <dgm:prSet/>
      <dgm:spPr/>
      <dgm:t>
        <a:bodyPr/>
        <a:lstStyle/>
        <a:p>
          <a:endParaRPr lang="es-CR" sz="2000"/>
        </a:p>
      </dgm:t>
    </dgm:pt>
    <dgm:pt modelId="{B0A61B24-67F8-4E19-B535-D7C9F47C3B5C}" type="sibTrans" cxnId="{D1041ABD-FCED-4ACE-97C7-269E42C0D99D}">
      <dgm:prSet/>
      <dgm:spPr/>
      <dgm:t>
        <a:bodyPr/>
        <a:lstStyle/>
        <a:p>
          <a:endParaRPr lang="es-CR" sz="2000"/>
        </a:p>
      </dgm:t>
    </dgm:pt>
    <dgm:pt modelId="{1BCC0A9B-7E09-428D-B777-24257DF00C49}">
      <dgm:prSet phldrT="[Texto]" custT="1"/>
      <dgm:spPr/>
      <dgm:t>
        <a:bodyPr/>
        <a:lstStyle/>
        <a:p>
          <a:r>
            <a:rPr lang="es-CR" sz="1800" dirty="0"/>
            <a:t>Pruebas de instalación, configuración y carga inicial de datos.</a:t>
          </a:r>
        </a:p>
      </dgm:t>
    </dgm:pt>
    <dgm:pt modelId="{8FE4A3BC-AAF7-4ABC-89CD-2568BA59A48B}" type="parTrans" cxnId="{7F9C01AE-2CD0-465C-BAF7-38FEE0518503}">
      <dgm:prSet/>
      <dgm:spPr/>
      <dgm:t>
        <a:bodyPr/>
        <a:lstStyle/>
        <a:p>
          <a:endParaRPr lang="es-CR" sz="2000"/>
        </a:p>
      </dgm:t>
    </dgm:pt>
    <dgm:pt modelId="{39100FEF-1E53-44EF-8468-15591652CB84}" type="sibTrans" cxnId="{7F9C01AE-2CD0-465C-BAF7-38FEE0518503}">
      <dgm:prSet/>
      <dgm:spPr/>
      <dgm:t>
        <a:bodyPr/>
        <a:lstStyle/>
        <a:p>
          <a:endParaRPr lang="es-CR" sz="2000"/>
        </a:p>
      </dgm:t>
    </dgm:pt>
    <dgm:pt modelId="{1BD95274-4E87-4306-A411-D989A9B8F764}">
      <dgm:prSet phldrT="[Texto]" custT="1"/>
      <dgm:spPr/>
      <dgm:t>
        <a:bodyPr/>
        <a:lstStyle/>
        <a:p>
          <a:r>
            <a:rPr lang="es-CR" sz="1800" dirty="0"/>
            <a:t>Pruebas de usabilidad.</a:t>
          </a:r>
        </a:p>
      </dgm:t>
    </dgm:pt>
    <dgm:pt modelId="{A5C0189E-3216-4055-9CF3-A151E104AB88}" type="parTrans" cxnId="{6B912A80-06BA-4E29-8208-6CFDE73D7A78}">
      <dgm:prSet/>
      <dgm:spPr/>
      <dgm:t>
        <a:bodyPr/>
        <a:lstStyle/>
        <a:p>
          <a:endParaRPr lang="es-CR" sz="2000"/>
        </a:p>
      </dgm:t>
    </dgm:pt>
    <dgm:pt modelId="{067F010C-0B3E-4583-83F9-C272CB720306}" type="sibTrans" cxnId="{6B912A80-06BA-4E29-8208-6CFDE73D7A78}">
      <dgm:prSet/>
      <dgm:spPr/>
      <dgm:t>
        <a:bodyPr/>
        <a:lstStyle/>
        <a:p>
          <a:endParaRPr lang="es-CR" sz="2000"/>
        </a:p>
      </dgm:t>
    </dgm:pt>
    <dgm:pt modelId="{A65304F1-F919-4E0C-BB76-C4C72B9173B2}">
      <dgm:prSet phldrT="[Texto]" custT="1"/>
      <dgm:spPr/>
      <dgm:t>
        <a:bodyPr/>
        <a:lstStyle/>
        <a:p>
          <a:r>
            <a:rPr lang="es-CR" sz="1800" dirty="0"/>
            <a:t>Pruebas de migración de datos.</a:t>
          </a:r>
        </a:p>
      </dgm:t>
    </dgm:pt>
    <dgm:pt modelId="{28AC5FD8-B40B-4D5E-A647-8D5039020A61}" type="parTrans" cxnId="{76EA181A-645F-4109-86CD-FDEE4276B6B0}">
      <dgm:prSet/>
      <dgm:spPr/>
      <dgm:t>
        <a:bodyPr/>
        <a:lstStyle/>
        <a:p>
          <a:endParaRPr lang="es-CR" sz="2000"/>
        </a:p>
      </dgm:t>
    </dgm:pt>
    <dgm:pt modelId="{8BF95804-7F22-4F0A-9666-94D64DDED32C}" type="sibTrans" cxnId="{76EA181A-645F-4109-86CD-FDEE4276B6B0}">
      <dgm:prSet/>
      <dgm:spPr/>
      <dgm:t>
        <a:bodyPr/>
        <a:lstStyle/>
        <a:p>
          <a:endParaRPr lang="es-CR" sz="2000"/>
        </a:p>
      </dgm:t>
    </dgm:pt>
    <dgm:pt modelId="{277078DB-DE19-41A4-92BF-A81CB380B4D5}">
      <dgm:prSet phldrT="[Texto]" custT="1"/>
      <dgm:spPr/>
      <dgm:t>
        <a:bodyPr/>
        <a:lstStyle/>
        <a:p>
          <a:r>
            <a:rPr lang="es-CR" sz="1800" dirty="0"/>
            <a:t>Pruebas de prestaciones.</a:t>
          </a:r>
        </a:p>
      </dgm:t>
    </dgm:pt>
    <dgm:pt modelId="{38A2843F-B973-4696-BFBA-97E762058121}" type="parTrans" cxnId="{4CCE1D1E-FC4F-4886-B898-43680F5BEFE7}">
      <dgm:prSet/>
      <dgm:spPr/>
      <dgm:t>
        <a:bodyPr/>
        <a:lstStyle/>
        <a:p>
          <a:endParaRPr lang="es-CR" sz="2000"/>
        </a:p>
      </dgm:t>
    </dgm:pt>
    <dgm:pt modelId="{CD1E5AE7-2B84-4435-9BD9-85ED841DE880}" type="sibTrans" cxnId="{4CCE1D1E-FC4F-4886-B898-43680F5BEFE7}">
      <dgm:prSet/>
      <dgm:spPr/>
      <dgm:t>
        <a:bodyPr/>
        <a:lstStyle/>
        <a:p>
          <a:endParaRPr lang="es-CR" sz="2000"/>
        </a:p>
      </dgm:t>
    </dgm:pt>
    <dgm:pt modelId="{F523145A-598C-4C91-BAAE-28315A20124B}">
      <dgm:prSet phldrT="[Texto]" custT="1"/>
      <dgm:spPr/>
      <dgm:t>
        <a:bodyPr/>
        <a:lstStyle/>
        <a:p>
          <a:r>
            <a:rPr lang="es-CR" sz="1800" dirty="0"/>
            <a:t>Pruebas de seguridad.</a:t>
          </a:r>
        </a:p>
      </dgm:t>
    </dgm:pt>
    <dgm:pt modelId="{3DBF2BE2-8FDA-452D-98D0-227250D8EE28}" type="parTrans" cxnId="{6078AE4E-2E21-43F9-BC2A-8389BDD9A2E8}">
      <dgm:prSet/>
      <dgm:spPr/>
      <dgm:t>
        <a:bodyPr/>
        <a:lstStyle/>
        <a:p>
          <a:endParaRPr lang="es-CR" sz="2000"/>
        </a:p>
      </dgm:t>
    </dgm:pt>
    <dgm:pt modelId="{A77DCB7D-130B-49B4-8FA2-CEC2306AC63A}" type="sibTrans" cxnId="{6078AE4E-2E21-43F9-BC2A-8389BDD9A2E8}">
      <dgm:prSet/>
      <dgm:spPr/>
      <dgm:t>
        <a:bodyPr/>
        <a:lstStyle/>
        <a:p>
          <a:endParaRPr lang="es-CR" sz="2000"/>
        </a:p>
      </dgm:t>
    </dgm:pt>
    <dgm:pt modelId="{9F809CF4-9423-43B2-89A1-EA77865144D2}" type="pres">
      <dgm:prSet presAssocID="{8FDB330A-E891-40CF-BCE1-71B18CEED61C}" presName="Name0" presStyleCnt="0">
        <dgm:presLayoutVars>
          <dgm:chMax val="7"/>
          <dgm:chPref val="7"/>
          <dgm:dir/>
        </dgm:presLayoutVars>
      </dgm:prSet>
      <dgm:spPr/>
    </dgm:pt>
    <dgm:pt modelId="{641909DD-FC9C-476E-95D0-0705C40FC498}" type="pres">
      <dgm:prSet presAssocID="{8FDB330A-E891-40CF-BCE1-71B18CEED61C}" presName="Name1" presStyleCnt="0"/>
      <dgm:spPr/>
    </dgm:pt>
    <dgm:pt modelId="{13894698-BB6A-49A5-A46B-6979D5317352}" type="pres">
      <dgm:prSet presAssocID="{8FDB330A-E891-40CF-BCE1-71B18CEED61C}" presName="cycle" presStyleCnt="0"/>
      <dgm:spPr/>
    </dgm:pt>
    <dgm:pt modelId="{F1AC00FF-0DE6-473A-BAE3-04CABBBC90AC}" type="pres">
      <dgm:prSet presAssocID="{8FDB330A-E891-40CF-BCE1-71B18CEED61C}" presName="srcNode" presStyleLbl="node1" presStyleIdx="0" presStyleCnt="6"/>
      <dgm:spPr/>
    </dgm:pt>
    <dgm:pt modelId="{6F4058AC-B0E1-4081-945D-D24805084272}" type="pres">
      <dgm:prSet presAssocID="{8FDB330A-E891-40CF-BCE1-71B18CEED61C}" presName="conn" presStyleLbl="parChTrans1D2" presStyleIdx="0" presStyleCnt="1"/>
      <dgm:spPr/>
    </dgm:pt>
    <dgm:pt modelId="{8024DE52-7245-427F-BDA8-D48CC8F68F1E}" type="pres">
      <dgm:prSet presAssocID="{8FDB330A-E891-40CF-BCE1-71B18CEED61C}" presName="extraNode" presStyleLbl="node1" presStyleIdx="0" presStyleCnt="6"/>
      <dgm:spPr/>
    </dgm:pt>
    <dgm:pt modelId="{2028F0CD-B1B9-4CF7-89C0-AB6552C9B08D}" type="pres">
      <dgm:prSet presAssocID="{8FDB330A-E891-40CF-BCE1-71B18CEED61C}" presName="dstNode" presStyleLbl="node1" presStyleIdx="0" presStyleCnt="6"/>
      <dgm:spPr/>
    </dgm:pt>
    <dgm:pt modelId="{A728FC2B-3EB7-434A-B9D4-02288F6E7DB7}" type="pres">
      <dgm:prSet presAssocID="{E59829BA-3EEB-4875-858A-1626327DC142}" presName="text_1" presStyleLbl="node1" presStyleIdx="0" presStyleCnt="6">
        <dgm:presLayoutVars>
          <dgm:bulletEnabled val="1"/>
        </dgm:presLayoutVars>
      </dgm:prSet>
      <dgm:spPr/>
    </dgm:pt>
    <dgm:pt modelId="{20AA6AF2-C881-4BF9-8DE2-DD73EB178BB2}" type="pres">
      <dgm:prSet presAssocID="{E59829BA-3EEB-4875-858A-1626327DC142}" presName="accent_1" presStyleCnt="0"/>
      <dgm:spPr/>
    </dgm:pt>
    <dgm:pt modelId="{49B3476F-D025-4F4C-BFB3-B95A955F989C}" type="pres">
      <dgm:prSet presAssocID="{E59829BA-3EEB-4875-858A-1626327DC142}" presName="accentRepeatNode" presStyleLbl="solidFgAcc1" presStyleIdx="0" presStyleCnt="6"/>
      <dgm:spPr/>
    </dgm:pt>
    <dgm:pt modelId="{E0571431-9578-48F5-BFCF-13BE64E4FAB7}" type="pres">
      <dgm:prSet presAssocID="{1BCC0A9B-7E09-428D-B777-24257DF00C49}" presName="text_2" presStyleLbl="node1" presStyleIdx="1" presStyleCnt="6">
        <dgm:presLayoutVars>
          <dgm:bulletEnabled val="1"/>
        </dgm:presLayoutVars>
      </dgm:prSet>
      <dgm:spPr/>
    </dgm:pt>
    <dgm:pt modelId="{304EEF28-8771-4972-A800-C578D4AFC0F4}" type="pres">
      <dgm:prSet presAssocID="{1BCC0A9B-7E09-428D-B777-24257DF00C49}" presName="accent_2" presStyleCnt="0"/>
      <dgm:spPr/>
    </dgm:pt>
    <dgm:pt modelId="{8876CC8F-B595-4FAD-AF82-5A5E3F4B6AA2}" type="pres">
      <dgm:prSet presAssocID="{1BCC0A9B-7E09-428D-B777-24257DF00C49}" presName="accentRepeatNode" presStyleLbl="solidFgAcc1" presStyleIdx="1" presStyleCnt="6"/>
      <dgm:spPr/>
    </dgm:pt>
    <dgm:pt modelId="{4E1C3B26-9EA2-47B4-B88F-8BAC58FA5202}" type="pres">
      <dgm:prSet presAssocID="{1BD95274-4E87-4306-A411-D989A9B8F764}" presName="text_3" presStyleLbl="node1" presStyleIdx="2" presStyleCnt="6">
        <dgm:presLayoutVars>
          <dgm:bulletEnabled val="1"/>
        </dgm:presLayoutVars>
      </dgm:prSet>
      <dgm:spPr/>
    </dgm:pt>
    <dgm:pt modelId="{197D3707-657C-4622-893F-0BFDF4C9F2C9}" type="pres">
      <dgm:prSet presAssocID="{1BD95274-4E87-4306-A411-D989A9B8F764}" presName="accent_3" presStyleCnt="0"/>
      <dgm:spPr/>
    </dgm:pt>
    <dgm:pt modelId="{EA743BCC-5ADC-424D-B630-38A79468BB23}" type="pres">
      <dgm:prSet presAssocID="{1BD95274-4E87-4306-A411-D989A9B8F764}" presName="accentRepeatNode" presStyleLbl="solidFgAcc1" presStyleIdx="2" presStyleCnt="6"/>
      <dgm:spPr/>
    </dgm:pt>
    <dgm:pt modelId="{0CD20097-34F7-4F13-B6BB-9E87430EB158}" type="pres">
      <dgm:prSet presAssocID="{A65304F1-F919-4E0C-BB76-C4C72B9173B2}" presName="text_4" presStyleLbl="node1" presStyleIdx="3" presStyleCnt="6">
        <dgm:presLayoutVars>
          <dgm:bulletEnabled val="1"/>
        </dgm:presLayoutVars>
      </dgm:prSet>
      <dgm:spPr/>
    </dgm:pt>
    <dgm:pt modelId="{63B65964-F4FF-4E7E-A23A-4D94B1938DDA}" type="pres">
      <dgm:prSet presAssocID="{A65304F1-F919-4E0C-BB76-C4C72B9173B2}" presName="accent_4" presStyleCnt="0"/>
      <dgm:spPr/>
    </dgm:pt>
    <dgm:pt modelId="{B617021E-2FE7-4384-BBE3-A03AED70118F}" type="pres">
      <dgm:prSet presAssocID="{A65304F1-F919-4E0C-BB76-C4C72B9173B2}" presName="accentRepeatNode" presStyleLbl="solidFgAcc1" presStyleIdx="3" presStyleCnt="6"/>
      <dgm:spPr/>
    </dgm:pt>
    <dgm:pt modelId="{20DFDCDB-41DB-46ED-B521-8AB91B75258E}" type="pres">
      <dgm:prSet presAssocID="{277078DB-DE19-41A4-92BF-A81CB380B4D5}" presName="text_5" presStyleLbl="node1" presStyleIdx="4" presStyleCnt="6">
        <dgm:presLayoutVars>
          <dgm:bulletEnabled val="1"/>
        </dgm:presLayoutVars>
      </dgm:prSet>
      <dgm:spPr/>
    </dgm:pt>
    <dgm:pt modelId="{7C3AA15A-07E2-4D82-BD61-221A7A967A7E}" type="pres">
      <dgm:prSet presAssocID="{277078DB-DE19-41A4-92BF-A81CB380B4D5}" presName="accent_5" presStyleCnt="0"/>
      <dgm:spPr/>
    </dgm:pt>
    <dgm:pt modelId="{63576910-65B9-42DB-9342-A99C2E784D61}" type="pres">
      <dgm:prSet presAssocID="{277078DB-DE19-41A4-92BF-A81CB380B4D5}" presName="accentRepeatNode" presStyleLbl="solidFgAcc1" presStyleIdx="4" presStyleCnt="6"/>
      <dgm:spPr/>
    </dgm:pt>
    <dgm:pt modelId="{39DBF539-E4FA-4519-8E96-AE693443D3E3}" type="pres">
      <dgm:prSet presAssocID="{F523145A-598C-4C91-BAAE-28315A20124B}" presName="text_6" presStyleLbl="node1" presStyleIdx="5" presStyleCnt="6">
        <dgm:presLayoutVars>
          <dgm:bulletEnabled val="1"/>
        </dgm:presLayoutVars>
      </dgm:prSet>
      <dgm:spPr/>
    </dgm:pt>
    <dgm:pt modelId="{B37BCDF8-9B0B-4DB5-8FE6-6FE904180EFE}" type="pres">
      <dgm:prSet presAssocID="{F523145A-598C-4C91-BAAE-28315A20124B}" presName="accent_6" presStyleCnt="0"/>
      <dgm:spPr/>
    </dgm:pt>
    <dgm:pt modelId="{005A9533-9FE9-4007-ABB1-806E88AA78C7}" type="pres">
      <dgm:prSet presAssocID="{F523145A-598C-4C91-BAAE-28315A20124B}" presName="accentRepeatNode" presStyleLbl="solidFgAcc1" presStyleIdx="5" presStyleCnt="6"/>
      <dgm:spPr/>
    </dgm:pt>
  </dgm:ptLst>
  <dgm:cxnLst>
    <dgm:cxn modelId="{74FE8501-2648-4776-8883-008598DC6244}" type="presOf" srcId="{1BCC0A9B-7E09-428D-B777-24257DF00C49}" destId="{E0571431-9578-48F5-BFCF-13BE64E4FAB7}" srcOrd="0" destOrd="0" presId="urn:microsoft.com/office/officeart/2008/layout/VerticalCurvedList"/>
    <dgm:cxn modelId="{4599B604-61F0-449B-A1A6-EAA4F5B15B93}" type="presOf" srcId="{8FDB330A-E891-40CF-BCE1-71B18CEED61C}" destId="{9F809CF4-9423-43B2-89A1-EA77865144D2}" srcOrd="0" destOrd="0" presId="urn:microsoft.com/office/officeart/2008/layout/VerticalCurvedList"/>
    <dgm:cxn modelId="{7F8E3F10-1CB5-4ED5-8BEE-D119465B3E67}" type="presOf" srcId="{A65304F1-F919-4E0C-BB76-C4C72B9173B2}" destId="{0CD20097-34F7-4F13-B6BB-9E87430EB158}" srcOrd="0" destOrd="0" presId="urn:microsoft.com/office/officeart/2008/layout/VerticalCurvedList"/>
    <dgm:cxn modelId="{76EA181A-645F-4109-86CD-FDEE4276B6B0}" srcId="{8FDB330A-E891-40CF-BCE1-71B18CEED61C}" destId="{A65304F1-F919-4E0C-BB76-C4C72B9173B2}" srcOrd="3" destOrd="0" parTransId="{28AC5FD8-B40B-4D5E-A647-8D5039020A61}" sibTransId="{8BF95804-7F22-4F0A-9666-94D64DDED32C}"/>
    <dgm:cxn modelId="{4CCE1D1E-FC4F-4886-B898-43680F5BEFE7}" srcId="{8FDB330A-E891-40CF-BCE1-71B18CEED61C}" destId="{277078DB-DE19-41A4-92BF-A81CB380B4D5}" srcOrd="4" destOrd="0" parTransId="{38A2843F-B973-4696-BFBA-97E762058121}" sibTransId="{CD1E5AE7-2B84-4435-9BD9-85ED841DE880}"/>
    <dgm:cxn modelId="{D869C548-27BE-4D2B-9D63-4F5A86AA7457}" type="presOf" srcId="{277078DB-DE19-41A4-92BF-A81CB380B4D5}" destId="{20DFDCDB-41DB-46ED-B521-8AB91B75258E}" srcOrd="0" destOrd="0" presId="urn:microsoft.com/office/officeart/2008/layout/VerticalCurvedList"/>
    <dgm:cxn modelId="{6078AE4E-2E21-43F9-BC2A-8389BDD9A2E8}" srcId="{8FDB330A-E891-40CF-BCE1-71B18CEED61C}" destId="{F523145A-598C-4C91-BAAE-28315A20124B}" srcOrd="5" destOrd="0" parTransId="{3DBF2BE2-8FDA-452D-98D0-227250D8EE28}" sibTransId="{A77DCB7D-130B-49B4-8FA2-CEC2306AC63A}"/>
    <dgm:cxn modelId="{6B912A80-06BA-4E29-8208-6CFDE73D7A78}" srcId="{8FDB330A-E891-40CF-BCE1-71B18CEED61C}" destId="{1BD95274-4E87-4306-A411-D989A9B8F764}" srcOrd="2" destOrd="0" parTransId="{A5C0189E-3216-4055-9CF3-A151E104AB88}" sibTransId="{067F010C-0B3E-4583-83F9-C272CB720306}"/>
    <dgm:cxn modelId="{B37B29AD-57DF-4927-91BD-546A1288A2B5}" type="presOf" srcId="{E59829BA-3EEB-4875-858A-1626327DC142}" destId="{A728FC2B-3EB7-434A-B9D4-02288F6E7DB7}" srcOrd="0" destOrd="0" presId="urn:microsoft.com/office/officeart/2008/layout/VerticalCurvedList"/>
    <dgm:cxn modelId="{7F9C01AE-2CD0-465C-BAF7-38FEE0518503}" srcId="{8FDB330A-E891-40CF-BCE1-71B18CEED61C}" destId="{1BCC0A9B-7E09-428D-B777-24257DF00C49}" srcOrd="1" destOrd="0" parTransId="{8FE4A3BC-AAF7-4ABC-89CD-2568BA59A48B}" sibTransId="{39100FEF-1E53-44EF-8468-15591652CB84}"/>
    <dgm:cxn modelId="{A2F4F1BA-572A-4D46-8D68-731192819192}" type="presOf" srcId="{F523145A-598C-4C91-BAAE-28315A20124B}" destId="{39DBF539-E4FA-4519-8E96-AE693443D3E3}" srcOrd="0" destOrd="0" presId="urn:microsoft.com/office/officeart/2008/layout/VerticalCurvedList"/>
    <dgm:cxn modelId="{D1041ABD-FCED-4ACE-97C7-269E42C0D99D}" srcId="{8FDB330A-E891-40CF-BCE1-71B18CEED61C}" destId="{E59829BA-3EEB-4875-858A-1626327DC142}" srcOrd="0" destOrd="0" parTransId="{EA6A816D-E775-4571-8D37-48253EDC13B0}" sibTransId="{B0A61B24-67F8-4E19-B535-D7C9F47C3B5C}"/>
    <dgm:cxn modelId="{28BBC6E9-CDD3-4F92-A259-EA8D442A5850}" type="presOf" srcId="{B0A61B24-67F8-4E19-B535-D7C9F47C3B5C}" destId="{6F4058AC-B0E1-4081-945D-D24805084272}" srcOrd="0" destOrd="0" presId="urn:microsoft.com/office/officeart/2008/layout/VerticalCurvedList"/>
    <dgm:cxn modelId="{E4D8E4FB-7BE6-4C55-B8DB-4D152E07E121}" type="presOf" srcId="{1BD95274-4E87-4306-A411-D989A9B8F764}" destId="{4E1C3B26-9EA2-47B4-B88F-8BAC58FA5202}" srcOrd="0" destOrd="0" presId="urn:microsoft.com/office/officeart/2008/layout/VerticalCurvedList"/>
    <dgm:cxn modelId="{B1938869-7674-4C0F-BE7D-65BAE4AB9CB1}" type="presParOf" srcId="{9F809CF4-9423-43B2-89A1-EA77865144D2}" destId="{641909DD-FC9C-476E-95D0-0705C40FC498}" srcOrd="0" destOrd="0" presId="urn:microsoft.com/office/officeart/2008/layout/VerticalCurvedList"/>
    <dgm:cxn modelId="{8EC490F0-0119-4CE4-9376-C7B67A809D3E}" type="presParOf" srcId="{641909DD-FC9C-476E-95D0-0705C40FC498}" destId="{13894698-BB6A-49A5-A46B-6979D5317352}" srcOrd="0" destOrd="0" presId="urn:microsoft.com/office/officeart/2008/layout/VerticalCurvedList"/>
    <dgm:cxn modelId="{0BAC01F0-C215-40C8-9118-FA9A6B2D1183}" type="presParOf" srcId="{13894698-BB6A-49A5-A46B-6979D5317352}" destId="{F1AC00FF-0DE6-473A-BAE3-04CABBBC90AC}" srcOrd="0" destOrd="0" presId="urn:microsoft.com/office/officeart/2008/layout/VerticalCurvedList"/>
    <dgm:cxn modelId="{B77580AC-DC60-4D57-8C56-CD7DAED93F06}" type="presParOf" srcId="{13894698-BB6A-49A5-A46B-6979D5317352}" destId="{6F4058AC-B0E1-4081-945D-D24805084272}" srcOrd="1" destOrd="0" presId="urn:microsoft.com/office/officeart/2008/layout/VerticalCurvedList"/>
    <dgm:cxn modelId="{171CF7B8-FCA3-413D-84E6-9FDD4AB2A58C}" type="presParOf" srcId="{13894698-BB6A-49A5-A46B-6979D5317352}" destId="{8024DE52-7245-427F-BDA8-D48CC8F68F1E}" srcOrd="2" destOrd="0" presId="urn:microsoft.com/office/officeart/2008/layout/VerticalCurvedList"/>
    <dgm:cxn modelId="{AA9B0268-AEF8-44CC-B97A-A9BB0BDCC5EA}" type="presParOf" srcId="{13894698-BB6A-49A5-A46B-6979D5317352}" destId="{2028F0CD-B1B9-4CF7-89C0-AB6552C9B08D}" srcOrd="3" destOrd="0" presId="urn:microsoft.com/office/officeart/2008/layout/VerticalCurvedList"/>
    <dgm:cxn modelId="{DC541A16-3C14-4B4D-B178-DCCBD5EB6660}" type="presParOf" srcId="{641909DD-FC9C-476E-95D0-0705C40FC498}" destId="{A728FC2B-3EB7-434A-B9D4-02288F6E7DB7}" srcOrd="1" destOrd="0" presId="urn:microsoft.com/office/officeart/2008/layout/VerticalCurvedList"/>
    <dgm:cxn modelId="{E1B9465F-4C31-4132-87AF-0BC5E7B97421}" type="presParOf" srcId="{641909DD-FC9C-476E-95D0-0705C40FC498}" destId="{20AA6AF2-C881-4BF9-8DE2-DD73EB178BB2}" srcOrd="2" destOrd="0" presId="urn:microsoft.com/office/officeart/2008/layout/VerticalCurvedList"/>
    <dgm:cxn modelId="{8529D6B3-2BC8-41DE-923A-60A4C4A6BFB5}" type="presParOf" srcId="{20AA6AF2-C881-4BF9-8DE2-DD73EB178BB2}" destId="{49B3476F-D025-4F4C-BFB3-B95A955F989C}" srcOrd="0" destOrd="0" presId="urn:microsoft.com/office/officeart/2008/layout/VerticalCurvedList"/>
    <dgm:cxn modelId="{5B1F7CAA-9B56-40F9-9853-BCE666C5CF1D}" type="presParOf" srcId="{641909DD-FC9C-476E-95D0-0705C40FC498}" destId="{E0571431-9578-48F5-BFCF-13BE64E4FAB7}" srcOrd="3" destOrd="0" presId="urn:microsoft.com/office/officeart/2008/layout/VerticalCurvedList"/>
    <dgm:cxn modelId="{6545F8F8-4FB4-4BA2-B5F8-87800887FB18}" type="presParOf" srcId="{641909DD-FC9C-476E-95D0-0705C40FC498}" destId="{304EEF28-8771-4972-A800-C578D4AFC0F4}" srcOrd="4" destOrd="0" presId="urn:microsoft.com/office/officeart/2008/layout/VerticalCurvedList"/>
    <dgm:cxn modelId="{B37737A1-D474-4724-87C9-FEC97E891DEA}" type="presParOf" srcId="{304EEF28-8771-4972-A800-C578D4AFC0F4}" destId="{8876CC8F-B595-4FAD-AF82-5A5E3F4B6AA2}" srcOrd="0" destOrd="0" presId="urn:microsoft.com/office/officeart/2008/layout/VerticalCurvedList"/>
    <dgm:cxn modelId="{6E1FA117-4C68-44CC-9499-82F642DEA3BC}" type="presParOf" srcId="{641909DD-FC9C-476E-95D0-0705C40FC498}" destId="{4E1C3B26-9EA2-47B4-B88F-8BAC58FA5202}" srcOrd="5" destOrd="0" presId="urn:microsoft.com/office/officeart/2008/layout/VerticalCurvedList"/>
    <dgm:cxn modelId="{F0A8D499-7407-460F-9945-199753F472E9}" type="presParOf" srcId="{641909DD-FC9C-476E-95D0-0705C40FC498}" destId="{197D3707-657C-4622-893F-0BFDF4C9F2C9}" srcOrd="6" destOrd="0" presId="urn:microsoft.com/office/officeart/2008/layout/VerticalCurvedList"/>
    <dgm:cxn modelId="{9DE4A06E-80C2-4764-95E6-F3DA2B8BEB51}" type="presParOf" srcId="{197D3707-657C-4622-893F-0BFDF4C9F2C9}" destId="{EA743BCC-5ADC-424D-B630-38A79468BB23}" srcOrd="0" destOrd="0" presId="urn:microsoft.com/office/officeart/2008/layout/VerticalCurvedList"/>
    <dgm:cxn modelId="{7C5D0E65-13C3-4F78-AE65-4B4E5CE316C8}" type="presParOf" srcId="{641909DD-FC9C-476E-95D0-0705C40FC498}" destId="{0CD20097-34F7-4F13-B6BB-9E87430EB158}" srcOrd="7" destOrd="0" presId="urn:microsoft.com/office/officeart/2008/layout/VerticalCurvedList"/>
    <dgm:cxn modelId="{8EBB4569-09B4-42CC-A875-B01A7D9F70C4}" type="presParOf" srcId="{641909DD-FC9C-476E-95D0-0705C40FC498}" destId="{63B65964-F4FF-4E7E-A23A-4D94B1938DDA}" srcOrd="8" destOrd="0" presId="urn:microsoft.com/office/officeart/2008/layout/VerticalCurvedList"/>
    <dgm:cxn modelId="{0041E63C-BFDD-42C7-9EFF-DD98D5716D10}" type="presParOf" srcId="{63B65964-F4FF-4E7E-A23A-4D94B1938DDA}" destId="{B617021E-2FE7-4384-BBE3-A03AED70118F}" srcOrd="0" destOrd="0" presId="urn:microsoft.com/office/officeart/2008/layout/VerticalCurvedList"/>
    <dgm:cxn modelId="{D6FB527F-50BB-43C9-8B9E-815B0890402D}" type="presParOf" srcId="{641909DD-FC9C-476E-95D0-0705C40FC498}" destId="{20DFDCDB-41DB-46ED-B521-8AB91B75258E}" srcOrd="9" destOrd="0" presId="urn:microsoft.com/office/officeart/2008/layout/VerticalCurvedList"/>
    <dgm:cxn modelId="{4F7CE91C-3D60-4E0E-B5B9-9453DB281B4D}" type="presParOf" srcId="{641909DD-FC9C-476E-95D0-0705C40FC498}" destId="{7C3AA15A-07E2-4D82-BD61-221A7A967A7E}" srcOrd="10" destOrd="0" presId="urn:microsoft.com/office/officeart/2008/layout/VerticalCurvedList"/>
    <dgm:cxn modelId="{EE955A4D-C7DB-43BE-930A-D16FA42597CB}" type="presParOf" srcId="{7C3AA15A-07E2-4D82-BD61-221A7A967A7E}" destId="{63576910-65B9-42DB-9342-A99C2E784D61}" srcOrd="0" destOrd="0" presId="urn:microsoft.com/office/officeart/2008/layout/VerticalCurvedList"/>
    <dgm:cxn modelId="{AAB29DE4-42E6-4C7C-B0CC-338BEB5344BA}" type="presParOf" srcId="{641909DD-FC9C-476E-95D0-0705C40FC498}" destId="{39DBF539-E4FA-4519-8E96-AE693443D3E3}" srcOrd="11" destOrd="0" presId="urn:microsoft.com/office/officeart/2008/layout/VerticalCurvedList"/>
    <dgm:cxn modelId="{D2692BC0-2E23-4EBB-9933-A2F1201CF686}" type="presParOf" srcId="{641909DD-FC9C-476E-95D0-0705C40FC498}" destId="{B37BCDF8-9B0B-4DB5-8FE6-6FE904180EFE}" srcOrd="12" destOrd="0" presId="urn:microsoft.com/office/officeart/2008/layout/VerticalCurvedList"/>
    <dgm:cxn modelId="{CEC7B828-F539-4EDA-AFC9-9DB7F2BFA4AA}" type="presParOf" srcId="{B37BCDF8-9B0B-4DB5-8FE6-6FE904180EFE}" destId="{005A9533-9FE9-4007-ABB1-806E88AA78C7}"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1D200F69-724C-4221-A514-5EF2A70208FA}" type="doc">
      <dgm:prSet loTypeId="urn:microsoft.com/office/officeart/2005/8/layout/pyramid2" loCatId="pyramid" qsTypeId="urn:microsoft.com/office/officeart/2005/8/quickstyle/3d3#5" qsCatId="3D" csTypeId="urn:microsoft.com/office/officeart/2005/8/colors/accent1_3#5" csCatId="accent1" phldr="1"/>
      <dgm:spPr/>
    </dgm:pt>
    <dgm:pt modelId="{C5094E34-D2AD-40CE-A7E0-8EAED16D359E}">
      <dgm:prSet phldrT="[Texto]" custT="1"/>
      <dgm:spPr/>
      <dgm:t>
        <a:bodyPr/>
        <a:lstStyle/>
        <a:p>
          <a:pPr algn="ctr"/>
          <a:r>
            <a:rPr lang="es-ES" sz="1800" b="1" dirty="0">
              <a:solidFill>
                <a:sysClr val="windowText" lastClr="000000"/>
              </a:solidFill>
            </a:rPr>
            <a:t>Pruebas de mantenimiento</a:t>
          </a:r>
        </a:p>
      </dgm:t>
    </dgm:pt>
    <dgm:pt modelId="{2B28F56D-A01A-4E21-B763-FE51E6EB9930}" type="parTrans" cxnId="{27B834F3-7257-42B9-9DC2-9E5BEB217399}">
      <dgm:prSet/>
      <dgm:spPr/>
      <dgm:t>
        <a:bodyPr/>
        <a:lstStyle/>
        <a:p>
          <a:pPr algn="ctr"/>
          <a:endParaRPr lang="es-ES" sz="1800" b="1">
            <a:solidFill>
              <a:sysClr val="windowText" lastClr="000000"/>
            </a:solidFill>
          </a:endParaRPr>
        </a:p>
      </dgm:t>
    </dgm:pt>
    <dgm:pt modelId="{ABCFC9E9-289A-47A9-970A-7563699412A6}" type="sibTrans" cxnId="{27B834F3-7257-42B9-9DC2-9E5BEB217399}">
      <dgm:prSet/>
      <dgm:spPr/>
      <dgm:t>
        <a:bodyPr/>
        <a:lstStyle/>
        <a:p>
          <a:pPr algn="ctr"/>
          <a:endParaRPr lang="es-ES" sz="1800" b="1">
            <a:solidFill>
              <a:sysClr val="windowText" lastClr="000000"/>
            </a:solidFill>
          </a:endParaRPr>
        </a:p>
      </dgm:t>
    </dgm:pt>
    <dgm:pt modelId="{CE9F4616-DED2-46E9-9402-9E966149A07E}">
      <dgm:prSet phldrT="[Texto]" custT="1"/>
      <dgm:spPr>
        <a:solidFill>
          <a:srgbClr val="00B050">
            <a:alpha val="90000"/>
          </a:srgbClr>
        </a:solidFill>
      </dgm:spPr>
      <dgm:t>
        <a:bodyPr/>
        <a:lstStyle/>
        <a:p>
          <a:pPr algn="ctr"/>
          <a:r>
            <a:rPr lang="es-ES" sz="1800" b="1" dirty="0">
              <a:solidFill>
                <a:sysClr val="windowText" lastClr="000000"/>
              </a:solidFill>
            </a:rPr>
            <a:t>Pruebas de aceptación</a:t>
          </a:r>
        </a:p>
      </dgm:t>
    </dgm:pt>
    <dgm:pt modelId="{F5A4E6C9-205B-4DFF-A807-E10B303F7BF3}" type="parTrans" cxnId="{809514C0-3038-411C-9DA0-743B5BB54C46}">
      <dgm:prSet/>
      <dgm:spPr/>
      <dgm:t>
        <a:bodyPr/>
        <a:lstStyle/>
        <a:p>
          <a:pPr algn="ctr"/>
          <a:endParaRPr lang="es-ES" sz="1800" b="1">
            <a:solidFill>
              <a:sysClr val="windowText" lastClr="000000"/>
            </a:solidFill>
          </a:endParaRPr>
        </a:p>
      </dgm:t>
    </dgm:pt>
    <dgm:pt modelId="{877D44FB-BF98-4576-9953-3E4290660276}" type="sibTrans" cxnId="{809514C0-3038-411C-9DA0-743B5BB54C46}">
      <dgm:prSet/>
      <dgm:spPr/>
      <dgm:t>
        <a:bodyPr/>
        <a:lstStyle/>
        <a:p>
          <a:pPr algn="ctr"/>
          <a:endParaRPr lang="es-ES" sz="1800" b="1">
            <a:solidFill>
              <a:sysClr val="windowText" lastClr="000000"/>
            </a:solidFill>
          </a:endParaRPr>
        </a:p>
      </dgm:t>
    </dgm:pt>
    <dgm:pt modelId="{D1EEF1B4-9459-4026-B8BA-95C77C8B9D81}">
      <dgm:prSet phldrT="[Texto]" custT="1"/>
      <dgm:spPr/>
      <dgm:t>
        <a:bodyPr/>
        <a:lstStyle/>
        <a:p>
          <a:pPr algn="ctr"/>
          <a:r>
            <a:rPr lang="es-ES" sz="1800" b="1" dirty="0">
              <a:solidFill>
                <a:sysClr val="windowText" lastClr="000000"/>
              </a:solidFill>
            </a:rPr>
            <a:t>Pruebas de sistema</a:t>
          </a:r>
        </a:p>
      </dgm:t>
    </dgm:pt>
    <dgm:pt modelId="{647A8EFE-8F67-4D19-B597-3B0B33867859}" type="parTrans" cxnId="{110ACA90-1E48-42D0-A4D4-A3DE3D00EF06}">
      <dgm:prSet/>
      <dgm:spPr/>
      <dgm:t>
        <a:bodyPr/>
        <a:lstStyle/>
        <a:p>
          <a:pPr algn="ctr"/>
          <a:endParaRPr lang="es-ES" sz="1800" b="1">
            <a:solidFill>
              <a:sysClr val="windowText" lastClr="000000"/>
            </a:solidFill>
          </a:endParaRPr>
        </a:p>
      </dgm:t>
    </dgm:pt>
    <dgm:pt modelId="{6B8CAD05-DD41-4BE3-86BE-87F60B6B2C57}" type="sibTrans" cxnId="{110ACA90-1E48-42D0-A4D4-A3DE3D00EF06}">
      <dgm:prSet/>
      <dgm:spPr/>
      <dgm:t>
        <a:bodyPr/>
        <a:lstStyle/>
        <a:p>
          <a:pPr algn="ctr"/>
          <a:endParaRPr lang="es-ES" sz="1800" b="1">
            <a:solidFill>
              <a:sysClr val="windowText" lastClr="000000"/>
            </a:solidFill>
          </a:endParaRPr>
        </a:p>
      </dgm:t>
    </dgm:pt>
    <dgm:pt modelId="{AD5F827F-C10C-42F5-8380-1E02FF1233C7}">
      <dgm:prSet phldrT="[Texto]" custT="1"/>
      <dgm:spPr/>
      <dgm:t>
        <a:bodyPr/>
        <a:lstStyle/>
        <a:p>
          <a:pPr algn="ctr"/>
          <a:r>
            <a:rPr lang="es-ES" sz="1800" b="1" dirty="0">
              <a:solidFill>
                <a:sysClr val="windowText" lastClr="000000"/>
              </a:solidFill>
            </a:rPr>
            <a:t>Pruebas unitarias</a:t>
          </a:r>
        </a:p>
      </dgm:t>
    </dgm:pt>
    <dgm:pt modelId="{8E666BE7-AECA-4637-A4E3-8EAA10B75C3B}" type="parTrans" cxnId="{CAF46B73-2937-438A-BBF7-DBA365614CBD}">
      <dgm:prSet/>
      <dgm:spPr/>
      <dgm:t>
        <a:bodyPr/>
        <a:lstStyle/>
        <a:p>
          <a:pPr algn="ctr"/>
          <a:endParaRPr lang="es-ES" sz="1800" b="1">
            <a:solidFill>
              <a:sysClr val="windowText" lastClr="000000"/>
            </a:solidFill>
          </a:endParaRPr>
        </a:p>
      </dgm:t>
    </dgm:pt>
    <dgm:pt modelId="{BC3DD2E2-1598-4B24-84CD-75DE180F64C2}" type="sibTrans" cxnId="{CAF46B73-2937-438A-BBF7-DBA365614CBD}">
      <dgm:prSet/>
      <dgm:spPr/>
      <dgm:t>
        <a:bodyPr/>
        <a:lstStyle/>
        <a:p>
          <a:pPr algn="ctr"/>
          <a:endParaRPr lang="es-ES" sz="1800" b="1">
            <a:solidFill>
              <a:sysClr val="windowText" lastClr="000000"/>
            </a:solidFill>
          </a:endParaRPr>
        </a:p>
      </dgm:t>
    </dgm:pt>
    <dgm:pt modelId="{C33CD699-366A-48C1-A996-30F33AD223CA}">
      <dgm:prSet phldrT="[Texto]" custT="1"/>
      <dgm:spPr/>
      <dgm:t>
        <a:bodyPr/>
        <a:lstStyle/>
        <a:p>
          <a:pPr algn="ctr"/>
          <a:r>
            <a:rPr lang="es-ES" sz="1800" b="1" dirty="0">
              <a:solidFill>
                <a:sysClr val="windowText" lastClr="000000"/>
              </a:solidFill>
            </a:rPr>
            <a:t>Pruebas de integración</a:t>
          </a:r>
        </a:p>
      </dgm:t>
    </dgm:pt>
    <dgm:pt modelId="{2D4E2A38-ECB1-47A3-B739-9BB9AB617D73}" type="parTrans" cxnId="{B63959A1-FA96-4FB0-A56F-51ACD6F9FDA1}">
      <dgm:prSet/>
      <dgm:spPr/>
      <dgm:t>
        <a:bodyPr/>
        <a:lstStyle/>
        <a:p>
          <a:pPr algn="ctr"/>
          <a:endParaRPr lang="es-ES" sz="1800" b="1">
            <a:solidFill>
              <a:sysClr val="windowText" lastClr="000000"/>
            </a:solidFill>
          </a:endParaRPr>
        </a:p>
      </dgm:t>
    </dgm:pt>
    <dgm:pt modelId="{9573758D-41B9-4E37-8934-EC7185D7D08E}" type="sibTrans" cxnId="{B63959A1-FA96-4FB0-A56F-51ACD6F9FDA1}">
      <dgm:prSet/>
      <dgm:spPr/>
      <dgm:t>
        <a:bodyPr/>
        <a:lstStyle/>
        <a:p>
          <a:pPr algn="ctr"/>
          <a:endParaRPr lang="es-ES" sz="1800" b="1">
            <a:solidFill>
              <a:sysClr val="windowText" lastClr="000000"/>
            </a:solidFill>
          </a:endParaRPr>
        </a:p>
      </dgm:t>
    </dgm:pt>
    <dgm:pt modelId="{003B0E5B-DF86-4FFE-9C5D-80ABA41EB752}" type="pres">
      <dgm:prSet presAssocID="{1D200F69-724C-4221-A514-5EF2A70208FA}" presName="compositeShape" presStyleCnt="0">
        <dgm:presLayoutVars>
          <dgm:dir/>
          <dgm:resizeHandles/>
        </dgm:presLayoutVars>
      </dgm:prSet>
      <dgm:spPr/>
    </dgm:pt>
    <dgm:pt modelId="{8A7A7AD1-8A38-4A5E-8C70-C1E7C6F1C0FD}" type="pres">
      <dgm:prSet presAssocID="{1D200F69-724C-4221-A514-5EF2A70208FA}" presName="pyramid" presStyleLbl="node1" presStyleIdx="0" presStyleCnt="1"/>
      <dgm:spPr/>
    </dgm:pt>
    <dgm:pt modelId="{71CC26C2-1285-4BCE-9833-7DE8ADB8FF30}" type="pres">
      <dgm:prSet presAssocID="{1D200F69-724C-4221-A514-5EF2A70208FA}" presName="theList" presStyleCnt="0"/>
      <dgm:spPr/>
    </dgm:pt>
    <dgm:pt modelId="{2E7AFA1D-8E7C-43C8-BB09-1017BEC43B6B}" type="pres">
      <dgm:prSet presAssocID="{C5094E34-D2AD-40CE-A7E0-8EAED16D359E}" presName="aNode" presStyleLbl="fgAcc1" presStyleIdx="0" presStyleCnt="5" custScaleX="128255" custLinFactNeighborX="7888">
        <dgm:presLayoutVars>
          <dgm:bulletEnabled val="1"/>
        </dgm:presLayoutVars>
      </dgm:prSet>
      <dgm:spPr/>
    </dgm:pt>
    <dgm:pt modelId="{C1D9AA90-9A94-451B-8D59-858FB3D19A5C}" type="pres">
      <dgm:prSet presAssocID="{C5094E34-D2AD-40CE-A7E0-8EAED16D359E}" presName="aSpace" presStyleCnt="0"/>
      <dgm:spPr/>
    </dgm:pt>
    <dgm:pt modelId="{09CA6F9B-3EEB-4163-AAB0-C46787F4B9D6}" type="pres">
      <dgm:prSet presAssocID="{CE9F4616-DED2-46E9-9402-9E966149A07E}" presName="aNode" presStyleLbl="fgAcc1" presStyleIdx="1" presStyleCnt="5" custScaleX="128255" custLinFactNeighborX="7888">
        <dgm:presLayoutVars>
          <dgm:bulletEnabled val="1"/>
        </dgm:presLayoutVars>
      </dgm:prSet>
      <dgm:spPr/>
    </dgm:pt>
    <dgm:pt modelId="{D5A527E1-24B2-4CB1-8AE6-9BAA7A64AAF5}" type="pres">
      <dgm:prSet presAssocID="{CE9F4616-DED2-46E9-9402-9E966149A07E}" presName="aSpace" presStyleCnt="0"/>
      <dgm:spPr/>
    </dgm:pt>
    <dgm:pt modelId="{AD8B56FE-54A0-4BF9-9EF5-EDD698EFC8FF}" type="pres">
      <dgm:prSet presAssocID="{D1EEF1B4-9459-4026-B8BA-95C77C8B9D81}" presName="aNode" presStyleLbl="fgAcc1" presStyleIdx="2" presStyleCnt="5" custScaleX="128255" custLinFactNeighborX="7888">
        <dgm:presLayoutVars>
          <dgm:bulletEnabled val="1"/>
        </dgm:presLayoutVars>
      </dgm:prSet>
      <dgm:spPr/>
    </dgm:pt>
    <dgm:pt modelId="{84819934-E839-4350-A013-721D3D25DD65}" type="pres">
      <dgm:prSet presAssocID="{D1EEF1B4-9459-4026-B8BA-95C77C8B9D81}" presName="aSpace" presStyleCnt="0"/>
      <dgm:spPr/>
    </dgm:pt>
    <dgm:pt modelId="{07D707A0-EB1F-499B-AA58-D96214FA6D0A}" type="pres">
      <dgm:prSet presAssocID="{C33CD699-366A-48C1-A996-30F33AD223CA}" presName="aNode" presStyleLbl="fgAcc1" presStyleIdx="3" presStyleCnt="5" custScaleX="128255" custLinFactNeighborX="7888">
        <dgm:presLayoutVars>
          <dgm:bulletEnabled val="1"/>
        </dgm:presLayoutVars>
      </dgm:prSet>
      <dgm:spPr/>
    </dgm:pt>
    <dgm:pt modelId="{C07D3F8C-5B63-40E9-9ACE-988AC203CA02}" type="pres">
      <dgm:prSet presAssocID="{C33CD699-366A-48C1-A996-30F33AD223CA}" presName="aSpace" presStyleCnt="0"/>
      <dgm:spPr/>
    </dgm:pt>
    <dgm:pt modelId="{D53D3E6E-17D5-49DE-9B2D-69B0DAA4EF0E}" type="pres">
      <dgm:prSet presAssocID="{AD5F827F-C10C-42F5-8380-1E02FF1233C7}" presName="aNode" presStyleLbl="fgAcc1" presStyleIdx="4" presStyleCnt="5" custScaleX="128255" custLinFactNeighborX="7888">
        <dgm:presLayoutVars>
          <dgm:bulletEnabled val="1"/>
        </dgm:presLayoutVars>
      </dgm:prSet>
      <dgm:spPr/>
    </dgm:pt>
    <dgm:pt modelId="{46363843-3C48-432A-A945-D695A97E94DC}" type="pres">
      <dgm:prSet presAssocID="{AD5F827F-C10C-42F5-8380-1E02FF1233C7}" presName="aSpace" presStyleCnt="0"/>
      <dgm:spPr/>
    </dgm:pt>
  </dgm:ptLst>
  <dgm:cxnLst>
    <dgm:cxn modelId="{9C674B1B-E2CA-4480-9D2A-C53E6F648A08}" type="presOf" srcId="{AD5F827F-C10C-42F5-8380-1E02FF1233C7}" destId="{D53D3E6E-17D5-49DE-9B2D-69B0DAA4EF0E}" srcOrd="0" destOrd="0" presId="urn:microsoft.com/office/officeart/2005/8/layout/pyramid2"/>
    <dgm:cxn modelId="{8B75A061-65EE-49AD-A743-B87C3FC08486}" type="presOf" srcId="{CE9F4616-DED2-46E9-9402-9E966149A07E}" destId="{09CA6F9B-3EEB-4163-AAB0-C46787F4B9D6}" srcOrd="0" destOrd="0" presId="urn:microsoft.com/office/officeart/2005/8/layout/pyramid2"/>
    <dgm:cxn modelId="{00969762-E1A7-4F08-BB59-478C266441F8}" type="presOf" srcId="{C5094E34-D2AD-40CE-A7E0-8EAED16D359E}" destId="{2E7AFA1D-8E7C-43C8-BB09-1017BEC43B6B}" srcOrd="0" destOrd="0" presId="urn:microsoft.com/office/officeart/2005/8/layout/pyramid2"/>
    <dgm:cxn modelId="{CAF46B73-2937-438A-BBF7-DBA365614CBD}" srcId="{1D200F69-724C-4221-A514-5EF2A70208FA}" destId="{AD5F827F-C10C-42F5-8380-1E02FF1233C7}" srcOrd="4" destOrd="0" parTransId="{8E666BE7-AECA-4637-A4E3-8EAA10B75C3B}" sibTransId="{BC3DD2E2-1598-4B24-84CD-75DE180F64C2}"/>
    <dgm:cxn modelId="{3627A45A-CCE9-42DE-9537-278D98A4B44B}" type="presOf" srcId="{1D200F69-724C-4221-A514-5EF2A70208FA}" destId="{003B0E5B-DF86-4FFE-9C5D-80ABA41EB752}" srcOrd="0" destOrd="0" presId="urn:microsoft.com/office/officeart/2005/8/layout/pyramid2"/>
    <dgm:cxn modelId="{110ACA90-1E48-42D0-A4D4-A3DE3D00EF06}" srcId="{1D200F69-724C-4221-A514-5EF2A70208FA}" destId="{D1EEF1B4-9459-4026-B8BA-95C77C8B9D81}" srcOrd="2" destOrd="0" parTransId="{647A8EFE-8F67-4D19-B597-3B0B33867859}" sibTransId="{6B8CAD05-DD41-4BE3-86BE-87F60B6B2C57}"/>
    <dgm:cxn modelId="{B63959A1-FA96-4FB0-A56F-51ACD6F9FDA1}" srcId="{1D200F69-724C-4221-A514-5EF2A70208FA}" destId="{C33CD699-366A-48C1-A996-30F33AD223CA}" srcOrd="3" destOrd="0" parTransId="{2D4E2A38-ECB1-47A3-B739-9BB9AB617D73}" sibTransId="{9573758D-41B9-4E37-8934-EC7185D7D08E}"/>
    <dgm:cxn modelId="{878BE1B3-6830-407F-AA63-B273E815350D}" type="presOf" srcId="{D1EEF1B4-9459-4026-B8BA-95C77C8B9D81}" destId="{AD8B56FE-54A0-4BF9-9EF5-EDD698EFC8FF}" srcOrd="0" destOrd="0" presId="urn:microsoft.com/office/officeart/2005/8/layout/pyramid2"/>
    <dgm:cxn modelId="{809514C0-3038-411C-9DA0-743B5BB54C46}" srcId="{1D200F69-724C-4221-A514-5EF2A70208FA}" destId="{CE9F4616-DED2-46E9-9402-9E966149A07E}" srcOrd="1" destOrd="0" parTransId="{F5A4E6C9-205B-4DFF-A807-E10B303F7BF3}" sibTransId="{877D44FB-BF98-4576-9953-3E4290660276}"/>
    <dgm:cxn modelId="{797234EA-362F-43A8-8D3E-5FC57001C75E}" type="presOf" srcId="{C33CD699-366A-48C1-A996-30F33AD223CA}" destId="{07D707A0-EB1F-499B-AA58-D96214FA6D0A}" srcOrd="0" destOrd="0" presId="urn:microsoft.com/office/officeart/2005/8/layout/pyramid2"/>
    <dgm:cxn modelId="{27B834F3-7257-42B9-9DC2-9E5BEB217399}" srcId="{1D200F69-724C-4221-A514-5EF2A70208FA}" destId="{C5094E34-D2AD-40CE-A7E0-8EAED16D359E}" srcOrd="0" destOrd="0" parTransId="{2B28F56D-A01A-4E21-B763-FE51E6EB9930}" sibTransId="{ABCFC9E9-289A-47A9-970A-7563699412A6}"/>
    <dgm:cxn modelId="{AAD94B40-D0DA-4887-9B95-6F744B16E68D}" type="presParOf" srcId="{003B0E5B-DF86-4FFE-9C5D-80ABA41EB752}" destId="{8A7A7AD1-8A38-4A5E-8C70-C1E7C6F1C0FD}" srcOrd="0" destOrd="0" presId="urn:microsoft.com/office/officeart/2005/8/layout/pyramid2"/>
    <dgm:cxn modelId="{BD0B6ACA-480A-4470-BE1A-4EC532BF2E95}" type="presParOf" srcId="{003B0E5B-DF86-4FFE-9C5D-80ABA41EB752}" destId="{71CC26C2-1285-4BCE-9833-7DE8ADB8FF30}" srcOrd="1" destOrd="0" presId="urn:microsoft.com/office/officeart/2005/8/layout/pyramid2"/>
    <dgm:cxn modelId="{09E7E1BC-6015-4AC4-BFF8-CB003AC4148A}" type="presParOf" srcId="{71CC26C2-1285-4BCE-9833-7DE8ADB8FF30}" destId="{2E7AFA1D-8E7C-43C8-BB09-1017BEC43B6B}" srcOrd="0" destOrd="0" presId="urn:microsoft.com/office/officeart/2005/8/layout/pyramid2"/>
    <dgm:cxn modelId="{F7C4A0E5-9484-4CDF-A8EE-1D7C2C510305}" type="presParOf" srcId="{71CC26C2-1285-4BCE-9833-7DE8ADB8FF30}" destId="{C1D9AA90-9A94-451B-8D59-858FB3D19A5C}" srcOrd="1" destOrd="0" presId="urn:microsoft.com/office/officeart/2005/8/layout/pyramid2"/>
    <dgm:cxn modelId="{DD451F4B-C1F3-4770-B0EC-0723422A53D7}" type="presParOf" srcId="{71CC26C2-1285-4BCE-9833-7DE8ADB8FF30}" destId="{09CA6F9B-3EEB-4163-AAB0-C46787F4B9D6}" srcOrd="2" destOrd="0" presId="urn:microsoft.com/office/officeart/2005/8/layout/pyramid2"/>
    <dgm:cxn modelId="{C95961FA-B6C8-42B1-A63C-C04BF8B3B947}" type="presParOf" srcId="{71CC26C2-1285-4BCE-9833-7DE8ADB8FF30}" destId="{D5A527E1-24B2-4CB1-8AE6-9BAA7A64AAF5}" srcOrd="3" destOrd="0" presId="urn:microsoft.com/office/officeart/2005/8/layout/pyramid2"/>
    <dgm:cxn modelId="{A6AA7559-FBFE-4109-8B48-45613D3DBCDA}" type="presParOf" srcId="{71CC26C2-1285-4BCE-9833-7DE8ADB8FF30}" destId="{AD8B56FE-54A0-4BF9-9EF5-EDD698EFC8FF}" srcOrd="4" destOrd="0" presId="urn:microsoft.com/office/officeart/2005/8/layout/pyramid2"/>
    <dgm:cxn modelId="{CEE42A10-B014-4A85-A193-650379C22A96}" type="presParOf" srcId="{71CC26C2-1285-4BCE-9833-7DE8ADB8FF30}" destId="{84819934-E839-4350-A013-721D3D25DD65}" srcOrd="5" destOrd="0" presId="urn:microsoft.com/office/officeart/2005/8/layout/pyramid2"/>
    <dgm:cxn modelId="{FF7C47A8-65AD-4F8E-9ADD-3651D8C38F8E}" type="presParOf" srcId="{71CC26C2-1285-4BCE-9833-7DE8ADB8FF30}" destId="{07D707A0-EB1F-499B-AA58-D96214FA6D0A}" srcOrd="6" destOrd="0" presId="urn:microsoft.com/office/officeart/2005/8/layout/pyramid2"/>
    <dgm:cxn modelId="{C2B0DAA0-D287-4A31-8977-EA875BAEEAD0}" type="presParOf" srcId="{71CC26C2-1285-4BCE-9833-7DE8ADB8FF30}" destId="{C07D3F8C-5B63-40E9-9ACE-988AC203CA02}" srcOrd="7" destOrd="0" presId="urn:microsoft.com/office/officeart/2005/8/layout/pyramid2"/>
    <dgm:cxn modelId="{CB40457F-F7DF-4086-BF0E-D79E0F28E453}" type="presParOf" srcId="{71CC26C2-1285-4BCE-9833-7DE8ADB8FF30}" destId="{D53D3E6E-17D5-49DE-9B2D-69B0DAA4EF0E}" srcOrd="8" destOrd="0" presId="urn:microsoft.com/office/officeart/2005/8/layout/pyramid2"/>
    <dgm:cxn modelId="{2708D7AB-DA3D-4895-97AA-E9A511801691}" type="presParOf" srcId="{71CC26C2-1285-4BCE-9833-7DE8ADB8FF30}" destId="{46363843-3C48-432A-A945-D695A97E94DC}"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993029AF-41E1-46AB-9EFA-05CB0AFD4A17}" type="doc">
      <dgm:prSet loTypeId="urn:microsoft.com/office/officeart/2018/2/layout/IconCircleList" loCatId="icon" qsTypeId="urn:microsoft.com/office/officeart/2005/8/quickstyle/simple1#16" qsCatId="simple" csTypeId="urn:microsoft.com/office/officeart/2005/8/colors/accent1_2#14" csCatId="accent1" phldr="1"/>
      <dgm:spPr/>
      <dgm:t>
        <a:bodyPr/>
        <a:lstStyle/>
        <a:p>
          <a:endParaRPr lang="en-US"/>
        </a:p>
      </dgm:t>
    </dgm:pt>
    <dgm:pt modelId="{DF7DFFF1-7435-466B-B053-E2CB8E6C8E24}">
      <dgm:prSet custT="1"/>
      <dgm:spPr/>
      <dgm:t>
        <a:bodyPr/>
        <a:lstStyle/>
        <a:p>
          <a:pPr>
            <a:lnSpc>
              <a:spcPct val="100000"/>
            </a:lnSpc>
          </a:pPr>
          <a:r>
            <a:rPr lang="es-CR" sz="1800" dirty="0"/>
            <a:t>Las pruebas de aceptación tienen como objetivo </a:t>
          </a:r>
          <a:r>
            <a:rPr lang="es-CR" sz="1800" b="1" dirty="0"/>
            <a:t>obtener la aceptación final del cliente antes de la entrega del producto para su paso a producción</a:t>
          </a:r>
          <a:r>
            <a:rPr lang="es-CR" sz="1800" dirty="0"/>
            <a:t>. </a:t>
          </a:r>
          <a:endParaRPr lang="en-US" sz="1800" dirty="0"/>
        </a:p>
      </dgm:t>
    </dgm:pt>
    <dgm:pt modelId="{C3F2E2DA-4A06-4F78-8984-321AB6167707}" type="parTrans" cxnId="{DADB047B-8955-429B-B07A-459FE00D444B}">
      <dgm:prSet/>
      <dgm:spPr/>
      <dgm:t>
        <a:bodyPr/>
        <a:lstStyle/>
        <a:p>
          <a:endParaRPr lang="en-US" sz="2000"/>
        </a:p>
      </dgm:t>
    </dgm:pt>
    <dgm:pt modelId="{11F284A6-33CF-4C0A-8A9D-27E3D42F78D5}" type="sibTrans" cxnId="{DADB047B-8955-429B-B07A-459FE00D444B}">
      <dgm:prSet/>
      <dgm:spPr/>
      <dgm:t>
        <a:bodyPr/>
        <a:lstStyle/>
        <a:p>
          <a:pPr>
            <a:lnSpc>
              <a:spcPct val="100000"/>
            </a:lnSpc>
          </a:pPr>
          <a:endParaRPr lang="en-US" sz="2000"/>
        </a:p>
      </dgm:t>
    </dgm:pt>
    <dgm:pt modelId="{DD6A8AB7-49C8-477A-8EE2-BC8DC6AE301D}">
      <dgm:prSet custT="1"/>
      <dgm:spPr/>
      <dgm:t>
        <a:bodyPr/>
        <a:lstStyle/>
        <a:p>
          <a:pPr>
            <a:lnSpc>
              <a:spcPct val="100000"/>
            </a:lnSpc>
          </a:pPr>
          <a:r>
            <a:rPr lang="es-CR" sz="1800"/>
            <a:t>Las pruebas de aceptación son básicamente </a:t>
          </a:r>
          <a:r>
            <a:rPr lang="es-CR" sz="1800" b="1"/>
            <a:t>pruebas funcionales </a:t>
          </a:r>
          <a:r>
            <a:rPr lang="es-CR" sz="1800"/>
            <a:t>sobre el sistema completo, y buscan comprobar que se satisfacen los requisitos establecidos. </a:t>
          </a:r>
          <a:endParaRPr lang="en-US" sz="1800"/>
        </a:p>
      </dgm:t>
    </dgm:pt>
    <dgm:pt modelId="{32417F47-5F2D-48D3-B930-D924705E8358}" type="parTrans" cxnId="{66E320DF-B1A2-4EB0-B8D2-7609BE6041CE}">
      <dgm:prSet/>
      <dgm:spPr/>
      <dgm:t>
        <a:bodyPr/>
        <a:lstStyle/>
        <a:p>
          <a:endParaRPr lang="en-US" sz="2000"/>
        </a:p>
      </dgm:t>
    </dgm:pt>
    <dgm:pt modelId="{38522A55-8462-4484-A574-0FBAAF6CDF8A}" type="sibTrans" cxnId="{66E320DF-B1A2-4EB0-B8D2-7609BE6041CE}">
      <dgm:prSet/>
      <dgm:spPr/>
      <dgm:t>
        <a:bodyPr/>
        <a:lstStyle/>
        <a:p>
          <a:pPr>
            <a:lnSpc>
              <a:spcPct val="100000"/>
            </a:lnSpc>
          </a:pPr>
          <a:endParaRPr lang="en-US" sz="2000"/>
        </a:p>
      </dgm:t>
    </dgm:pt>
    <dgm:pt modelId="{CC5D43FD-7EA0-4A5C-95BE-21B6411BC39E}">
      <dgm:prSet custT="1"/>
      <dgm:spPr/>
      <dgm:t>
        <a:bodyPr/>
        <a:lstStyle/>
        <a:p>
          <a:pPr>
            <a:lnSpc>
              <a:spcPct val="100000"/>
            </a:lnSpc>
          </a:pPr>
          <a:r>
            <a:rPr lang="es-CR" sz="1800"/>
            <a:t>La ejecución de las pruebas de aceptación </a:t>
          </a:r>
          <a:r>
            <a:rPr lang="es-CR" sz="1800" b="1"/>
            <a:t>requiere un entorno de pruebas </a:t>
          </a:r>
          <a:r>
            <a:rPr lang="es-CR" sz="1800"/>
            <a:t>que represente el entorno de producción.</a:t>
          </a:r>
          <a:endParaRPr lang="en-US" sz="1800"/>
        </a:p>
      </dgm:t>
    </dgm:pt>
    <dgm:pt modelId="{0D9BD8EA-40E9-402F-8431-C8683D398161}" type="parTrans" cxnId="{074B497F-7F86-4D75-B278-0E5C421A59E1}">
      <dgm:prSet/>
      <dgm:spPr/>
      <dgm:t>
        <a:bodyPr/>
        <a:lstStyle/>
        <a:p>
          <a:endParaRPr lang="en-US" sz="2000"/>
        </a:p>
      </dgm:t>
    </dgm:pt>
    <dgm:pt modelId="{FB5EB913-A370-44BE-BB6A-549C02989887}" type="sibTrans" cxnId="{074B497F-7F86-4D75-B278-0E5C421A59E1}">
      <dgm:prSet/>
      <dgm:spPr/>
      <dgm:t>
        <a:bodyPr/>
        <a:lstStyle/>
        <a:p>
          <a:pPr>
            <a:lnSpc>
              <a:spcPct val="100000"/>
            </a:lnSpc>
          </a:pPr>
          <a:endParaRPr lang="en-US" sz="2000"/>
        </a:p>
      </dgm:t>
    </dgm:pt>
    <dgm:pt modelId="{26771F7A-EFDA-4D11-B837-503C59F1648E}">
      <dgm:prSet custT="1"/>
      <dgm:spPr/>
      <dgm:t>
        <a:bodyPr/>
        <a:lstStyle/>
        <a:p>
          <a:pPr>
            <a:lnSpc>
              <a:spcPct val="100000"/>
            </a:lnSpc>
          </a:pPr>
          <a:r>
            <a:rPr lang="es-CR" sz="1800"/>
            <a:t>Las pruebas de aceptación son, a menudo, </a:t>
          </a:r>
          <a:r>
            <a:rPr lang="es-CR" sz="1800" b="1"/>
            <a:t>responsabilidad del usuario o del cliente.</a:t>
          </a:r>
          <a:endParaRPr lang="en-US" sz="1800"/>
        </a:p>
      </dgm:t>
    </dgm:pt>
    <dgm:pt modelId="{FC3EE583-DFD6-44AE-8F98-B31554956AE8}" type="parTrans" cxnId="{245E782B-7926-439F-8F4E-C2AC622E5C41}">
      <dgm:prSet/>
      <dgm:spPr/>
      <dgm:t>
        <a:bodyPr/>
        <a:lstStyle/>
        <a:p>
          <a:endParaRPr lang="en-US" sz="2000"/>
        </a:p>
      </dgm:t>
    </dgm:pt>
    <dgm:pt modelId="{9F53F00A-86A9-41A4-B62B-1D7C9B941D11}" type="sibTrans" cxnId="{245E782B-7926-439F-8F4E-C2AC622E5C41}">
      <dgm:prSet/>
      <dgm:spPr/>
      <dgm:t>
        <a:bodyPr/>
        <a:lstStyle/>
        <a:p>
          <a:endParaRPr lang="en-US" sz="2000"/>
        </a:p>
      </dgm:t>
    </dgm:pt>
    <dgm:pt modelId="{6C19B72E-5899-450C-98CC-BD0448E79F7B}" type="pres">
      <dgm:prSet presAssocID="{993029AF-41E1-46AB-9EFA-05CB0AFD4A17}" presName="root" presStyleCnt="0">
        <dgm:presLayoutVars>
          <dgm:dir/>
          <dgm:resizeHandles val="exact"/>
        </dgm:presLayoutVars>
      </dgm:prSet>
      <dgm:spPr/>
    </dgm:pt>
    <dgm:pt modelId="{1F5EE766-B38F-45A3-A50C-BAB5EB7C44F8}" type="pres">
      <dgm:prSet presAssocID="{993029AF-41E1-46AB-9EFA-05CB0AFD4A17}" presName="container" presStyleCnt="0">
        <dgm:presLayoutVars>
          <dgm:dir/>
          <dgm:resizeHandles val="exact"/>
        </dgm:presLayoutVars>
      </dgm:prSet>
      <dgm:spPr/>
    </dgm:pt>
    <dgm:pt modelId="{D4970B9C-7CC4-4FDB-8BE6-557A6B96D9CA}" type="pres">
      <dgm:prSet presAssocID="{DF7DFFF1-7435-466B-B053-E2CB8E6C8E24}" presName="compNode" presStyleCnt="0"/>
      <dgm:spPr/>
    </dgm:pt>
    <dgm:pt modelId="{E4B15E7B-6C2C-4580-A378-289559027B42}" type="pres">
      <dgm:prSet presAssocID="{DF7DFFF1-7435-466B-B053-E2CB8E6C8E24}" presName="iconBgRect" presStyleLbl="bgShp" presStyleIdx="0" presStyleCnt="4"/>
      <dgm:spPr/>
    </dgm:pt>
    <dgm:pt modelId="{67B42634-456B-4010-A8AB-E55D6E597950}" type="pres">
      <dgm:prSet presAssocID="{DF7DFFF1-7435-466B-B053-E2CB8E6C8E2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rca de verificación"/>
        </a:ext>
      </dgm:extLst>
    </dgm:pt>
    <dgm:pt modelId="{76A82A99-A13A-49BB-84CF-1ED53450883D}" type="pres">
      <dgm:prSet presAssocID="{DF7DFFF1-7435-466B-B053-E2CB8E6C8E24}" presName="spaceRect" presStyleCnt="0"/>
      <dgm:spPr/>
    </dgm:pt>
    <dgm:pt modelId="{7CC5D7EC-4DB5-4333-8906-EC4BD6276CD7}" type="pres">
      <dgm:prSet presAssocID="{DF7DFFF1-7435-466B-B053-E2CB8E6C8E24}" presName="textRect" presStyleLbl="revTx" presStyleIdx="0" presStyleCnt="4">
        <dgm:presLayoutVars>
          <dgm:chMax val="1"/>
          <dgm:chPref val="1"/>
        </dgm:presLayoutVars>
      </dgm:prSet>
      <dgm:spPr/>
    </dgm:pt>
    <dgm:pt modelId="{E483B6B4-9B13-4D4F-B9ED-0DDE09F6CFEC}" type="pres">
      <dgm:prSet presAssocID="{11F284A6-33CF-4C0A-8A9D-27E3D42F78D5}" presName="sibTrans" presStyleLbl="sibTrans2D1" presStyleIdx="0" presStyleCnt="0"/>
      <dgm:spPr/>
    </dgm:pt>
    <dgm:pt modelId="{642B5C16-836E-49A4-B107-D74D6B2BFAF7}" type="pres">
      <dgm:prSet presAssocID="{DD6A8AB7-49C8-477A-8EE2-BC8DC6AE301D}" presName="compNode" presStyleCnt="0"/>
      <dgm:spPr/>
    </dgm:pt>
    <dgm:pt modelId="{CACFC385-9198-4A5B-96F7-5228159245AB}" type="pres">
      <dgm:prSet presAssocID="{DD6A8AB7-49C8-477A-8EE2-BC8DC6AE301D}" presName="iconBgRect" presStyleLbl="bgShp" presStyleIdx="1" presStyleCnt="4"/>
      <dgm:spPr/>
    </dgm:pt>
    <dgm:pt modelId="{01D227E4-C75A-4207-A354-1262C5430649}" type="pres">
      <dgm:prSet presAssocID="{DD6A8AB7-49C8-477A-8EE2-BC8DC6AE301D}"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7D35A76E-F442-4B59-BA44-C03E62A95521}" type="pres">
      <dgm:prSet presAssocID="{DD6A8AB7-49C8-477A-8EE2-BC8DC6AE301D}" presName="spaceRect" presStyleCnt="0"/>
      <dgm:spPr/>
    </dgm:pt>
    <dgm:pt modelId="{46D2AC43-E2BF-47B5-8E21-A5FF9EBD5991}" type="pres">
      <dgm:prSet presAssocID="{DD6A8AB7-49C8-477A-8EE2-BC8DC6AE301D}" presName="textRect" presStyleLbl="revTx" presStyleIdx="1" presStyleCnt="4">
        <dgm:presLayoutVars>
          <dgm:chMax val="1"/>
          <dgm:chPref val="1"/>
        </dgm:presLayoutVars>
      </dgm:prSet>
      <dgm:spPr/>
    </dgm:pt>
    <dgm:pt modelId="{26075560-98D2-474F-B1CB-02C1B714B474}" type="pres">
      <dgm:prSet presAssocID="{38522A55-8462-4484-A574-0FBAAF6CDF8A}" presName="sibTrans" presStyleLbl="sibTrans2D1" presStyleIdx="0" presStyleCnt="0"/>
      <dgm:spPr/>
    </dgm:pt>
    <dgm:pt modelId="{94D197AA-3186-4F41-9ADD-A6E392C7DF7B}" type="pres">
      <dgm:prSet presAssocID="{CC5D43FD-7EA0-4A5C-95BE-21B6411BC39E}" presName="compNode" presStyleCnt="0"/>
      <dgm:spPr/>
    </dgm:pt>
    <dgm:pt modelId="{C1150C03-1D75-4BD7-8B40-1AA9119FF21E}" type="pres">
      <dgm:prSet presAssocID="{CC5D43FD-7EA0-4A5C-95BE-21B6411BC39E}" presName="iconBgRect" presStyleLbl="bgShp" presStyleIdx="2" presStyleCnt="4"/>
      <dgm:spPr/>
    </dgm:pt>
    <dgm:pt modelId="{CA701CEF-6D9A-454B-B090-95D3AC548717}" type="pres">
      <dgm:prSet presAssocID="{CC5D43FD-7EA0-4A5C-95BE-21B6411BC39E}"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icroscopio"/>
        </a:ext>
      </dgm:extLst>
    </dgm:pt>
    <dgm:pt modelId="{55B40280-2A32-4F86-9F4E-1F124574BB31}" type="pres">
      <dgm:prSet presAssocID="{CC5D43FD-7EA0-4A5C-95BE-21B6411BC39E}" presName="spaceRect" presStyleCnt="0"/>
      <dgm:spPr/>
    </dgm:pt>
    <dgm:pt modelId="{C3C66FD1-8C12-4DB8-BDAF-C8F811205E21}" type="pres">
      <dgm:prSet presAssocID="{CC5D43FD-7EA0-4A5C-95BE-21B6411BC39E}" presName="textRect" presStyleLbl="revTx" presStyleIdx="2" presStyleCnt="4">
        <dgm:presLayoutVars>
          <dgm:chMax val="1"/>
          <dgm:chPref val="1"/>
        </dgm:presLayoutVars>
      </dgm:prSet>
      <dgm:spPr/>
    </dgm:pt>
    <dgm:pt modelId="{294AF3B9-FB84-44EE-8E37-7BA7C725C552}" type="pres">
      <dgm:prSet presAssocID="{FB5EB913-A370-44BE-BB6A-549C02989887}" presName="sibTrans" presStyleLbl="sibTrans2D1" presStyleIdx="0" presStyleCnt="0"/>
      <dgm:spPr/>
    </dgm:pt>
    <dgm:pt modelId="{8F0AD67C-6F8E-47CB-8063-AA6B0E260C65}" type="pres">
      <dgm:prSet presAssocID="{26771F7A-EFDA-4D11-B837-503C59F1648E}" presName="compNode" presStyleCnt="0"/>
      <dgm:spPr/>
    </dgm:pt>
    <dgm:pt modelId="{86FCB23E-FABB-44B6-AA8B-7022BC0BC4FA}" type="pres">
      <dgm:prSet presAssocID="{26771F7A-EFDA-4D11-B837-503C59F1648E}" presName="iconBgRect" presStyleLbl="bgShp" presStyleIdx="3" presStyleCnt="4"/>
      <dgm:spPr/>
    </dgm:pt>
    <dgm:pt modelId="{34680895-08A2-45B8-B419-46568EE8D06E}" type="pres">
      <dgm:prSet presAssocID="{26771F7A-EFDA-4D11-B837-503C59F1648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Juez"/>
        </a:ext>
      </dgm:extLst>
    </dgm:pt>
    <dgm:pt modelId="{1CA9F008-6CF6-41D5-9337-298238FB8362}" type="pres">
      <dgm:prSet presAssocID="{26771F7A-EFDA-4D11-B837-503C59F1648E}" presName="spaceRect" presStyleCnt="0"/>
      <dgm:spPr/>
    </dgm:pt>
    <dgm:pt modelId="{B77DF923-E75D-4C24-9268-A19E6295FEB9}" type="pres">
      <dgm:prSet presAssocID="{26771F7A-EFDA-4D11-B837-503C59F1648E}" presName="textRect" presStyleLbl="revTx" presStyleIdx="3" presStyleCnt="4">
        <dgm:presLayoutVars>
          <dgm:chMax val="1"/>
          <dgm:chPref val="1"/>
        </dgm:presLayoutVars>
      </dgm:prSet>
      <dgm:spPr/>
    </dgm:pt>
  </dgm:ptLst>
  <dgm:cxnLst>
    <dgm:cxn modelId="{BA7AE403-B3C6-4C50-9251-CF75B551E218}" type="presOf" srcId="{26771F7A-EFDA-4D11-B837-503C59F1648E}" destId="{B77DF923-E75D-4C24-9268-A19E6295FEB9}" srcOrd="0" destOrd="0" presId="urn:microsoft.com/office/officeart/2018/2/layout/IconCircleList"/>
    <dgm:cxn modelId="{245E782B-7926-439F-8F4E-C2AC622E5C41}" srcId="{993029AF-41E1-46AB-9EFA-05CB0AFD4A17}" destId="{26771F7A-EFDA-4D11-B837-503C59F1648E}" srcOrd="3" destOrd="0" parTransId="{FC3EE583-DFD6-44AE-8F98-B31554956AE8}" sibTransId="{9F53F00A-86A9-41A4-B62B-1D7C9B941D11}"/>
    <dgm:cxn modelId="{EDDD4E5E-4CFD-46A4-8464-8C6F7E001E8A}" type="presOf" srcId="{993029AF-41E1-46AB-9EFA-05CB0AFD4A17}" destId="{6C19B72E-5899-450C-98CC-BD0448E79F7B}" srcOrd="0" destOrd="0" presId="urn:microsoft.com/office/officeart/2018/2/layout/IconCircleList"/>
    <dgm:cxn modelId="{F0B02A6F-C32B-4393-8EFC-F79AA7DD93F6}" type="presOf" srcId="{DD6A8AB7-49C8-477A-8EE2-BC8DC6AE301D}" destId="{46D2AC43-E2BF-47B5-8E21-A5FF9EBD5991}" srcOrd="0" destOrd="0" presId="urn:microsoft.com/office/officeart/2018/2/layout/IconCircleList"/>
    <dgm:cxn modelId="{DADB047B-8955-429B-B07A-459FE00D444B}" srcId="{993029AF-41E1-46AB-9EFA-05CB0AFD4A17}" destId="{DF7DFFF1-7435-466B-B053-E2CB8E6C8E24}" srcOrd="0" destOrd="0" parTransId="{C3F2E2DA-4A06-4F78-8984-321AB6167707}" sibTransId="{11F284A6-33CF-4C0A-8A9D-27E3D42F78D5}"/>
    <dgm:cxn modelId="{074B497F-7F86-4D75-B278-0E5C421A59E1}" srcId="{993029AF-41E1-46AB-9EFA-05CB0AFD4A17}" destId="{CC5D43FD-7EA0-4A5C-95BE-21B6411BC39E}" srcOrd="2" destOrd="0" parTransId="{0D9BD8EA-40E9-402F-8431-C8683D398161}" sibTransId="{FB5EB913-A370-44BE-BB6A-549C02989887}"/>
    <dgm:cxn modelId="{F2D463AD-6E0B-4590-AAD1-9EBF0664EC6C}" type="presOf" srcId="{38522A55-8462-4484-A574-0FBAAF6CDF8A}" destId="{26075560-98D2-474F-B1CB-02C1B714B474}" srcOrd="0" destOrd="0" presId="urn:microsoft.com/office/officeart/2018/2/layout/IconCircleList"/>
    <dgm:cxn modelId="{D20547CC-62F9-4196-A437-C9FDF33D466D}" type="presOf" srcId="{FB5EB913-A370-44BE-BB6A-549C02989887}" destId="{294AF3B9-FB84-44EE-8E37-7BA7C725C552}" srcOrd="0" destOrd="0" presId="urn:microsoft.com/office/officeart/2018/2/layout/IconCircleList"/>
    <dgm:cxn modelId="{79DD0DD1-962C-4C6D-9265-13154081DB9A}" type="presOf" srcId="{DF7DFFF1-7435-466B-B053-E2CB8E6C8E24}" destId="{7CC5D7EC-4DB5-4333-8906-EC4BD6276CD7}" srcOrd="0" destOrd="0" presId="urn:microsoft.com/office/officeart/2018/2/layout/IconCircleList"/>
    <dgm:cxn modelId="{2C2013D1-1B84-4C60-8371-35B87A3C3F50}" type="presOf" srcId="{11F284A6-33CF-4C0A-8A9D-27E3D42F78D5}" destId="{E483B6B4-9B13-4D4F-B9ED-0DDE09F6CFEC}" srcOrd="0" destOrd="0" presId="urn:microsoft.com/office/officeart/2018/2/layout/IconCircleList"/>
    <dgm:cxn modelId="{66E320DF-B1A2-4EB0-B8D2-7609BE6041CE}" srcId="{993029AF-41E1-46AB-9EFA-05CB0AFD4A17}" destId="{DD6A8AB7-49C8-477A-8EE2-BC8DC6AE301D}" srcOrd="1" destOrd="0" parTransId="{32417F47-5F2D-48D3-B930-D924705E8358}" sibTransId="{38522A55-8462-4484-A574-0FBAAF6CDF8A}"/>
    <dgm:cxn modelId="{B3D96DF2-A1A1-47AE-9DED-81C1DCD573D2}" type="presOf" srcId="{CC5D43FD-7EA0-4A5C-95BE-21B6411BC39E}" destId="{C3C66FD1-8C12-4DB8-BDAF-C8F811205E21}" srcOrd="0" destOrd="0" presId="urn:microsoft.com/office/officeart/2018/2/layout/IconCircleList"/>
    <dgm:cxn modelId="{01C8FD02-7A33-4AC2-AF26-858B11E42559}" type="presParOf" srcId="{6C19B72E-5899-450C-98CC-BD0448E79F7B}" destId="{1F5EE766-B38F-45A3-A50C-BAB5EB7C44F8}" srcOrd="0" destOrd="0" presId="urn:microsoft.com/office/officeart/2018/2/layout/IconCircleList"/>
    <dgm:cxn modelId="{9E0549F1-A33A-445E-904A-9855932D91EB}" type="presParOf" srcId="{1F5EE766-B38F-45A3-A50C-BAB5EB7C44F8}" destId="{D4970B9C-7CC4-4FDB-8BE6-557A6B96D9CA}" srcOrd="0" destOrd="0" presId="urn:microsoft.com/office/officeart/2018/2/layout/IconCircleList"/>
    <dgm:cxn modelId="{6BDB9B50-E851-49C4-BE7B-F16F6E333BC0}" type="presParOf" srcId="{D4970B9C-7CC4-4FDB-8BE6-557A6B96D9CA}" destId="{E4B15E7B-6C2C-4580-A378-289559027B42}" srcOrd="0" destOrd="0" presId="urn:microsoft.com/office/officeart/2018/2/layout/IconCircleList"/>
    <dgm:cxn modelId="{98D3E41D-2798-41DE-AC18-038A09F744FD}" type="presParOf" srcId="{D4970B9C-7CC4-4FDB-8BE6-557A6B96D9CA}" destId="{67B42634-456B-4010-A8AB-E55D6E597950}" srcOrd="1" destOrd="0" presId="urn:microsoft.com/office/officeart/2018/2/layout/IconCircleList"/>
    <dgm:cxn modelId="{73211592-EDC5-430F-901D-41C97D4CC562}" type="presParOf" srcId="{D4970B9C-7CC4-4FDB-8BE6-557A6B96D9CA}" destId="{76A82A99-A13A-49BB-84CF-1ED53450883D}" srcOrd="2" destOrd="0" presId="urn:microsoft.com/office/officeart/2018/2/layout/IconCircleList"/>
    <dgm:cxn modelId="{2795A0FF-6FBB-422B-B13D-BA62E6D73D38}" type="presParOf" srcId="{D4970B9C-7CC4-4FDB-8BE6-557A6B96D9CA}" destId="{7CC5D7EC-4DB5-4333-8906-EC4BD6276CD7}" srcOrd="3" destOrd="0" presId="urn:microsoft.com/office/officeart/2018/2/layout/IconCircleList"/>
    <dgm:cxn modelId="{4523FAB7-1BD4-4570-A0DA-BF85DF3E6D66}" type="presParOf" srcId="{1F5EE766-B38F-45A3-A50C-BAB5EB7C44F8}" destId="{E483B6B4-9B13-4D4F-B9ED-0DDE09F6CFEC}" srcOrd="1" destOrd="0" presId="urn:microsoft.com/office/officeart/2018/2/layout/IconCircleList"/>
    <dgm:cxn modelId="{232399B4-4683-40C7-B2D0-A520E33F25C9}" type="presParOf" srcId="{1F5EE766-B38F-45A3-A50C-BAB5EB7C44F8}" destId="{642B5C16-836E-49A4-B107-D74D6B2BFAF7}" srcOrd="2" destOrd="0" presId="urn:microsoft.com/office/officeart/2018/2/layout/IconCircleList"/>
    <dgm:cxn modelId="{5317296D-FC5C-42DB-B67C-B9668B51CFC6}" type="presParOf" srcId="{642B5C16-836E-49A4-B107-D74D6B2BFAF7}" destId="{CACFC385-9198-4A5B-96F7-5228159245AB}" srcOrd="0" destOrd="0" presId="urn:microsoft.com/office/officeart/2018/2/layout/IconCircleList"/>
    <dgm:cxn modelId="{9C64FE9D-41FE-4CAE-AD7E-9ED5FC43FEBB}" type="presParOf" srcId="{642B5C16-836E-49A4-B107-D74D6B2BFAF7}" destId="{01D227E4-C75A-4207-A354-1262C5430649}" srcOrd="1" destOrd="0" presId="urn:microsoft.com/office/officeart/2018/2/layout/IconCircleList"/>
    <dgm:cxn modelId="{F18A00DB-84F4-46D5-A224-D4E319362788}" type="presParOf" srcId="{642B5C16-836E-49A4-B107-D74D6B2BFAF7}" destId="{7D35A76E-F442-4B59-BA44-C03E62A95521}" srcOrd="2" destOrd="0" presId="urn:microsoft.com/office/officeart/2018/2/layout/IconCircleList"/>
    <dgm:cxn modelId="{BA78EDD5-062A-4C71-BB62-723104E2ECCC}" type="presParOf" srcId="{642B5C16-836E-49A4-B107-D74D6B2BFAF7}" destId="{46D2AC43-E2BF-47B5-8E21-A5FF9EBD5991}" srcOrd="3" destOrd="0" presId="urn:microsoft.com/office/officeart/2018/2/layout/IconCircleList"/>
    <dgm:cxn modelId="{BE27285E-D7CC-4A78-BE55-C47E42F2813C}" type="presParOf" srcId="{1F5EE766-B38F-45A3-A50C-BAB5EB7C44F8}" destId="{26075560-98D2-474F-B1CB-02C1B714B474}" srcOrd="3" destOrd="0" presId="urn:microsoft.com/office/officeart/2018/2/layout/IconCircleList"/>
    <dgm:cxn modelId="{DFF453AF-D346-469C-99E9-D5FB5318A524}" type="presParOf" srcId="{1F5EE766-B38F-45A3-A50C-BAB5EB7C44F8}" destId="{94D197AA-3186-4F41-9ADD-A6E392C7DF7B}" srcOrd="4" destOrd="0" presId="urn:microsoft.com/office/officeart/2018/2/layout/IconCircleList"/>
    <dgm:cxn modelId="{230EE175-7A13-47E7-8B08-595327F1E6B6}" type="presParOf" srcId="{94D197AA-3186-4F41-9ADD-A6E392C7DF7B}" destId="{C1150C03-1D75-4BD7-8B40-1AA9119FF21E}" srcOrd="0" destOrd="0" presId="urn:microsoft.com/office/officeart/2018/2/layout/IconCircleList"/>
    <dgm:cxn modelId="{6AE5DE93-1031-4048-A768-20F0F58859A7}" type="presParOf" srcId="{94D197AA-3186-4F41-9ADD-A6E392C7DF7B}" destId="{CA701CEF-6D9A-454B-B090-95D3AC548717}" srcOrd="1" destOrd="0" presId="urn:microsoft.com/office/officeart/2018/2/layout/IconCircleList"/>
    <dgm:cxn modelId="{06AF5435-33D2-4690-B5FF-AFDA5F060031}" type="presParOf" srcId="{94D197AA-3186-4F41-9ADD-A6E392C7DF7B}" destId="{55B40280-2A32-4F86-9F4E-1F124574BB31}" srcOrd="2" destOrd="0" presId="urn:microsoft.com/office/officeart/2018/2/layout/IconCircleList"/>
    <dgm:cxn modelId="{7C48C9DA-6EF1-434D-94D0-9E53AEE28B0F}" type="presParOf" srcId="{94D197AA-3186-4F41-9ADD-A6E392C7DF7B}" destId="{C3C66FD1-8C12-4DB8-BDAF-C8F811205E21}" srcOrd="3" destOrd="0" presId="urn:microsoft.com/office/officeart/2018/2/layout/IconCircleList"/>
    <dgm:cxn modelId="{535A8029-BCAC-4DA6-896F-C42C7CA29F0D}" type="presParOf" srcId="{1F5EE766-B38F-45A3-A50C-BAB5EB7C44F8}" destId="{294AF3B9-FB84-44EE-8E37-7BA7C725C552}" srcOrd="5" destOrd="0" presId="urn:microsoft.com/office/officeart/2018/2/layout/IconCircleList"/>
    <dgm:cxn modelId="{11BBBE34-A790-4DF2-A497-DE54774CC3F2}" type="presParOf" srcId="{1F5EE766-B38F-45A3-A50C-BAB5EB7C44F8}" destId="{8F0AD67C-6F8E-47CB-8063-AA6B0E260C65}" srcOrd="6" destOrd="0" presId="urn:microsoft.com/office/officeart/2018/2/layout/IconCircleList"/>
    <dgm:cxn modelId="{2A10C767-65AD-44AE-AA33-E4E30F453931}" type="presParOf" srcId="{8F0AD67C-6F8E-47CB-8063-AA6B0E260C65}" destId="{86FCB23E-FABB-44B6-AA8B-7022BC0BC4FA}" srcOrd="0" destOrd="0" presId="urn:microsoft.com/office/officeart/2018/2/layout/IconCircleList"/>
    <dgm:cxn modelId="{97C64947-8294-466D-90EA-56B3A7D984D6}" type="presParOf" srcId="{8F0AD67C-6F8E-47CB-8063-AA6B0E260C65}" destId="{34680895-08A2-45B8-B419-46568EE8D06E}" srcOrd="1" destOrd="0" presId="urn:microsoft.com/office/officeart/2018/2/layout/IconCircleList"/>
    <dgm:cxn modelId="{ED202177-26EA-4C0F-A9C2-EED97DF4ADDE}" type="presParOf" srcId="{8F0AD67C-6F8E-47CB-8063-AA6B0E260C65}" destId="{1CA9F008-6CF6-41D5-9337-298238FB8362}" srcOrd="2" destOrd="0" presId="urn:microsoft.com/office/officeart/2018/2/layout/IconCircleList"/>
    <dgm:cxn modelId="{D4DED5FD-9500-40BE-B0D6-6B74F440F8FE}" type="presParOf" srcId="{8F0AD67C-6F8E-47CB-8063-AA6B0E260C65}" destId="{B77DF923-E75D-4C24-9268-A19E6295FEB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1939652-8CB1-4D19-8128-BFA176624D7E}" type="doc">
      <dgm:prSet loTypeId="urn:microsoft.com/office/officeart/2005/8/layout/list1" loCatId="list" qsTypeId="urn:microsoft.com/office/officeart/2005/8/quickstyle/simple1#17" qsCatId="simple" csTypeId="urn:microsoft.com/office/officeart/2005/8/colors/accent1_2#15" csCatId="accent1" phldr="1"/>
      <dgm:spPr/>
      <dgm:t>
        <a:bodyPr/>
        <a:lstStyle/>
        <a:p>
          <a:endParaRPr lang="es-CR"/>
        </a:p>
      </dgm:t>
    </dgm:pt>
    <dgm:pt modelId="{E8406C01-14E6-46FC-83F1-9F385E2732E2}">
      <dgm:prSet phldrT="[Texto]" custT="1"/>
      <dgm:spPr/>
      <dgm:t>
        <a:bodyPr/>
        <a:lstStyle/>
        <a:p>
          <a:r>
            <a:rPr lang="es-CR" sz="2400" b="1" dirty="0"/>
            <a:t>Alfa</a:t>
          </a:r>
        </a:p>
      </dgm:t>
    </dgm:pt>
    <dgm:pt modelId="{C28174B9-7BDF-417E-BB17-F881461DE20A}" type="parTrans" cxnId="{F55BBD0E-C433-4214-9929-B092FC166D63}">
      <dgm:prSet/>
      <dgm:spPr/>
      <dgm:t>
        <a:bodyPr/>
        <a:lstStyle/>
        <a:p>
          <a:endParaRPr lang="es-CR" sz="2000"/>
        </a:p>
      </dgm:t>
    </dgm:pt>
    <dgm:pt modelId="{73632187-C64B-4ADB-BA61-7EFB9EBB08FF}" type="sibTrans" cxnId="{F55BBD0E-C433-4214-9929-B092FC166D63}">
      <dgm:prSet/>
      <dgm:spPr/>
      <dgm:t>
        <a:bodyPr/>
        <a:lstStyle/>
        <a:p>
          <a:endParaRPr lang="es-CR" sz="2000"/>
        </a:p>
      </dgm:t>
    </dgm:pt>
    <dgm:pt modelId="{F463FFE5-B253-4616-B730-CC07FAEAF7DA}">
      <dgm:prSet phldrT="[Texto]" custT="1"/>
      <dgm:spPr/>
      <dgm:t>
        <a:bodyPr/>
        <a:lstStyle/>
        <a:p>
          <a:r>
            <a:rPr lang="es-CR" sz="2000" dirty="0"/>
            <a:t>Consisten en invitar al cliente a que pruebe el sistema en el entorno de desarrollo. 
Se trabaja en un entorno controlado y el cliente siempre tiene un experto a mano para ayudarle a usar el sistema. 
El desarrollador va registrando los errores detectados y los problemas de uso.</a:t>
          </a:r>
        </a:p>
      </dgm:t>
    </dgm:pt>
    <dgm:pt modelId="{C1CB0E3A-52F0-4261-83FE-BC27984B6A5C}" type="parTrans" cxnId="{282B3088-6744-48F6-A98F-A8AD0BCC81B6}">
      <dgm:prSet/>
      <dgm:spPr/>
      <dgm:t>
        <a:bodyPr/>
        <a:lstStyle/>
        <a:p>
          <a:endParaRPr lang="es-CR" sz="2000"/>
        </a:p>
      </dgm:t>
    </dgm:pt>
    <dgm:pt modelId="{D6F12F21-C0BA-488F-B5B2-D5AD346E303F}" type="sibTrans" cxnId="{282B3088-6744-48F6-A98F-A8AD0BCC81B6}">
      <dgm:prSet/>
      <dgm:spPr/>
      <dgm:t>
        <a:bodyPr/>
        <a:lstStyle/>
        <a:p>
          <a:endParaRPr lang="es-CR" sz="2000"/>
        </a:p>
      </dgm:t>
    </dgm:pt>
    <dgm:pt modelId="{ADD80CE3-676A-44D3-AB8D-8843DAC049BB}">
      <dgm:prSet phldrT="[Texto]" custT="1"/>
      <dgm:spPr/>
      <dgm:t>
        <a:bodyPr/>
        <a:lstStyle/>
        <a:p>
          <a:r>
            <a:rPr lang="es-CR" sz="2400" b="1" dirty="0"/>
            <a:t>Beta</a:t>
          </a:r>
        </a:p>
      </dgm:t>
    </dgm:pt>
    <dgm:pt modelId="{55600119-2C9E-42AE-8D43-381DE4875A39}" type="parTrans" cxnId="{B51A5979-8F76-4CA8-B933-176D89126CEA}">
      <dgm:prSet/>
      <dgm:spPr/>
      <dgm:t>
        <a:bodyPr/>
        <a:lstStyle/>
        <a:p>
          <a:endParaRPr lang="es-CR" sz="2000"/>
        </a:p>
      </dgm:t>
    </dgm:pt>
    <dgm:pt modelId="{10993872-F3F1-4D9D-B396-88CEC80EB7F2}" type="sibTrans" cxnId="{B51A5979-8F76-4CA8-B933-176D89126CEA}">
      <dgm:prSet/>
      <dgm:spPr/>
      <dgm:t>
        <a:bodyPr/>
        <a:lstStyle/>
        <a:p>
          <a:endParaRPr lang="es-CR" sz="2000"/>
        </a:p>
      </dgm:t>
    </dgm:pt>
    <dgm:pt modelId="{DD0B1EE1-0586-4ABC-AE88-86D7B78BBDC4}">
      <dgm:prSet phldrT="[Texto]" custT="1"/>
      <dgm:spPr/>
      <dgm:t>
        <a:bodyPr/>
        <a:lstStyle/>
        <a:p>
          <a:r>
            <a:rPr lang="es-CR" sz="2000" dirty="0"/>
            <a:t>Se realizan con posterioridad a las pruebas Alfa, y se desarrollan en el entorno del cliente. 
El cliente se queda a solas con el producto y trata de encontrarle fallos de los que informa al desarrollador.</a:t>
          </a:r>
        </a:p>
      </dgm:t>
    </dgm:pt>
    <dgm:pt modelId="{8D995819-F6DC-4C9D-94EB-6CB505EBF038}" type="parTrans" cxnId="{0E2953CA-1F1F-4D19-BDEF-5E22D5E4E427}">
      <dgm:prSet/>
      <dgm:spPr/>
      <dgm:t>
        <a:bodyPr/>
        <a:lstStyle/>
        <a:p>
          <a:endParaRPr lang="es-CR" sz="2000"/>
        </a:p>
      </dgm:t>
    </dgm:pt>
    <dgm:pt modelId="{7367C7E6-3330-4606-BA78-C7055D6CCCF9}" type="sibTrans" cxnId="{0E2953CA-1F1F-4D19-BDEF-5E22D5E4E427}">
      <dgm:prSet/>
      <dgm:spPr/>
      <dgm:t>
        <a:bodyPr/>
        <a:lstStyle/>
        <a:p>
          <a:endParaRPr lang="es-CR" sz="2000"/>
        </a:p>
      </dgm:t>
    </dgm:pt>
    <dgm:pt modelId="{BBCC525E-A8B5-421B-87CE-3F56932EEF2A}" type="pres">
      <dgm:prSet presAssocID="{B1939652-8CB1-4D19-8128-BFA176624D7E}" presName="linear" presStyleCnt="0">
        <dgm:presLayoutVars>
          <dgm:dir/>
          <dgm:animLvl val="lvl"/>
          <dgm:resizeHandles val="exact"/>
        </dgm:presLayoutVars>
      </dgm:prSet>
      <dgm:spPr/>
    </dgm:pt>
    <dgm:pt modelId="{5D7BB670-1609-4660-BDCE-675DB1539402}" type="pres">
      <dgm:prSet presAssocID="{E8406C01-14E6-46FC-83F1-9F385E2732E2}" presName="parentLin" presStyleCnt="0"/>
      <dgm:spPr/>
    </dgm:pt>
    <dgm:pt modelId="{D3854F9C-80CC-4BDA-9654-DED3A7F74815}" type="pres">
      <dgm:prSet presAssocID="{E8406C01-14E6-46FC-83F1-9F385E2732E2}" presName="parentLeftMargin" presStyleLbl="node1" presStyleIdx="0" presStyleCnt="2"/>
      <dgm:spPr/>
    </dgm:pt>
    <dgm:pt modelId="{8FB92788-C0B5-4240-A609-C3757D819AA7}" type="pres">
      <dgm:prSet presAssocID="{E8406C01-14E6-46FC-83F1-9F385E2732E2}" presName="parentText" presStyleLbl="node1" presStyleIdx="0" presStyleCnt="2">
        <dgm:presLayoutVars>
          <dgm:chMax val="0"/>
          <dgm:bulletEnabled val="1"/>
        </dgm:presLayoutVars>
      </dgm:prSet>
      <dgm:spPr/>
    </dgm:pt>
    <dgm:pt modelId="{93806A04-8AA0-49DC-9B42-5DE56D7F6B8A}" type="pres">
      <dgm:prSet presAssocID="{E8406C01-14E6-46FC-83F1-9F385E2732E2}" presName="negativeSpace" presStyleCnt="0"/>
      <dgm:spPr/>
    </dgm:pt>
    <dgm:pt modelId="{A1A555E9-9638-4DCD-A8A3-123DFC0DE103}" type="pres">
      <dgm:prSet presAssocID="{E8406C01-14E6-46FC-83F1-9F385E2732E2}" presName="childText" presStyleLbl="conFgAcc1" presStyleIdx="0" presStyleCnt="2">
        <dgm:presLayoutVars>
          <dgm:bulletEnabled val="1"/>
        </dgm:presLayoutVars>
      </dgm:prSet>
      <dgm:spPr/>
    </dgm:pt>
    <dgm:pt modelId="{C1B79A0E-6AE0-481F-B9DE-DEA4214C9518}" type="pres">
      <dgm:prSet presAssocID="{73632187-C64B-4ADB-BA61-7EFB9EBB08FF}" presName="spaceBetweenRectangles" presStyleCnt="0"/>
      <dgm:spPr/>
    </dgm:pt>
    <dgm:pt modelId="{15CB4948-6C34-4AA3-999C-A3CBAB250FA6}" type="pres">
      <dgm:prSet presAssocID="{ADD80CE3-676A-44D3-AB8D-8843DAC049BB}" presName="parentLin" presStyleCnt="0"/>
      <dgm:spPr/>
    </dgm:pt>
    <dgm:pt modelId="{627B3BCA-4E7B-4002-8119-79DAEFC7CA93}" type="pres">
      <dgm:prSet presAssocID="{ADD80CE3-676A-44D3-AB8D-8843DAC049BB}" presName="parentLeftMargin" presStyleLbl="node1" presStyleIdx="0" presStyleCnt="2"/>
      <dgm:spPr/>
    </dgm:pt>
    <dgm:pt modelId="{99FED77B-42CF-483F-A773-F1F05DFEA145}" type="pres">
      <dgm:prSet presAssocID="{ADD80CE3-676A-44D3-AB8D-8843DAC049BB}" presName="parentText" presStyleLbl="node1" presStyleIdx="1" presStyleCnt="2">
        <dgm:presLayoutVars>
          <dgm:chMax val="0"/>
          <dgm:bulletEnabled val="1"/>
        </dgm:presLayoutVars>
      </dgm:prSet>
      <dgm:spPr/>
    </dgm:pt>
    <dgm:pt modelId="{971D51DB-9F53-4550-82BA-3E759E79FA7F}" type="pres">
      <dgm:prSet presAssocID="{ADD80CE3-676A-44D3-AB8D-8843DAC049BB}" presName="negativeSpace" presStyleCnt="0"/>
      <dgm:spPr/>
    </dgm:pt>
    <dgm:pt modelId="{9AE381B6-00ED-4AAB-A0A6-F41CC9691C9F}" type="pres">
      <dgm:prSet presAssocID="{ADD80CE3-676A-44D3-AB8D-8843DAC049BB}" presName="childText" presStyleLbl="conFgAcc1" presStyleIdx="1" presStyleCnt="2">
        <dgm:presLayoutVars>
          <dgm:bulletEnabled val="1"/>
        </dgm:presLayoutVars>
      </dgm:prSet>
      <dgm:spPr/>
    </dgm:pt>
  </dgm:ptLst>
  <dgm:cxnLst>
    <dgm:cxn modelId="{F55BBD0E-C433-4214-9929-B092FC166D63}" srcId="{B1939652-8CB1-4D19-8128-BFA176624D7E}" destId="{E8406C01-14E6-46FC-83F1-9F385E2732E2}" srcOrd="0" destOrd="0" parTransId="{C28174B9-7BDF-417E-BB17-F881461DE20A}" sibTransId="{73632187-C64B-4ADB-BA61-7EFB9EBB08FF}"/>
    <dgm:cxn modelId="{E3CA9A1B-9AE1-4107-AFA9-BA38416E0337}" type="presOf" srcId="{ADD80CE3-676A-44D3-AB8D-8843DAC049BB}" destId="{627B3BCA-4E7B-4002-8119-79DAEFC7CA93}" srcOrd="0" destOrd="0" presId="urn:microsoft.com/office/officeart/2005/8/layout/list1"/>
    <dgm:cxn modelId="{EE73532E-8891-4CA4-8682-06F5F769F9B9}" type="presOf" srcId="{E8406C01-14E6-46FC-83F1-9F385E2732E2}" destId="{8FB92788-C0B5-4240-A609-C3757D819AA7}" srcOrd="1" destOrd="0" presId="urn:microsoft.com/office/officeart/2005/8/layout/list1"/>
    <dgm:cxn modelId="{9FFD7C3F-D2DE-4847-A15C-399903396F8C}" type="presOf" srcId="{DD0B1EE1-0586-4ABC-AE88-86D7B78BBDC4}" destId="{9AE381B6-00ED-4AAB-A0A6-F41CC9691C9F}" srcOrd="0" destOrd="0" presId="urn:microsoft.com/office/officeart/2005/8/layout/list1"/>
    <dgm:cxn modelId="{B51A5979-8F76-4CA8-B933-176D89126CEA}" srcId="{B1939652-8CB1-4D19-8128-BFA176624D7E}" destId="{ADD80CE3-676A-44D3-AB8D-8843DAC049BB}" srcOrd="1" destOrd="0" parTransId="{55600119-2C9E-42AE-8D43-381DE4875A39}" sibTransId="{10993872-F3F1-4D9D-B396-88CEC80EB7F2}"/>
    <dgm:cxn modelId="{282B3088-6744-48F6-A98F-A8AD0BCC81B6}" srcId="{E8406C01-14E6-46FC-83F1-9F385E2732E2}" destId="{F463FFE5-B253-4616-B730-CC07FAEAF7DA}" srcOrd="0" destOrd="0" parTransId="{C1CB0E3A-52F0-4261-83FE-BC27984B6A5C}" sibTransId="{D6F12F21-C0BA-488F-B5B2-D5AD346E303F}"/>
    <dgm:cxn modelId="{0E2953CA-1F1F-4D19-BDEF-5E22D5E4E427}" srcId="{ADD80CE3-676A-44D3-AB8D-8843DAC049BB}" destId="{DD0B1EE1-0586-4ABC-AE88-86D7B78BBDC4}" srcOrd="0" destOrd="0" parTransId="{8D995819-F6DC-4C9D-94EB-6CB505EBF038}" sibTransId="{7367C7E6-3330-4606-BA78-C7055D6CCCF9}"/>
    <dgm:cxn modelId="{C8CAC4CD-63AA-4A26-BE88-6CC3C274DA19}" type="presOf" srcId="{F463FFE5-B253-4616-B730-CC07FAEAF7DA}" destId="{A1A555E9-9638-4DCD-A8A3-123DFC0DE103}" srcOrd="0" destOrd="0" presId="urn:microsoft.com/office/officeart/2005/8/layout/list1"/>
    <dgm:cxn modelId="{C10A36DC-894A-4381-8C28-7E769E2A3BEA}" type="presOf" srcId="{B1939652-8CB1-4D19-8128-BFA176624D7E}" destId="{BBCC525E-A8B5-421B-87CE-3F56932EEF2A}" srcOrd="0" destOrd="0" presId="urn:microsoft.com/office/officeart/2005/8/layout/list1"/>
    <dgm:cxn modelId="{FB6E93DD-FE4E-4B62-A791-03F0EE9661B6}" type="presOf" srcId="{ADD80CE3-676A-44D3-AB8D-8843DAC049BB}" destId="{99FED77B-42CF-483F-A773-F1F05DFEA145}" srcOrd="1" destOrd="0" presId="urn:microsoft.com/office/officeart/2005/8/layout/list1"/>
    <dgm:cxn modelId="{E7165CEF-CC14-4E03-A469-AF33437702AE}" type="presOf" srcId="{E8406C01-14E6-46FC-83F1-9F385E2732E2}" destId="{D3854F9C-80CC-4BDA-9654-DED3A7F74815}" srcOrd="0" destOrd="0" presId="urn:microsoft.com/office/officeart/2005/8/layout/list1"/>
    <dgm:cxn modelId="{1FE2F6F4-5015-46FF-A361-0E427B4550DC}" type="presParOf" srcId="{BBCC525E-A8B5-421B-87CE-3F56932EEF2A}" destId="{5D7BB670-1609-4660-BDCE-675DB1539402}" srcOrd="0" destOrd="0" presId="urn:microsoft.com/office/officeart/2005/8/layout/list1"/>
    <dgm:cxn modelId="{9BA3B296-7B1C-4FE6-9C2F-0991EAE4C9A9}" type="presParOf" srcId="{5D7BB670-1609-4660-BDCE-675DB1539402}" destId="{D3854F9C-80CC-4BDA-9654-DED3A7F74815}" srcOrd="0" destOrd="0" presId="urn:microsoft.com/office/officeart/2005/8/layout/list1"/>
    <dgm:cxn modelId="{48121016-8BC2-42F8-86C1-927DFCA68CB6}" type="presParOf" srcId="{5D7BB670-1609-4660-BDCE-675DB1539402}" destId="{8FB92788-C0B5-4240-A609-C3757D819AA7}" srcOrd="1" destOrd="0" presId="urn:microsoft.com/office/officeart/2005/8/layout/list1"/>
    <dgm:cxn modelId="{629351E0-EA30-4F28-8895-510CF43379C2}" type="presParOf" srcId="{BBCC525E-A8B5-421B-87CE-3F56932EEF2A}" destId="{93806A04-8AA0-49DC-9B42-5DE56D7F6B8A}" srcOrd="1" destOrd="0" presId="urn:microsoft.com/office/officeart/2005/8/layout/list1"/>
    <dgm:cxn modelId="{581B2C96-A58E-4BF7-8499-A70922F7ADEE}" type="presParOf" srcId="{BBCC525E-A8B5-421B-87CE-3F56932EEF2A}" destId="{A1A555E9-9638-4DCD-A8A3-123DFC0DE103}" srcOrd="2" destOrd="0" presId="urn:microsoft.com/office/officeart/2005/8/layout/list1"/>
    <dgm:cxn modelId="{2C1FEB5A-769A-49E7-8BDF-3E8BBE9E3EBD}" type="presParOf" srcId="{BBCC525E-A8B5-421B-87CE-3F56932EEF2A}" destId="{C1B79A0E-6AE0-481F-B9DE-DEA4214C9518}" srcOrd="3" destOrd="0" presId="urn:microsoft.com/office/officeart/2005/8/layout/list1"/>
    <dgm:cxn modelId="{6FFAF99B-2BCE-490A-AA34-02617529C728}" type="presParOf" srcId="{BBCC525E-A8B5-421B-87CE-3F56932EEF2A}" destId="{15CB4948-6C34-4AA3-999C-A3CBAB250FA6}" srcOrd="4" destOrd="0" presId="urn:microsoft.com/office/officeart/2005/8/layout/list1"/>
    <dgm:cxn modelId="{9D9BEA5F-5D77-4845-935B-19F9403DD072}" type="presParOf" srcId="{15CB4948-6C34-4AA3-999C-A3CBAB250FA6}" destId="{627B3BCA-4E7B-4002-8119-79DAEFC7CA93}" srcOrd="0" destOrd="0" presId="urn:microsoft.com/office/officeart/2005/8/layout/list1"/>
    <dgm:cxn modelId="{8BDA8C10-3772-4EA2-A900-015D466E0942}" type="presParOf" srcId="{15CB4948-6C34-4AA3-999C-A3CBAB250FA6}" destId="{99FED77B-42CF-483F-A773-F1F05DFEA145}" srcOrd="1" destOrd="0" presId="urn:microsoft.com/office/officeart/2005/8/layout/list1"/>
    <dgm:cxn modelId="{C6D41F28-E6F8-474E-A702-E37E1EB38F9B}" type="presParOf" srcId="{BBCC525E-A8B5-421B-87CE-3F56932EEF2A}" destId="{971D51DB-9F53-4550-82BA-3E759E79FA7F}" srcOrd="5" destOrd="0" presId="urn:microsoft.com/office/officeart/2005/8/layout/list1"/>
    <dgm:cxn modelId="{E6E4A57F-1445-4519-902D-8B1F230703E8}" type="presParOf" srcId="{BBCC525E-A8B5-421B-87CE-3F56932EEF2A}" destId="{9AE381B6-00ED-4AAB-A0A6-F41CC9691C9F}"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1D200F69-724C-4221-A514-5EF2A70208FA}" type="doc">
      <dgm:prSet loTypeId="urn:microsoft.com/office/officeart/2005/8/layout/pyramid2" loCatId="pyramid" qsTypeId="urn:microsoft.com/office/officeart/2005/8/quickstyle/3d3#6" qsCatId="3D" csTypeId="urn:microsoft.com/office/officeart/2005/8/colors/accent1_3#6" csCatId="accent1" phldr="1"/>
      <dgm:spPr/>
    </dgm:pt>
    <dgm:pt modelId="{C5094E34-D2AD-40CE-A7E0-8EAED16D359E}">
      <dgm:prSet phldrT="[Texto]" custT="1"/>
      <dgm:spPr>
        <a:solidFill>
          <a:srgbClr val="00B050">
            <a:alpha val="90000"/>
          </a:srgbClr>
        </a:solidFill>
      </dgm:spPr>
      <dgm:t>
        <a:bodyPr/>
        <a:lstStyle/>
        <a:p>
          <a:pPr algn="ctr"/>
          <a:r>
            <a:rPr lang="es-ES" sz="1800" b="1"/>
            <a:t>Pruebas de mantenimiento</a:t>
          </a:r>
          <a:endParaRPr lang="es-ES" sz="1800" b="1" dirty="0"/>
        </a:p>
      </dgm:t>
    </dgm:pt>
    <dgm:pt modelId="{2B28F56D-A01A-4E21-B763-FE51E6EB9930}" type="parTrans" cxnId="{27B834F3-7257-42B9-9DC2-9E5BEB217399}">
      <dgm:prSet/>
      <dgm:spPr/>
      <dgm:t>
        <a:bodyPr/>
        <a:lstStyle/>
        <a:p>
          <a:pPr algn="ctr"/>
          <a:endParaRPr lang="es-ES" sz="1800" b="1">
            <a:solidFill>
              <a:sysClr val="windowText" lastClr="000000"/>
            </a:solidFill>
          </a:endParaRPr>
        </a:p>
      </dgm:t>
    </dgm:pt>
    <dgm:pt modelId="{ABCFC9E9-289A-47A9-970A-7563699412A6}" type="sibTrans" cxnId="{27B834F3-7257-42B9-9DC2-9E5BEB217399}">
      <dgm:prSet/>
      <dgm:spPr/>
      <dgm:t>
        <a:bodyPr/>
        <a:lstStyle/>
        <a:p>
          <a:pPr algn="ctr"/>
          <a:endParaRPr lang="es-ES" sz="1800" b="1">
            <a:solidFill>
              <a:sysClr val="windowText" lastClr="000000"/>
            </a:solidFill>
          </a:endParaRPr>
        </a:p>
      </dgm:t>
    </dgm:pt>
    <dgm:pt modelId="{CE9F4616-DED2-46E9-9402-9E966149A07E}">
      <dgm:prSet phldrT="[Texto]" custT="1"/>
      <dgm:spPr/>
      <dgm:t>
        <a:bodyPr/>
        <a:lstStyle/>
        <a:p>
          <a:pPr algn="ctr"/>
          <a:r>
            <a:rPr lang="es-ES" sz="1800" b="1"/>
            <a:t>Pruebas de aceptación</a:t>
          </a:r>
          <a:endParaRPr lang="es-ES" sz="1800" b="1" dirty="0"/>
        </a:p>
      </dgm:t>
    </dgm:pt>
    <dgm:pt modelId="{F5A4E6C9-205B-4DFF-A807-E10B303F7BF3}" type="parTrans" cxnId="{809514C0-3038-411C-9DA0-743B5BB54C46}">
      <dgm:prSet/>
      <dgm:spPr/>
      <dgm:t>
        <a:bodyPr/>
        <a:lstStyle/>
        <a:p>
          <a:pPr algn="ctr"/>
          <a:endParaRPr lang="es-ES" sz="1800" b="1">
            <a:solidFill>
              <a:sysClr val="windowText" lastClr="000000"/>
            </a:solidFill>
          </a:endParaRPr>
        </a:p>
      </dgm:t>
    </dgm:pt>
    <dgm:pt modelId="{877D44FB-BF98-4576-9953-3E4290660276}" type="sibTrans" cxnId="{809514C0-3038-411C-9DA0-743B5BB54C46}">
      <dgm:prSet/>
      <dgm:spPr/>
      <dgm:t>
        <a:bodyPr/>
        <a:lstStyle/>
        <a:p>
          <a:pPr algn="ctr"/>
          <a:endParaRPr lang="es-ES" sz="1800" b="1">
            <a:solidFill>
              <a:sysClr val="windowText" lastClr="000000"/>
            </a:solidFill>
          </a:endParaRPr>
        </a:p>
      </dgm:t>
    </dgm:pt>
    <dgm:pt modelId="{D1EEF1B4-9459-4026-B8BA-95C77C8B9D81}">
      <dgm:prSet phldrT="[Texto]" custT="1"/>
      <dgm:spPr/>
      <dgm:t>
        <a:bodyPr/>
        <a:lstStyle/>
        <a:p>
          <a:pPr algn="ctr"/>
          <a:r>
            <a:rPr lang="es-ES" sz="1800" b="1"/>
            <a:t>Pruebas de sistema</a:t>
          </a:r>
          <a:endParaRPr lang="es-ES" sz="1800" b="1" dirty="0"/>
        </a:p>
      </dgm:t>
    </dgm:pt>
    <dgm:pt modelId="{647A8EFE-8F67-4D19-B597-3B0B33867859}" type="parTrans" cxnId="{110ACA90-1E48-42D0-A4D4-A3DE3D00EF06}">
      <dgm:prSet/>
      <dgm:spPr/>
      <dgm:t>
        <a:bodyPr/>
        <a:lstStyle/>
        <a:p>
          <a:pPr algn="ctr"/>
          <a:endParaRPr lang="es-ES" sz="1800" b="1">
            <a:solidFill>
              <a:sysClr val="windowText" lastClr="000000"/>
            </a:solidFill>
          </a:endParaRPr>
        </a:p>
      </dgm:t>
    </dgm:pt>
    <dgm:pt modelId="{6B8CAD05-DD41-4BE3-86BE-87F60B6B2C57}" type="sibTrans" cxnId="{110ACA90-1E48-42D0-A4D4-A3DE3D00EF06}">
      <dgm:prSet/>
      <dgm:spPr/>
      <dgm:t>
        <a:bodyPr/>
        <a:lstStyle/>
        <a:p>
          <a:pPr algn="ctr"/>
          <a:endParaRPr lang="es-ES" sz="1800" b="1">
            <a:solidFill>
              <a:sysClr val="windowText" lastClr="000000"/>
            </a:solidFill>
          </a:endParaRPr>
        </a:p>
      </dgm:t>
    </dgm:pt>
    <dgm:pt modelId="{AD5F827F-C10C-42F5-8380-1E02FF1233C7}">
      <dgm:prSet phldrT="[Texto]" custT="1"/>
      <dgm:spPr/>
      <dgm:t>
        <a:bodyPr/>
        <a:lstStyle/>
        <a:p>
          <a:pPr algn="ctr"/>
          <a:r>
            <a:rPr lang="es-ES" sz="1800" b="1"/>
            <a:t>Pruebas unitarias</a:t>
          </a:r>
          <a:endParaRPr lang="es-ES" sz="1800" b="1" dirty="0"/>
        </a:p>
      </dgm:t>
    </dgm:pt>
    <dgm:pt modelId="{8E666BE7-AECA-4637-A4E3-8EAA10B75C3B}" type="parTrans" cxnId="{CAF46B73-2937-438A-BBF7-DBA365614CBD}">
      <dgm:prSet/>
      <dgm:spPr/>
      <dgm:t>
        <a:bodyPr/>
        <a:lstStyle/>
        <a:p>
          <a:pPr algn="ctr"/>
          <a:endParaRPr lang="es-ES" sz="1800" b="1">
            <a:solidFill>
              <a:sysClr val="windowText" lastClr="000000"/>
            </a:solidFill>
          </a:endParaRPr>
        </a:p>
      </dgm:t>
    </dgm:pt>
    <dgm:pt modelId="{BC3DD2E2-1598-4B24-84CD-75DE180F64C2}" type="sibTrans" cxnId="{CAF46B73-2937-438A-BBF7-DBA365614CBD}">
      <dgm:prSet/>
      <dgm:spPr/>
      <dgm:t>
        <a:bodyPr/>
        <a:lstStyle/>
        <a:p>
          <a:pPr algn="ctr"/>
          <a:endParaRPr lang="es-ES" sz="1800" b="1">
            <a:solidFill>
              <a:sysClr val="windowText" lastClr="000000"/>
            </a:solidFill>
          </a:endParaRPr>
        </a:p>
      </dgm:t>
    </dgm:pt>
    <dgm:pt modelId="{C33CD699-366A-48C1-A996-30F33AD223CA}">
      <dgm:prSet phldrT="[Texto]" custT="1"/>
      <dgm:spPr/>
      <dgm:t>
        <a:bodyPr/>
        <a:lstStyle/>
        <a:p>
          <a:pPr algn="ctr"/>
          <a:r>
            <a:rPr lang="es-ES" sz="1800" b="1"/>
            <a:t>Pruebas de integración</a:t>
          </a:r>
          <a:endParaRPr lang="es-ES" sz="1800" b="1" dirty="0"/>
        </a:p>
      </dgm:t>
    </dgm:pt>
    <dgm:pt modelId="{2D4E2A38-ECB1-47A3-B739-9BB9AB617D73}" type="parTrans" cxnId="{B63959A1-FA96-4FB0-A56F-51ACD6F9FDA1}">
      <dgm:prSet/>
      <dgm:spPr/>
      <dgm:t>
        <a:bodyPr/>
        <a:lstStyle/>
        <a:p>
          <a:pPr algn="ctr"/>
          <a:endParaRPr lang="es-ES" sz="1800" b="1">
            <a:solidFill>
              <a:sysClr val="windowText" lastClr="000000"/>
            </a:solidFill>
          </a:endParaRPr>
        </a:p>
      </dgm:t>
    </dgm:pt>
    <dgm:pt modelId="{9573758D-41B9-4E37-8934-EC7185D7D08E}" type="sibTrans" cxnId="{B63959A1-FA96-4FB0-A56F-51ACD6F9FDA1}">
      <dgm:prSet/>
      <dgm:spPr/>
      <dgm:t>
        <a:bodyPr/>
        <a:lstStyle/>
        <a:p>
          <a:pPr algn="ctr"/>
          <a:endParaRPr lang="es-ES" sz="1800" b="1">
            <a:solidFill>
              <a:sysClr val="windowText" lastClr="000000"/>
            </a:solidFill>
          </a:endParaRPr>
        </a:p>
      </dgm:t>
    </dgm:pt>
    <dgm:pt modelId="{003B0E5B-DF86-4FFE-9C5D-80ABA41EB752}" type="pres">
      <dgm:prSet presAssocID="{1D200F69-724C-4221-A514-5EF2A70208FA}" presName="compositeShape" presStyleCnt="0">
        <dgm:presLayoutVars>
          <dgm:dir/>
          <dgm:resizeHandles/>
        </dgm:presLayoutVars>
      </dgm:prSet>
      <dgm:spPr/>
    </dgm:pt>
    <dgm:pt modelId="{8A7A7AD1-8A38-4A5E-8C70-C1E7C6F1C0FD}" type="pres">
      <dgm:prSet presAssocID="{1D200F69-724C-4221-A514-5EF2A70208FA}" presName="pyramid" presStyleLbl="node1" presStyleIdx="0" presStyleCnt="1"/>
      <dgm:spPr/>
    </dgm:pt>
    <dgm:pt modelId="{71CC26C2-1285-4BCE-9833-7DE8ADB8FF30}" type="pres">
      <dgm:prSet presAssocID="{1D200F69-724C-4221-A514-5EF2A70208FA}" presName="theList" presStyleCnt="0"/>
      <dgm:spPr/>
    </dgm:pt>
    <dgm:pt modelId="{2E7AFA1D-8E7C-43C8-BB09-1017BEC43B6B}" type="pres">
      <dgm:prSet presAssocID="{C5094E34-D2AD-40CE-A7E0-8EAED16D359E}" presName="aNode" presStyleLbl="fgAcc1" presStyleIdx="0" presStyleCnt="5" custScaleX="128255" custLinFactNeighborX="7888">
        <dgm:presLayoutVars>
          <dgm:bulletEnabled val="1"/>
        </dgm:presLayoutVars>
      </dgm:prSet>
      <dgm:spPr/>
    </dgm:pt>
    <dgm:pt modelId="{C1D9AA90-9A94-451B-8D59-858FB3D19A5C}" type="pres">
      <dgm:prSet presAssocID="{C5094E34-D2AD-40CE-A7E0-8EAED16D359E}" presName="aSpace" presStyleCnt="0"/>
      <dgm:spPr/>
    </dgm:pt>
    <dgm:pt modelId="{09CA6F9B-3EEB-4163-AAB0-C46787F4B9D6}" type="pres">
      <dgm:prSet presAssocID="{CE9F4616-DED2-46E9-9402-9E966149A07E}" presName="aNode" presStyleLbl="fgAcc1" presStyleIdx="1" presStyleCnt="5" custScaleX="128255" custLinFactNeighborX="7888">
        <dgm:presLayoutVars>
          <dgm:bulletEnabled val="1"/>
        </dgm:presLayoutVars>
      </dgm:prSet>
      <dgm:spPr/>
    </dgm:pt>
    <dgm:pt modelId="{D5A527E1-24B2-4CB1-8AE6-9BAA7A64AAF5}" type="pres">
      <dgm:prSet presAssocID="{CE9F4616-DED2-46E9-9402-9E966149A07E}" presName="aSpace" presStyleCnt="0"/>
      <dgm:spPr/>
    </dgm:pt>
    <dgm:pt modelId="{AD8B56FE-54A0-4BF9-9EF5-EDD698EFC8FF}" type="pres">
      <dgm:prSet presAssocID="{D1EEF1B4-9459-4026-B8BA-95C77C8B9D81}" presName="aNode" presStyleLbl="fgAcc1" presStyleIdx="2" presStyleCnt="5" custScaleX="128255" custLinFactNeighborX="7888">
        <dgm:presLayoutVars>
          <dgm:bulletEnabled val="1"/>
        </dgm:presLayoutVars>
      </dgm:prSet>
      <dgm:spPr/>
    </dgm:pt>
    <dgm:pt modelId="{84819934-E839-4350-A013-721D3D25DD65}" type="pres">
      <dgm:prSet presAssocID="{D1EEF1B4-9459-4026-B8BA-95C77C8B9D81}" presName="aSpace" presStyleCnt="0"/>
      <dgm:spPr/>
    </dgm:pt>
    <dgm:pt modelId="{07D707A0-EB1F-499B-AA58-D96214FA6D0A}" type="pres">
      <dgm:prSet presAssocID="{C33CD699-366A-48C1-A996-30F33AD223CA}" presName="aNode" presStyleLbl="fgAcc1" presStyleIdx="3" presStyleCnt="5" custScaleX="128255" custLinFactNeighborX="7888">
        <dgm:presLayoutVars>
          <dgm:bulletEnabled val="1"/>
        </dgm:presLayoutVars>
      </dgm:prSet>
      <dgm:spPr/>
    </dgm:pt>
    <dgm:pt modelId="{C07D3F8C-5B63-40E9-9ACE-988AC203CA02}" type="pres">
      <dgm:prSet presAssocID="{C33CD699-366A-48C1-A996-30F33AD223CA}" presName="aSpace" presStyleCnt="0"/>
      <dgm:spPr/>
    </dgm:pt>
    <dgm:pt modelId="{D53D3E6E-17D5-49DE-9B2D-69B0DAA4EF0E}" type="pres">
      <dgm:prSet presAssocID="{AD5F827F-C10C-42F5-8380-1E02FF1233C7}" presName="aNode" presStyleLbl="fgAcc1" presStyleIdx="4" presStyleCnt="5" custScaleX="128255" custLinFactNeighborX="7888">
        <dgm:presLayoutVars>
          <dgm:bulletEnabled val="1"/>
        </dgm:presLayoutVars>
      </dgm:prSet>
      <dgm:spPr/>
    </dgm:pt>
    <dgm:pt modelId="{46363843-3C48-432A-A945-D695A97E94DC}" type="pres">
      <dgm:prSet presAssocID="{AD5F827F-C10C-42F5-8380-1E02FF1233C7}" presName="aSpace" presStyleCnt="0"/>
      <dgm:spPr/>
    </dgm:pt>
  </dgm:ptLst>
  <dgm:cxnLst>
    <dgm:cxn modelId="{9C674B1B-E2CA-4480-9D2A-C53E6F648A08}" type="presOf" srcId="{AD5F827F-C10C-42F5-8380-1E02FF1233C7}" destId="{D53D3E6E-17D5-49DE-9B2D-69B0DAA4EF0E}" srcOrd="0" destOrd="0" presId="urn:microsoft.com/office/officeart/2005/8/layout/pyramid2"/>
    <dgm:cxn modelId="{8B75A061-65EE-49AD-A743-B87C3FC08486}" type="presOf" srcId="{CE9F4616-DED2-46E9-9402-9E966149A07E}" destId="{09CA6F9B-3EEB-4163-AAB0-C46787F4B9D6}" srcOrd="0" destOrd="0" presId="urn:microsoft.com/office/officeart/2005/8/layout/pyramid2"/>
    <dgm:cxn modelId="{00969762-E1A7-4F08-BB59-478C266441F8}" type="presOf" srcId="{C5094E34-D2AD-40CE-A7E0-8EAED16D359E}" destId="{2E7AFA1D-8E7C-43C8-BB09-1017BEC43B6B}" srcOrd="0" destOrd="0" presId="urn:microsoft.com/office/officeart/2005/8/layout/pyramid2"/>
    <dgm:cxn modelId="{CAF46B73-2937-438A-BBF7-DBA365614CBD}" srcId="{1D200F69-724C-4221-A514-5EF2A70208FA}" destId="{AD5F827F-C10C-42F5-8380-1E02FF1233C7}" srcOrd="4" destOrd="0" parTransId="{8E666BE7-AECA-4637-A4E3-8EAA10B75C3B}" sibTransId="{BC3DD2E2-1598-4B24-84CD-75DE180F64C2}"/>
    <dgm:cxn modelId="{3627A45A-CCE9-42DE-9537-278D98A4B44B}" type="presOf" srcId="{1D200F69-724C-4221-A514-5EF2A70208FA}" destId="{003B0E5B-DF86-4FFE-9C5D-80ABA41EB752}" srcOrd="0" destOrd="0" presId="urn:microsoft.com/office/officeart/2005/8/layout/pyramid2"/>
    <dgm:cxn modelId="{110ACA90-1E48-42D0-A4D4-A3DE3D00EF06}" srcId="{1D200F69-724C-4221-A514-5EF2A70208FA}" destId="{D1EEF1B4-9459-4026-B8BA-95C77C8B9D81}" srcOrd="2" destOrd="0" parTransId="{647A8EFE-8F67-4D19-B597-3B0B33867859}" sibTransId="{6B8CAD05-DD41-4BE3-86BE-87F60B6B2C57}"/>
    <dgm:cxn modelId="{B63959A1-FA96-4FB0-A56F-51ACD6F9FDA1}" srcId="{1D200F69-724C-4221-A514-5EF2A70208FA}" destId="{C33CD699-366A-48C1-A996-30F33AD223CA}" srcOrd="3" destOrd="0" parTransId="{2D4E2A38-ECB1-47A3-B739-9BB9AB617D73}" sibTransId="{9573758D-41B9-4E37-8934-EC7185D7D08E}"/>
    <dgm:cxn modelId="{878BE1B3-6830-407F-AA63-B273E815350D}" type="presOf" srcId="{D1EEF1B4-9459-4026-B8BA-95C77C8B9D81}" destId="{AD8B56FE-54A0-4BF9-9EF5-EDD698EFC8FF}" srcOrd="0" destOrd="0" presId="urn:microsoft.com/office/officeart/2005/8/layout/pyramid2"/>
    <dgm:cxn modelId="{809514C0-3038-411C-9DA0-743B5BB54C46}" srcId="{1D200F69-724C-4221-A514-5EF2A70208FA}" destId="{CE9F4616-DED2-46E9-9402-9E966149A07E}" srcOrd="1" destOrd="0" parTransId="{F5A4E6C9-205B-4DFF-A807-E10B303F7BF3}" sibTransId="{877D44FB-BF98-4576-9953-3E4290660276}"/>
    <dgm:cxn modelId="{797234EA-362F-43A8-8D3E-5FC57001C75E}" type="presOf" srcId="{C33CD699-366A-48C1-A996-30F33AD223CA}" destId="{07D707A0-EB1F-499B-AA58-D96214FA6D0A}" srcOrd="0" destOrd="0" presId="urn:microsoft.com/office/officeart/2005/8/layout/pyramid2"/>
    <dgm:cxn modelId="{27B834F3-7257-42B9-9DC2-9E5BEB217399}" srcId="{1D200F69-724C-4221-A514-5EF2A70208FA}" destId="{C5094E34-D2AD-40CE-A7E0-8EAED16D359E}" srcOrd="0" destOrd="0" parTransId="{2B28F56D-A01A-4E21-B763-FE51E6EB9930}" sibTransId="{ABCFC9E9-289A-47A9-970A-7563699412A6}"/>
    <dgm:cxn modelId="{AAD94B40-D0DA-4887-9B95-6F744B16E68D}" type="presParOf" srcId="{003B0E5B-DF86-4FFE-9C5D-80ABA41EB752}" destId="{8A7A7AD1-8A38-4A5E-8C70-C1E7C6F1C0FD}" srcOrd="0" destOrd="0" presId="urn:microsoft.com/office/officeart/2005/8/layout/pyramid2"/>
    <dgm:cxn modelId="{BD0B6ACA-480A-4470-BE1A-4EC532BF2E95}" type="presParOf" srcId="{003B0E5B-DF86-4FFE-9C5D-80ABA41EB752}" destId="{71CC26C2-1285-4BCE-9833-7DE8ADB8FF30}" srcOrd="1" destOrd="0" presId="urn:microsoft.com/office/officeart/2005/8/layout/pyramid2"/>
    <dgm:cxn modelId="{09E7E1BC-6015-4AC4-BFF8-CB003AC4148A}" type="presParOf" srcId="{71CC26C2-1285-4BCE-9833-7DE8ADB8FF30}" destId="{2E7AFA1D-8E7C-43C8-BB09-1017BEC43B6B}" srcOrd="0" destOrd="0" presId="urn:microsoft.com/office/officeart/2005/8/layout/pyramid2"/>
    <dgm:cxn modelId="{F7C4A0E5-9484-4CDF-A8EE-1D7C2C510305}" type="presParOf" srcId="{71CC26C2-1285-4BCE-9833-7DE8ADB8FF30}" destId="{C1D9AA90-9A94-451B-8D59-858FB3D19A5C}" srcOrd="1" destOrd="0" presId="urn:microsoft.com/office/officeart/2005/8/layout/pyramid2"/>
    <dgm:cxn modelId="{DD451F4B-C1F3-4770-B0EC-0723422A53D7}" type="presParOf" srcId="{71CC26C2-1285-4BCE-9833-7DE8ADB8FF30}" destId="{09CA6F9B-3EEB-4163-AAB0-C46787F4B9D6}" srcOrd="2" destOrd="0" presId="urn:microsoft.com/office/officeart/2005/8/layout/pyramid2"/>
    <dgm:cxn modelId="{C95961FA-B6C8-42B1-A63C-C04BF8B3B947}" type="presParOf" srcId="{71CC26C2-1285-4BCE-9833-7DE8ADB8FF30}" destId="{D5A527E1-24B2-4CB1-8AE6-9BAA7A64AAF5}" srcOrd="3" destOrd="0" presId="urn:microsoft.com/office/officeart/2005/8/layout/pyramid2"/>
    <dgm:cxn modelId="{A6AA7559-FBFE-4109-8B48-45613D3DBCDA}" type="presParOf" srcId="{71CC26C2-1285-4BCE-9833-7DE8ADB8FF30}" destId="{AD8B56FE-54A0-4BF9-9EF5-EDD698EFC8FF}" srcOrd="4" destOrd="0" presId="urn:microsoft.com/office/officeart/2005/8/layout/pyramid2"/>
    <dgm:cxn modelId="{CEE42A10-B014-4A85-A193-650379C22A96}" type="presParOf" srcId="{71CC26C2-1285-4BCE-9833-7DE8ADB8FF30}" destId="{84819934-E839-4350-A013-721D3D25DD65}" srcOrd="5" destOrd="0" presId="urn:microsoft.com/office/officeart/2005/8/layout/pyramid2"/>
    <dgm:cxn modelId="{FF7C47A8-65AD-4F8E-9ADD-3651D8C38F8E}" type="presParOf" srcId="{71CC26C2-1285-4BCE-9833-7DE8ADB8FF30}" destId="{07D707A0-EB1F-499B-AA58-D96214FA6D0A}" srcOrd="6" destOrd="0" presId="urn:microsoft.com/office/officeart/2005/8/layout/pyramid2"/>
    <dgm:cxn modelId="{C2B0DAA0-D287-4A31-8977-EA875BAEEAD0}" type="presParOf" srcId="{71CC26C2-1285-4BCE-9833-7DE8ADB8FF30}" destId="{C07D3F8C-5B63-40E9-9ACE-988AC203CA02}" srcOrd="7" destOrd="0" presId="urn:microsoft.com/office/officeart/2005/8/layout/pyramid2"/>
    <dgm:cxn modelId="{CB40457F-F7DF-4086-BF0E-D79E0F28E453}" type="presParOf" srcId="{71CC26C2-1285-4BCE-9833-7DE8ADB8FF30}" destId="{D53D3E6E-17D5-49DE-9B2D-69B0DAA4EF0E}" srcOrd="8" destOrd="0" presId="urn:microsoft.com/office/officeart/2005/8/layout/pyramid2"/>
    <dgm:cxn modelId="{2708D7AB-DA3D-4895-97AA-E9A511801691}" type="presParOf" srcId="{71CC26C2-1285-4BCE-9833-7DE8ADB8FF30}" destId="{46363843-3C48-432A-A945-D695A97E94DC}" srcOrd="9"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9E01912-BD46-4D0F-8592-FE3D48D7E89D}" type="doc">
      <dgm:prSet loTypeId="urn:microsoft.com/office/officeart/2005/8/layout/hierarchy1" loCatId="hierarchy" qsTypeId="urn:microsoft.com/office/officeart/2005/8/quickstyle/simple1#18" qsCatId="simple" csTypeId="urn:microsoft.com/office/officeart/2005/8/colors/accent1_2#16" csCatId="accent1" phldr="1"/>
      <dgm:spPr/>
      <dgm:t>
        <a:bodyPr/>
        <a:lstStyle/>
        <a:p>
          <a:endParaRPr lang="es-ES"/>
        </a:p>
      </dgm:t>
    </dgm:pt>
    <dgm:pt modelId="{F5878E92-8240-4832-97DD-72E369960135}">
      <dgm:prSet phldrT="[Texto]"/>
      <dgm:spPr/>
      <dgm:t>
        <a:bodyPr/>
        <a:lstStyle/>
        <a:p>
          <a:r>
            <a:rPr lang="es-ES" dirty="0">
              <a:solidFill>
                <a:sysClr val="windowText" lastClr="000000"/>
              </a:solidFill>
            </a:rPr>
            <a:t>Pruebas</a:t>
          </a:r>
        </a:p>
      </dgm:t>
    </dgm:pt>
    <dgm:pt modelId="{88D4378C-6606-4083-86F1-381E9F27817F}" type="parTrans" cxnId="{4C92B31E-2AFA-4ED9-964F-193EE41FD448}">
      <dgm:prSet/>
      <dgm:spPr/>
      <dgm:t>
        <a:bodyPr/>
        <a:lstStyle/>
        <a:p>
          <a:endParaRPr lang="es-ES">
            <a:solidFill>
              <a:sysClr val="windowText" lastClr="000000"/>
            </a:solidFill>
          </a:endParaRPr>
        </a:p>
      </dgm:t>
    </dgm:pt>
    <dgm:pt modelId="{7330FAC4-7B74-42B3-9249-DAD42979EEDB}" type="sibTrans" cxnId="{4C92B31E-2AFA-4ED9-964F-193EE41FD448}">
      <dgm:prSet/>
      <dgm:spPr/>
      <dgm:t>
        <a:bodyPr/>
        <a:lstStyle/>
        <a:p>
          <a:endParaRPr lang="es-ES">
            <a:solidFill>
              <a:sysClr val="windowText" lastClr="000000"/>
            </a:solidFill>
          </a:endParaRPr>
        </a:p>
      </dgm:t>
    </dgm:pt>
    <dgm:pt modelId="{B158152E-BEFF-4980-8922-812E4FDFB988}">
      <dgm:prSet phldrT="[Texto]"/>
      <dgm:spPr/>
      <dgm:t>
        <a:bodyPr/>
        <a:lstStyle/>
        <a:p>
          <a:r>
            <a:rPr lang="es-ES" dirty="0">
              <a:solidFill>
                <a:sysClr val="windowText" lastClr="000000"/>
              </a:solidFill>
            </a:rPr>
            <a:t>Estáticas</a:t>
          </a:r>
        </a:p>
      </dgm:t>
    </dgm:pt>
    <dgm:pt modelId="{743080A1-C7BD-4FC2-A0EC-4A03460A2A8D}" type="parTrans" cxnId="{55F47E18-23F1-47CC-97AC-61DD7AC4B396}">
      <dgm:prSet/>
      <dgm:spPr/>
      <dgm:t>
        <a:bodyPr/>
        <a:lstStyle/>
        <a:p>
          <a:endParaRPr lang="es-ES">
            <a:solidFill>
              <a:sysClr val="windowText" lastClr="000000"/>
            </a:solidFill>
          </a:endParaRPr>
        </a:p>
      </dgm:t>
    </dgm:pt>
    <dgm:pt modelId="{C93563AA-0D76-41F2-96FF-63781EA78977}" type="sibTrans" cxnId="{55F47E18-23F1-47CC-97AC-61DD7AC4B396}">
      <dgm:prSet/>
      <dgm:spPr/>
      <dgm:t>
        <a:bodyPr/>
        <a:lstStyle/>
        <a:p>
          <a:endParaRPr lang="es-ES">
            <a:solidFill>
              <a:sysClr val="windowText" lastClr="000000"/>
            </a:solidFill>
          </a:endParaRPr>
        </a:p>
      </dgm:t>
    </dgm:pt>
    <dgm:pt modelId="{6E45C97E-0752-4C2E-8864-C1ABDE78AED7}">
      <dgm:prSet phldrT="[Texto]"/>
      <dgm:spPr/>
      <dgm:t>
        <a:bodyPr/>
        <a:lstStyle/>
        <a:p>
          <a:r>
            <a:rPr lang="es-ES" dirty="0">
              <a:solidFill>
                <a:sysClr val="windowText" lastClr="000000"/>
              </a:solidFill>
            </a:rPr>
            <a:t>Análisis estático</a:t>
          </a:r>
        </a:p>
      </dgm:t>
    </dgm:pt>
    <dgm:pt modelId="{5532F78C-22D3-46BD-A4D8-BC33D983DD7B}" type="parTrans" cxnId="{8C219F12-B95F-4BA9-9263-C0818F119F5A}">
      <dgm:prSet/>
      <dgm:spPr/>
      <dgm:t>
        <a:bodyPr/>
        <a:lstStyle/>
        <a:p>
          <a:endParaRPr lang="es-ES">
            <a:solidFill>
              <a:sysClr val="windowText" lastClr="000000"/>
            </a:solidFill>
          </a:endParaRPr>
        </a:p>
      </dgm:t>
    </dgm:pt>
    <dgm:pt modelId="{68DDC965-DC66-4F23-B182-54B8B14FEDBE}" type="sibTrans" cxnId="{8C219F12-B95F-4BA9-9263-C0818F119F5A}">
      <dgm:prSet/>
      <dgm:spPr/>
      <dgm:t>
        <a:bodyPr/>
        <a:lstStyle/>
        <a:p>
          <a:endParaRPr lang="es-ES">
            <a:solidFill>
              <a:sysClr val="windowText" lastClr="000000"/>
            </a:solidFill>
          </a:endParaRPr>
        </a:p>
      </dgm:t>
    </dgm:pt>
    <dgm:pt modelId="{F2566947-EDDF-48F4-8B42-F426CAEFADF4}">
      <dgm:prSet phldrT="[Texto]"/>
      <dgm:spPr/>
      <dgm:t>
        <a:bodyPr/>
        <a:lstStyle/>
        <a:p>
          <a:r>
            <a:rPr lang="es-ES" dirty="0">
              <a:solidFill>
                <a:sysClr val="windowText" lastClr="000000"/>
              </a:solidFill>
            </a:rPr>
            <a:t>Revisión</a:t>
          </a:r>
        </a:p>
      </dgm:t>
    </dgm:pt>
    <dgm:pt modelId="{61F7D8A4-9E1B-4260-A117-747B0D44DB98}" type="parTrans" cxnId="{D49A377E-7D71-4C04-9FA8-EFF8C6831502}">
      <dgm:prSet/>
      <dgm:spPr/>
      <dgm:t>
        <a:bodyPr/>
        <a:lstStyle/>
        <a:p>
          <a:endParaRPr lang="es-ES">
            <a:solidFill>
              <a:sysClr val="windowText" lastClr="000000"/>
            </a:solidFill>
          </a:endParaRPr>
        </a:p>
      </dgm:t>
    </dgm:pt>
    <dgm:pt modelId="{A810D316-E79E-42C8-9CBA-D316E9144C32}" type="sibTrans" cxnId="{D49A377E-7D71-4C04-9FA8-EFF8C6831502}">
      <dgm:prSet/>
      <dgm:spPr/>
      <dgm:t>
        <a:bodyPr/>
        <a:lstStyle/>
        <a:p>
          <a:endParaRPr lang="es-ES">
            <a:solidFill>
              <a:sysClr val="windowText" lastClr="000000"/>
            </a:solidFill>
          </a:endParaRPr>
        </a:p>
      </dgm:t>
    </dgm:pt>
    <dgm:pt modelId="{FD5C8234-7BEB-4331-8142-AE0665252614}">
      <dgm:prSet phldrT="[Texto]"/>
      <dgm:spPr/>
      <dgm:t>
        <a:bodyPr/>
        <a:lstStyle/>
        <a:p>
          <a:r>
            <a:rPr lang="es-ES" dirty="0">
              <a:solidFill>
                <a:sysClr val="windowText" lastClr="000000"/>
              </a:solidFill>
            </a:rPr>
            <a:t>Dinámicas</a:t>
          </a:r>
        </a:p>
      </dgm:t>
    </dgm:pt>
    <dgm:pt modelId="{CEE284AB-1277-4E42-A415-C306E49FFF4F}" type="parTrans" cxnId="{9934739C-2C4D-4203-8E38-419B2705881E}">
      <dgm:prSet/>
      <dgm:spPr/>
      <dgm:t>
        <a:bodyPr/>
        <a:lstStyle/>
        <a:p>
          <a:endParaRPr lang="es-ES">
            <a:solidFill>
              <a:sysClr val="windowText" lastClr="000000"/>
            </a:solidFill>
          </a:endParaRPr>
        </a:p>
      </dgm:t>
    </dgm:pt>
    <dgm:pt modelId="{7ABB3E51-E9B1-4E32-B786-02420D28A10C}" type="sibTrans" cxnId="{9934739C-2C4D-4203-8E38-419B2705881E}">
      <dgm:prSet/>
      <dgm:spPr/>
      <dgm:t>
        <a:bodyPr/>
        <a:lstStyle/>
        <a:p>
          <a:endParaRPr lang="es-ES">
            <a:solidFill>
              <a:sysClr val="windowText" lastClr="000000"/>
            </a:solidFill>
          </a:endParaRPr>
        </a:p>
      </dgm:t>
    </dgm:pt>
    <dgm:pt modelId="{86F844E7-1CB2-42EA-B3A7-0A0DEB9F52BA}">
      <dgm:prSet phldrT="[Texto]"/>
      <dgm:spPr/>
      <dgm:t>
        <a:bodyPr/>
        <a:lstStyle/>
        <a:p>
          <a:r>
            <a:rPr lang="es-ES" dirty="0">
              <a:solidFill>
                <a:sysClr val="windowText" lastClr="000000"/>
              </a:solidFill>
            </a:rPr>
            <a:t>Caja Blanca</a:t>
          </a:r>
        </a:p>
      </dgm:t>
    </dgm:pt>
    <dgm:pt modelId="{BAA84567-8153-44EA-96EE-F8364BD8AA89}" type="parTrans" cxnId="{D0789951-88D1-4AAE-9346-0CF8E5CB65C3}">
      <dgm:prSet/>
      <dgm:spPr/>
      <dgm:t>
        <a:bodyPr/>
        <a:lstStyle/>
        <a:p>
          <a:endParaRPr lang="es-ES">
            <a:solidFill>
              <a:sysClr val="windowText" lastClr="000000"/>
            </a:solidFill>
          </a:endParaRPr>
        </a:p>
      </dgm:t>
    </dgm:pt>
    <dgm:pt modelId="{A43586C1-6B73-4EE5-8F97-22502575DA5E}" type="sibTrans" cxnId="{D0789951-88D1-4AAE-9346-0CF8E5CB65C3}">
      <dgm:prSet/>
      <dgm:spPr/>
      <dgm:t>
        <a:bodyPr/>
        <a:lstStyle/>
        <a:p>
          <a:endParaRPr lang="es-ES">
            <a:solidFill>
              <a:sysClr val="windowText" lastClr="000000"/>
            </a:solidFill>
          </a:endParaRPr>
        </a:p>
      </dgm:t>
    </dgm:pt>
    <dgm:pt modelId="{D0460A66-7756-4596-95CC-1F51CF2A280E}">
      <dgm:prSet phldrT="[Texto]"/>
      <dgm:spPr/>
      <dgm:t>
        <a:bodyPr/>
        <a:lstStyle/>
        <a:p>
          <a:r>
            <a:rPr lang="es-ES" dirty="0">
              <a:solidFill>
                <a:sysClr val="windowText" lastClr="000000"/>
              </a:solidFill>
            </a:rPr>
            <a:t>Caja Negra</a:t>
          </a:r>
        </a:p>
      </dgm:t>
    </dgm:pt>
    <dgm:pt modelId="{4EC75082-CB8A-4395-9006-26C8A87B1936}" type="parTrans" cxnId="{E8BAB32C-3CCF-4A19-9955-0BC47C8B939C}">
      <dgm:prSet/>
      <dgm:spPr/>
      <dgm:t>
        <a:bodyPr/>
        <a:lstStyle/>
        <a:p>
          <a:endParaRPr lang="es-ES">
            <a:solidFill>
              <a:sysClr val="windowText" lastClr="000000"/>
            </a:solidFill>
          </a:endParaRPr>
        </a:p>
      </dgm:t>
    </dgm:pt>
    <dgm:pt modelId="{00030F7A-8A9F-4969-8FB8-2AE0D6AEF0D6}" type="sibTrans" cxnId="{E8BAB32C-3CCF-4A19-9955-0BC47C8B939C}">
      <dgm:prSet/>
      <dgm:spPr/>
      <dgm:t>
        <a:bodyPr/>
        <a:lstStyle/>
        <a:p>
          <a:endParaRPr lang="es-ES">
            <a:solidFill>
              <a:sysClr val="windowText" lastClr="000000"/>
            </a:solidFill>
          </a:endParaRPr>
        </a:p>
      </dgm:t>
    </dgm:pt>
    <dgm:pt modelId="{EA36120B-AF62-4ED9-BE46-29E5193D5488}">
      <dgm:prSet phldrT="[Texto]"/>
      <dgm:spPr/>
      <dgm:t>
        <a:bodyPr/>
        <a:lstStyle/>
        <a:p>
          <a:r>
            <a:rPr lang="es-ES" dirty="0">
              <a:solidFill>
                <a:sysClr val="windowText" lastClr="000000"/>
              </a:solidFill>
            </a:rPr>
            <a:t>Basadas en la experiencia</a:t>
          </a:r>
        </a:p>
      </dgm:t>
    </dgm:pt>
    <dgm:pt modelId="{5BD5BE03-437F-4B3F-AB7B-CD102E7C5374}" type="parTrans" cxnId="{0B450DA8-615C-4E1E-9E90-BB4A033C5ED3}">
      <dgm:prSet/>
      <dgm:spPr/>
      <dgm:t>
        <a:bodyPr/>
        <a:lstStyle/>
        <a:p>
          <a:endParaRPr lang="es-ES">
            <a:solidFill>
              <a:sysClr val="windowText" lastClr="000000"/>
            </a:solidFill>
          </a:endParaRPr>
        </a:p>
      </dgm:t>
    </dgm:pt>
    <dgm:pt modelId="{62788087-718E-4132-8BCD-06E3F49BDB8B}" type="sibTrans" cxnId="{0B450DA8-615C-4E1E-9E90-BB4A033C5ED3}">
      <dgm:prSet/>
      <dgm:spPr/>
      <dgm:t>
        <a:bodyPr/>
        <a:lstStyle/>
        <a:p>
          <a:endParaRPr lang="es-ES">
            <a:solidFill>
              <a:sysClr val="windowText" lastClr="000000"/>
            </a:solidFill>
          </a:endParaRPr>
        </a:p>
      </dgm:t>
    </dgm:pt>
    <dgm:pt modelId="{3C611B11-F975-4181-A62C-35A97BA8375B}">
      <dgm:prSet phldrT="[Texto]"/>
      <dgm:spPr/>
      <dgm:t>
        <a:bodyPr/>
        <a:lstStyle/>
        <a:p>
          <a:r>
            <a:rPr lang="es-ES" dirty="0">
              <a:solidFill>
                <a:sysClr val="windowText" lastClr="000000"/>
              </a:solidFill>
            </a:rPr>
            <a:t>Funcional</a:t>
          </a:r>
        </a:p>
      </dgm:t>
    </dgm:pt>
    <dgm:pt modelId="{F8F2B60E-B162-4F9E-AC55-B66388454BB6}" type="parTrans" cxnId="{E933052E-543F-45FC-B1EE-EC25D55351BD}">
      <dgm:prSet/>
      <dgm:spPr/>
      <dgm:t>
        <a:bodyPr/>
        <a:lstStyle/>
        <a:p>
          <a:endParaRPr lang="es-ES">
            <a:solidFill>
              <a:sysClr val="windowText" lastClr="000000"/>
            </a:solidFill>
          </a:endParaRPr>
        </a:p>
      </dgm:t>
    </dgm:pt>
    <dgm:pt modelId="{DD56E978-4BD6-4027-B974-AE4BED07D9DA}" type="sibTrans" cxnId="{E933052E-543F-45FC-B1EE-EC25D55351BD}">
      <dgm:prSet/>
      <dgm:spPr/>
      <dgm:t>
        <a:bodyPr/>
        <a:lstStyle/>
        <a:p>
          <a:endParaRPr lang="es-ES">
            <a:solidFill>
              <a:sysClr val="windowText" lastClr="000000"/>
            </a:solidFill>
          </a:endParaRPr>
        </a:p>
      </dgm:t>
    </dgm:pt>
    <dgm:pt modelId="{EEA39ADB-9522-4AB0-AAC4-B56ADECB7D17}">
      <dgm:prSet phldrT="[Texto]"/>
      <dgm:spPr/>
      <dgm:t>
        <a:bodyPr/>
        <a:lstStyle/>
        <a:p>
          <a:r>
            <a:rPr lang="es-ES" dirty="0">
              <a:solidFill>
                <a:sysClr val="windowText" lastClr="000000"/>
              </a:solidFill>
            </a:rPr>
            <a:t>No funcional</a:t>
          </a:r>
        </a:p>
      </dgm:t>
    </dgm:pt>
    <dgm:pt modelId="{A57544C4-8000-4201-A32F-F04264AD438C}" type="parTrans" cxnId="{156E9A95-FCA7-4275-A8E0-029C25F9EC65}">
      <dgm:prSet/>
      <dgm:spPr/>
      <dgm:t>
        <a:bodyPr/>
        <a:lstStyle/>
        <a:p>
          <a:endParaRPr lang="es-ES">
            <a:solidFill>
              <a:sysClr val="windowText" lastClr="000000"/>
            </a:solidFill>
          </a:endParaRPr>
        </a:p>
      </dgm:t>
    </dgm:pt>
    <dgm:pt modelId="{60003845-A8DB-4ABE-9CD6-CBBFB7EC3ECA}" type="sibTrans" cxnId="{156E9A95-FCA7-4275-A8E0-029C25F9EC65}">
      <dgm:prSet/>
      <dgm:spPr/>
      <dgm:t>
        <a:bodyPr/>
        <a:lstStyle/>
        <a:p>
          <a:endParaRPr lang="es-ES">
            <a:solidFill>
              <a:sysClr val="windowText" lastClr="000000"/>
            </a:solidFill>
          </a:endParaRPr>
        </a:p>
      </dgm:t>
    </dgm:pt>
    <dgm:pt modelId="{3FCDAD92-4A1A-4E43-A447-BF29FCD644F7}" type="pres">
      <dgm:prSet presAssocID="{49E01912-BD46-4D0F-8592-FE3D48D7E89D}" presName="hierChild1" presStyleCnt="0">
        <dgm:presLayoutVars>
          <dgm:chPref val="1"/>
          <dgm:dir/>
          <dgm:animOne val="branch"/>
          <dgm:animLvl val="lvl"/>
          <dgm:resizeHandles/>
        </dgm:presLayoutVars>
      </dgm:prSet>
      <dgm:spPr/>
    </dgm:pt>
    <dgm:pt modelId="{91CB232B-B99E-4940-AF83-BA6A5D40C228}" type="pres">
      <dgm:prSet presAssocID="{F5878E92-8240-4832-97DD-72E369960135}" presName="hierRoot1" presStyleCnt="0"/>
      <dgm:spPr/>
    </dgm:pt>
    <dgm:pt modelId="{39B71736-A363-40EE-9748-9536F001717E}" type="pres">
      <dgm:prSet presAssocID="{F5878E92-8240-4832-97DD-72E369960135}" presName="composite" presStyleCnt="0"/>
      <dgm:spPr/>
    </dgm:pt>
    <dgm:pt modelId="{1FF12C03-E89C-4A6E-AF5D-A10072F227AB}" type="pres">
      <dgm:prSet presAssocID="{F5878E92-8240-4832-97DD-72E369960135}" presName="background" presStyleLbl="node0" presStyleIdx="0" presStyleCnt="1"/>
      <dgm:spPr/>
    </dgm:pt>
    <dgm:pt modelId="{D1F57BEE-AE82-4498-A4AE-4811D240D67F}" type="pres">
      <dgm:prSet presAssocID="{F5878E92-8240-4832-97DD-72E369960135}" presName="text" presStyleLbl="fgAcc0" presStyleIdx="0" presStyleCnt="1">
        <dgm:presLayoutVars>
          <dgm:chPref val="3"/>
        </dgm:presLayoutVars>
      </dgm:prSet>
      <dgm:spPr/>
    </dgm:pt>
    <dgm:pt modelId="{0CE2F09D-CF44-42C0-A38B-72BFDA468936}" type="pres">
      <dgm:prSet presAssocID="{F5878E92-8240-4832-97DD-72E369960135}" presName="hierChild2" presStyleCnt="0"/>
      <dgm:spPr/>
    </dgm:pt>
    <dgm:pt modelId="{9972630A-6C88-4A55-9418-17028023D774}" type="pres">
      <dgm:prSet presAssocID="{743080A1-C7BD-4FC2-A0EC-4A03460A2A8D}" presName="Name10" presStyleLbl="parChTrans1D2" presStyleIdx="0" presStyleCnt="2"/>
      <dgm:spPr/>
    </dgm:pt>
    <dgm:pt modelId="{1FEFB261-8D8A-43CE-B6AA-C9B90C88EA38}" type="pres">
      <dgm:prSet presAssocID="{B158152E-BEFF-4980-8922-812E4FDFB988}" presName="hierRoot2" presStyleCnt="0"/>
      <dgm:spPr/>
    </dgm:pt>
    <dgm:pt modelId="{0AD80522-60EB-4390-87BE-8F4E08216A8D}" type="pres">
      <dgm:prSet presAssocID="{B158152E-BEFF-4980-8922-812E4FDFB988}" presName="composite2" presStyleCnt="0"/>
      <dgm:spPr/>
    </dgm:pt>
    <dgm:pt modelId="{262FC079-CCD5-409C-9366-64E1018AD7A7}" type="pres">
      <dgm:prSet presAssocID="{B158152E-BEFF-4980-8922-812E4FDFB988}" presName="background2" presStyleLbl="node2" presStyleIdx="0" presStyleCnt="2"/>
      <dgm:spPr/>
    </dgm:pt>
    <dgm:pt modelId="{04EF80DC-559A-4DD8-AB98-DF721F8BD335}" type="pres">
      <dgm:prSet presAssocID="{B158152E-BEFF-4980-8922-812E4FDFB988}" presName="text2" presStyleLbl="fgAcc2" presStyleIdx="0" presStyleCnt="2">
        <dgm:presLayoutVars>
          <dgm:chPref val="3"/>
        </dgm:presLayoutVars>
      </dgm:prSet>
      <dgm:spPr/>
    </dgm:pt>
    <dgm:pt modelId="{19007810-1025-4DF0-9D5D-1C1545CF9509}" type="pres">
      <dgm:prSet presAssocID="{B158152E-BEFF-4980-8922-812E4FDFB988}" presName="hierChild3" presStyleCnt="0"/>
      <dgm:spPr/>
    </dgm:pt>
    <dgm:pt modelId="{44AC591A-AD78-4CA0-95B7-D42F2227ED78}" type="pres">
      <dgm:prSet presAssocID="{5532F78C-22D3-46BD-A4D8-BC33D983DD7B}" presName="Name17" presStyleLbl="parChTrans1D3" presStyleIdx="0" presStyleCnt="5"/>
      <dgm:spPr/>
    </dgm:pt>
    <dgm:pt modelId="{92131E5D-8DDE-47EB-A83E-855D763DC535}" type="pres">
      <dgm:prSet presAssocID="{6E45C97E-0752-4C2E-8864-C1ABDE78AED7}" presName="hierRoot3" presStyleCnt="0"/>
      <dgm:spPr/>
    </dgm:pt>
    <dgm:pt modelId="{7DCD74CD-702D-46F1-BFFD-8FA940D56AF0}" type="pres">
      <dgm:prSet presAssocID="{6E45C97E-0752-4C2E-8864-C1ABDE78AED7}" presName="composite3" presStyleCnt="0"/>
      <dgm:spPr/>
    </dgm:pt>
    <dgm:pt modelId="{956C5A52-8CC3-4A58-8733-3ADBD9B4809F}" type="pres">
      <dgm:prSet presAssocID="{6E45C97E-0752-4C2E-8864-C1ABDE78AED7}" presName="background3" presStyleLbl="node3" presStyleIdx="0" presStyleCnt="5"/>
      <dgm:spPr/>
    </dgm:pt>
    <dgm:pt modelId="{1967F261-E4F8-434F-8F56-14E20BD91820}" type="pres">
      <dgm:prSet presAssocID="{6E45C97E-0752-4C2E-8864-C1ABDE78AED7}" presName="text3" presStyleLbl="fgAcc3" presStyleIdx="0" presStyleCnt="5">
        <dgm:presLayoutVars>
          <dgm:chPref val="3"/>
        </dgm:presLayoutVars>
      </dgm:prSet>
      <dgm:spPr/>
    </dgm:pt>
    <dgm:pt modelId="{9B4B8179-990D-4C32-9A80-CDB349FF7CFD}" type="pres">
      <dgm:prSet presAssocID="{6E45C97E-0752-4C2E-8864-C1ABDE78AED7}" presName="hierChild4" presStyleCnt="0"/>
      <dgm:spPr/>
    </dgm:pt>
    <dgm:pt modelId="{0E5B29F5-173F-4BC0-9991-BB58131471EA}" type="pres">
      <dgm:prSet presAssocID="{61F7D8A4-9E1B-4260-A117-747B0D44DB98}" presName="Name17" presStyleLbl="parChTrans1D3" presStyleIdx="1" presStyleCnt="5"/>
      <dgm:spPr/>
    </dgm:pt>
    <dgm:pt modelId="{83057C8F-DDED-41D9-8297-0BED03B724D2}" type="pres">
      <dgm:prSet presAssocID="{F2566947-EDDF-48F4-8B42-F426CAEFADF4}" presName="hierRoot3" presStyleCnt="0"/>
      <dgm:spPr/>
    </dgm:pt>
    <dgm:pt modelId="{64A15421-93F3-436F-954F-75367F1F0547}" type="pres">
      <dgm:prSet presAssocID="{F2566947-EDDF-48F4-8B42-F426CAEFADF4}" presName="composite3" presStyleCnt="0"/>
      <dgm:spPr/>
    </dgm:pt>
    <dgm:pt modelId="{4A79A66E-7C56-4977-9062-CE64CB0FB1EA}" type="pres">
      <dgm:prSet presAssocID="{F2566947-EDDF-48F4-8B42-F426CAEFADF4}" presName="background3" presStyleLbl="node3" presStyleIdx="1" presStyleCnt="5"/>
      <dgm:spPr/>
    </dgm:pt>
    <dgm:pt modelId="{84E24FBC-81D6-42E7-8DA4-4EFFEA1D8E04}" type="pres">
      <dgm:prSet presAssocID="{F2566947-EDDF-48F4-8B42-F426CAEFADF4}" presName="text3" presStyleLbl="fgAcc3" presStyleIdx="1" presStyleCnt="5">
        <dgm:presLayoutVars>
          <dgm:chPref val="3"/>
        </dgm:presLayoutVars>
      </dgm:prSet>
      <dgm:spPr/>
    </dgm:pt>
    <dgm:pt modelId="{A5AB2486-89D8-4EF8-8E5E-4F5A97C6A4D4}" type="pres">
      <dgm:prSet presAssocID="{F2566947-EDDF-48F4-8B42-F426CAEFADF4}" presName="hierChild4" presStyleCnt="0"/>
      <dgm:spPr/>
    </dgm:pt>
    <dgm:pt modelId="{8FF3FAC5-1912-45A4-81C7-8BD7CD82795D}" type="pres">
      <dgm:prSet presAssocID="{CEE284AB-1277-4E42-A415-C306E49FFF4F}" presName="Name10" presStyleLbl="parChTrans1D2" presStyleIdx="1" presStyleCnt="2"/>
      <dgm:spPr/>
    </dgm:pt>
    <dgm:pt modelId="{FA3DC07C-D863-487A-B68F-A513500D3FCC}" type="pres">
      <dgm:prSet presAssocID="{FD5C8234-7BEB-4331-8142-AE0665252614}" presName="hierRoot2" presStyleCnt="0"/>
      <dgm:spPr/>
    </dgm:pt>
    <dgm:pt modelId="{9B09760E-1F40-4C70-9CF8-A21EA6CEECDC}" type="pres">
      <dgm:prSet presAssocID="{FD5C8234-7BEB-4331-8142-AE0665252614}" presName="composite2" presStyleCnt="0"/>
      <dgm:spPr/>
    </dgm:pt>
    <dgm:pt modelId="{566C811B-ECF8-4501-96D9-E246B2E04042}" type="pres">
      <dgm:prSet presAssocID="{FD5C8234-7BEB-4331-8142-AE0665252614}" presName="background2" presStyleLbl="node2" presStyleIdx="1" presStyleCnt="2"/>
      <dgm:spPr/>
    </dgm:pt>
    <dgm:pt modelId="{DA811F06-58CE-492C-989E-5E01E0D5E83B}" type="pres">
      <dgm:prSet presAssocID="{FD5C8234-7BEB-4331-8142-AE0665252614}" presName="text2" presStyleLbl="fgAcc2" presStyleIdx="1" presStyleCnt="2">
        <dgm:presLayoutVars>
          <dgm:chPref val="3"/>
        </dgm:presLayoutVars>
      </dgm:prSet>
      <dgm:spPr/>
    </dgm:pt>
    <dgm:pt modelId="{779A9475-3915-43FD-A3FB-7FB596595958}" type="pres">
      <dgm:prSet presAssocID="{FD5C8234-7BEB-4331-8142-AE0665252614}" presName="hierChild3" presStyleCnt="0"/>
      <dgm:spPr/>
    </dgm:pt>
    <dgm:pt modelId="{988A18CE-E2CA-480C-B323-2237987DE8B2}" type="pres">
      <dgm:prSet presAssocID="{BAA84567-8153-44EA-96EE-F8364BD8AA89}" presName="Name17" presStyleLbl="parChTrans1D3" presStyleIdx="2" presStyleCnt="5"/>
      <dgm:spPr/>
    </dgm:pt>
    <dgm:pt modelId="{9569B6D2-4347-4980-8085-B894D3F2039E}" type="pres">
      <dgm:prSet presAssocID="{86F844E7-1CB2-42EA-B3A7-0A0DEB9F52BA}" presName="hierRoot3" presStyleCnt="0"/>
      <dgm:spPr/>
    </dgm:pt>
    <dgm:pt modelId="{EC4A6AC9-3BB4-42FD-8F43-00BF32A75101}" type="pres">
      <dgm:prSet presAssocID="{86F844E7-1CB2-42EA-B3A7-0A0DEB9F52BA}" presName="composite3" presStyleCnt="0"/>
      <dgm:spPr/>
    </dgm:pt>
    <dgm:pt modelId="{4A874F81-89C7-4C90-9EDC-85CC52A43302}" type="pres">
      <dgm:prSet presAssocID="{86F844E7-1CB2-42EA-B3A7-0A0DEB9F52BA}" presName="background3" presStyleLbl="node3" presStyleIdx="2" presStyleCnt="5"/>
      <dgm:spPr/>
    </dgm:pt>
    <dgm:pt modelId="{E9B9F132-A31D-494C-B934-EF1513B7C629}" type="pres">
      <dgm:prSet presAssocID="{86F844E7-1CB2-42EA-B3A7-0A0DEB9F52BA}" presName="text3" presStyleLbl="fgAcc3" presStyleIdx="2" presStyleCnt="5">
        <dgm:presLayoutVars>
          <dgm:chPref val="3"/>
        </dgm:presLayoutVars>
      </dgm:prSet>
      <dgm:spPr/>
    </dgm:pt>
    <dgm:pt modelId="{662C76A8-069F-4391-A453-10984B2DD54D}" type="pres">
      <dgm:prSet presAssocID="{86F844E7-1CB2-42EA-B3A7-0A0DEB9F52BA}" presName="hierChild4" presStyleCnt="0"/>
      <dgm:spPr/>
    </dgm:pt>
    <dgm:pt modelId="{BBEFDC9D-6DEA-4DE7-A7E4-60ACF7D62EFE}" type="pres">
      <dgm:prSet presAssocID="{4EC75082-CB8A-4395-9006-26C8A87B1936}" presName="Name17" presStyleLbl="parChTrans1D3" presStyleIdx="3" presStyleCnt="5"/>
      <dgm:spPr/>
    </dgm:pt>
    <dgm:pt modelId="{F2722DEE-E30D-437D-A30F-78C8D37B68B5}" type="pres">
      <dgm:prSet presAssocID="{D0460A66-7756-4596-95CC-1F51CF2A280E}" presName="hierRoot3" presStyleCnt="0"/>
      <dgm:spPr/>
    </dgm:pt>
    <dgm:pt modelId="{C40EB8F3-8AA8-4E48-A2E3-0402F7805EA7}" type="pres">
      <dgm:prSet presAssocID="{D0460A66-7756-4596-95CC-1F51CF2A280E}" presName="composite3" presStyleCnt="0"/>
      <dgm:spPr/>
    </dgm:pt>
    <dgm:pt modelId="{94B121C5-16A0-4B91-AFC6-A5DD2A21DC7A}" type="pres">
      <dgm:prSet presAssocID="{D0460A66-7756-4596-95CC-1F51CF2A280E}" presName="background3" presStyleLbl="node3" presStyleIdx="3" presStyleCnt="5"/>
      <dgm:spPr/>
    </dgm:pt>
    <dgm:pt modelId="{E79779AE-7549-4A9C-BB50-8BDE24966E5D}" type="pres">
      <dgm:prSet presAssocID="{D0460A66-7756-4596-95CC-1F51CF2A280E}" presName="text3" presStyleLbl="fgAcc3" presStyleIdx="3" presStyleCnt="5">
        <dgm:presLayoutVars>
          <dgm:chPref val="3"/>
        </dgm:presLayoutVars>
      </dgm:prSet>
      <dgm:spPr/>
    </dgm:pt>
    <dgm:pt modelId="{3FAFA9F5-CF7E-4EF3-BCA3-54AC14D7C437}" type="pres">
      <dgm:prSet presAssocID="{D0460A66-7756-4596-95CC-1F51CF2A280E}" presName="hierChild4" presStyleCnt="0"/>
      <dgm:spPr/>
    </dgm:pt>
    <dgm:pt modelId="{2879809B-66EA-41B9-AACC-ACC696A42E1F}" type="pres">
      <dgm:prSet presAssocID="{F8F2B60E-B162-4F9E-AC55-B66388454BB6}" presName="Name23" presStyleLbl="parChTrans1D4" presStyleIdx="0" presStyleCnt="2"/>
      <dgm:spPr/>
    </dgm:pt>
    <dgm:pt modelId="{3E0E24AE-D806-4F90-9BD9-9453B08393BF}" type="pres">
      <dgm:prSet presAssocID="{3C611B11-F975-4181-A62C-35A97BA8375B}" presName="hierRoot4" presStyleCnt="0"/>
      <dgm:spPr/>
    </dgm:pt>
    <dgm:pt modelId="{8D6DC9E9-70C3-46DD-88BE-791A190E2F14}" type="pres">
      <dgm:prSet presAssocID="{3C611B11-F975-4181-A62C-35A97BA8375B}" presName="composite4" presStyleCnt="0"/>
      <dgm:spPr/>
    </dgm:pt>
    <dgm:pt modelId="{43DACF03-C343-4FA3-A062-28C19366EAF3}" type="pres">
      <dgm:prSet presAssocID="{3C611B11-F975-4181-A62C-35A97BA8375B}" presName="background4" presStyleLbl="node4" presStyleIdx="0" presStyleCnt="2"/>
      <dgm:spPr/>
    </dgm:pt>
    <dgm:pt modelId="{E8056BA7-F26D-4A68-AE29-86AAF5712107}" type="pres">
      <dgm:prSet presAssocID="{3C611B11-F975-4181-A62C-35A97BA8375B}" presName="text4" presStyleLbl="fgAcc4" presStyleIdx="0" presStyleCnt="2">
        <dgm:presLayoutVars>
          <dgm:chPref val="3"/>
        </dgm:presLayoutVars>
      </dgm:prSet>
      <dgm:spPr/>
    </dgm:pt>
    <dgm:pt modelId="{CAF9BB11-DEFE-4536-841F-068006ACF448}" type="pres">
      <dgm:prSet presAssocID="{3C611B11-F975-4181-A62C-35A97BA8375B}" presName="hierChild5" presStyleCnt="0"/>
      <dgm:spPr/>
    </dgm:pt>
    <dgm:pt modelId="{FBDA6E46-0045-4C82-ABFE-678E3C7455CD}" type="pres">
      <dgm:prSet presAssocID="{A57544C4-8000-4201-A32F-F04264AD438C}" presName="Name23" presStyleLbl="parChTrans1D4" presStyleIdx="1" presStyleCnt="2"/>
      <dgm:spPr/>
    </dgm:pt>
    <dgm:pt modelId="{AA842556-7B63-4EE4-89A0-EB614590D9FC}" type="pres">
      <dgm:prSet presAssocID="{EEA39ADB-9522-4AB0-AAC4-B56ADECB7D17}" presName="hierRoot4" presStyleCnt="0"/>
      <dgm:spPr/>
    </dgm:pt>
    <dgm:pt modelId="{C6CA7284-C555-4839-A868-1E71EDD8313E}" type="pres">
      <dgm:prSet presAssocID="{EEA39ADB-9522-4AB0-AAC4-B56ADECB7D17}" presName="composite4" presStyleCnt="0"/>
      <dgm:spPr/>
    </dgm:pt>
    <dgm:pt modelId="{8FC33AA4-B9CD-4EBE-AE90-8FA4D8D6234C}" type="pres">
      <dgm:prSet presAssocID="{EEA39ADB-9522-4AB0-AAC4-B56ADECB7D17}" presName="background4" presStyleLbl="node4" presStyleIdx="1" presStyleCnt="2"/>
      <dgm:spPr/>
    </dgm:pt>
    <dgm:pt modelId="{FE87155B-A9E6-4143-A11A-DE646E0B443E}" type="pres">
      <dgm:prSet presAssocID="{EEA39ADB-9522-4AB0-AAC4-B56ADECB7D17}" presName="text4" presStyleLbl="fgAcc4" presStyleIdx="1" presStyleCnt="2">
        <dgm:presLayoutVars>
          <dgm:chPref val="3"/>
        </dgm:presLayoutVars>
      </dgm:prSet>
      <dgm:spPr/>
    </dgm:pt>
    <dgm:pt modelId="{D4D035AC-392A-48C0-A333-74ED618DBA59}" type="pres">
      <dgm:prSet presAssocID="{EEA39ADB-9522-4AB0-AAC4-B56ADECB7D17}" presName="hierChild5" presStyleCnt="0"/>
      <dgm:spPr/>
    </dgm:pt>
    <dgm:pt modelId="{08242927-CEAE-4E2B-909A-01AFFCDF3071}" type="pres">
      <dgm:prSet presAssocID="{5BD5BE03-437F-4B3F-AB7B-CD102E7C5374}" presName="Name17" presStyleLbl="parChTrans1D3" presStyleIdx="4" presStyleCnt="5"/>
      <dgm:spPr/>
    </dgm:pt>
    <dgm:pt modelId="{5609143B-2DAE-41F2-8AB4-9E299D25F056}" type="pres">
      <dgm:prSet presAssocID="{EA36120B-AF62-4ED9-BE46-29E5193D5488}" presName="hierRoot3" presStyleCnt="0"/>
      <dgm:spPr/>
    </dgm:pt>
    <dgm:pt modelId="{69C04724-8545-4E6F-A59B-C9AC024D59C6}" type="pres">
      <dgm:prSet presAssocID="{EA36120B-AF62-4ED9-BE46-29E5193D5488}" presName="composite3" presStyleCnt="0"/>
      <dgm:spPr/>
    </dgm:pt>
    <dgm:pt modelId="{1D0784BF-A55F-49EB-A4AB-61D1E2E4FDE1}" type="pres">
      <dgm:prSet presAssocID="{EA36120B-AF62-4ED9-BE46-29E5193D5488}" presName="background3" presStyleLbl="node3" presStyleIdx="4" presStyleCnt="5"/>
      <dgm:spPr/>
    </dgm:pt>
    <dgm:pt modelId="{12BC2F40-DD25-4B5C-9468-CE244B4E4020}" type="pres">
      <dgm:prSet presAssocID="{EA36120B-AF62-4ED9-BE46-29E5193D5488}" presName="text3" presStyleLbl="fgAcc3" presStyleIdx="4" presStyleCnt="5">
        <dgm:presLayoutVars>
          <dgm:chPref val="3"/>
        </dgm:presLayoutVars>
      </dgm:prSet>
      <dgm:spPr/>
    </dgm:pt>
    <dgm:pt modelId="{89B0CAE7-B9B4-4201-AACD-94305664874C}" type="pres">
      <dgm:prSet presAssocID="{EA36120B-AF62-4ED9-BE46-29E5193D5488}" presName="hierChild4" presStyleCnt="0"/>
      <dgm:spPr/>
    </dgm:pt>
  </dgm:ptLst>
  <dgm:cxnLst>
    <dgm:cxn modelId="{99E32A11-2588-47B8-A743-38F8A8912C55}" type="presOf" srcId="{49E01912-BD46-4D0F-8592-FE3D48D7E89D}" destId="{3FCDAD92-4A1A-4E43-A447-BF29FCD644F7}" srcOrd="0" destOrd="0" presId="urn:microsoft.com/office/officeart/2005/8/layout/hierarchy1"/>
    <dgm:cxn modelId="{E1FB6411-FE6A-4DC3-9756-730060F7694E}" type="presOf" srcId="{4EC75082-CB8A-4395-9006-26C8A87B1936}" destId="{BBEFDC9D-6DEA-4DE7-A7E4-60ACF7D62EFE}" srcOrd="0" destOrd="0" presId="urn:microsoft.com/office/officeart/2005/8/layout/hierarchy1"/>
    <dgm:cxn modelId="{8C219F12-B95F-4BA9-9263-C0818F119F5A}" srcId="{B158152E-BEFF-4980-8922-812E4FDFB988}" destId="{6E45C97E-0752-4C2E-8864-C1ABDE78AED7}" srcOrd="0" destOrd="0" parTransId="{5532F78C-22D3-46BD-A4D8-BC33D983DD7B}" sibTransId="{68DDC965-DC66-4F23-B182-54B8B14FEDBE}"/>
    <dgm:cxn modelId="{55F47E18-23F1-47CC-97AC-61DD7AC4B396}" srcId="{F5878E92-8240-4832-97DD-72E369960135}" destId="{B158152E-BEFF-4980-8922-812E4FDFB988}" srcOrd="0" destOrd="0" parTransId="{743080A1-C7BD-4FC2-A0EC-4A03460A2A8D}" sibTransId="{C93563AA-0D76-41F2-96FF-63781EA78977}"/>
    <dgm:cxn modelId="{4C92B31E-2AFA-4ED9-964F-193EE41FD448}" srcId="{49E01912-BD46-4D0F-8592-FE3D48D7E89D}" destId="{F5878E92-8240-4832-97DD-72E369960135}" srcOrd="0" destOrd="0" parTransId="{88D4378C-6606-4083-86F1-381E9F27817F}" sibTransId="{7330FAC4-7B74-42B3-9249-DAD42979EEDB}"/>
    <dgm:cxn modelId="{7EB9A820-32E4-4F55-973E-5573ED4FAA49}" type="presOf" srcId="{BAA84567-8153-44EA-96EE-F8364BD8AA89}" destId="{988A18CE-E2CA-480C-B323-2237987DE8B2}" srcOrd="0" destOrd="0" presId="urn:microsoft.com/office/officeart/2005/8/layout/hierarchy1"/>
    <dgm:cxn modelId="{6D4B2A2B-845A-40C0-BFD5-E419781F3341}" type="presOf" srcId="{FD5C8234-7BEB-4331-8142-AE0665252614}" destId="{DA811F06-58CE-492C-989E-5E01E0D5E83B}" srcOrd="0" destOrd="0" presId="urn:microsoft.com/office/officeart/2005/8/layout/hierarchy1"/>
    <dgm:cxn modelId="{E8BAB32C-3CCF-4A19-9955-0BC47C8B939C}" srcId="{FD5C8234-7BEB-4331-8142-AE0665252614}" destId="{D0460A66-7756-4596-95CC-1F51CF2A280E}" srcOrd="1" destOrd="0" parTransId="{4EC75082-CB8A-4395-9006-26C8A87B1936}" sibTransId="{00030F7A-8A9F-4969-8FB8-2AE0D6AEF0D6}"/>
    <dgm:cxn modelId="{E933052E-543F-45FC-B1EE-EC25D55351BD}" srcId="{D0460A66-7756-4596-95CC-1F51CF2A280E}" destId="{3C611B11-F975-4181-A62C-35A97BA8375B}" srcOrd="0" destOrd="0" parTransId="{F8F2B60E-B162-4F9E-AC55-B66388454BB6}" sibTransId="{DD56E978-4BD6-4027-B974-AE4BED07D9DA}"/>
    <dgm:cxn modelId="{38995332-8D85-4726-A133-2F91CE475ABA}" type="presOf" srcId="{86F844E7-1CB2-42EA-B3A7-0A0DEB9F52BA}" destId="{E9B9F132-A31D-494C-B934-EF1513B7C629}" srcOrd="0" destOrd="0" presId="urn:microsoft.com/office/officeart/2005/8/layout/hierarchy1"/>
    <dgm:cxn modelId="{2AF63C5D-D895-4375-A881-1F496E749911}" type="presOf" srcId="{EEA39ADB-9522-4AB0-AAC4-B56ADECB7D17}" destId="{FE87155B-A9E6-4143-A11A-DE646E0B443E}" srcOrd="0" destOrd="0" presId="urn:microsoft.com/office/officeart/2005/8/layout/hierarchy1"/>
    <dgm:cxn modelId="{D2B7D761-E132-436C-9C07-8D2EE600328D}" type="presOf" srcId="{6E45C97E-0752-4C2E-8864-C1ABDE78AED7}" destId="{1967F261-E4F8-434F-8F56-14E20BD91820}" srcOrd="0" destOrd="0" presId="urn:microsoft.com/office/officeart/2005/8/layout/hierarchy1"/>
    <dgm:cxn modelId="{86ABBB62-9841-4A77-B64C-6A31DD24863C}" type="presOf" srcId="{B158152E-BEFF-4980-8922-812E4FDFB988}" destId="{04EF80DC-559A-4DD8-AB98-DF721F8BD335}" srcOrd="0" destOrd="0" presId="urn:microsoft.com/office/officeart/2005/8/layout/hierarchy1"/>
    <dgm:cxn modelId="{D0789951-88D1-4AAE-9346-0CF8E5CB65C3}" srcId="{FD5C8234-7BEB-4331-8142-AE0665252614}" destId="{86F844E7-1CB2-42EA-B3A7-0A0DEB9F52BA}" srcOrd="0" destOrd="0" parTransId="{BAA84567-8153-44EA-96EE-F8364BD8AA89}" sibTransId="{A43586C1-6B73-4EE5-8F97-22502575DA5E}"/>
    <dgm:cxn modelId="{D1611653-45CC-4A1F-8F7B-41FBC6A9D83F}" type="presOf" srcId="{CEE284AB-1277-4E42-A415-C306E49FFF4F}" destId="{8FF3FAC5-1912-45A4-81C7-8BD7CD82795D}" srcOrd="0" destOrd="0" presId="urn:microsoft.com/office/officeart/2005/8/layout/hierarchy1"/>
    <dgm:cxn modelId="{C0FF3A53-DC27-4926-9F25-9410D146D421}" type="presOf" srcId="{A57544C4-8000-4201-A32F-F04264AD438C}" destId="{FBDA6E46-0045-4C82-ABFE-678E3C7455CD}" srcOrd="0" destOrd="0" presId="urn:microsoft.com/office/officeart/2005/8/layout/hierarchy1"/>
    <dgm:cxn modelId="{6BC03759-8C52-4A83-8EB0-9B7884048E2D}" type="presOf" srcId="{3C611B11-F975-4181-A62C-35A97BA8375B}" destId="{E8056BA7-F26D-4A68-AE29-86AAF5712107}" srcOrd="0" destOrd="0" presId="urn:microsoft.com/office/officeart/2005/8/layout/hierarchy1"/>
    <dgm:cxn modelId="{D49A377E-7D71-4C04-9FA8-EFF8C6831502}" srcId="{B158152E-BEFF-4980-8922-812E4FDFB988}" destId="{F2566947-EDDF-48F4-8B42-F426CAEFADF4}" srcOrd="1" destOrd="0" parTransId="{61F7D8A4-9E1B-4260-A117-747B0D44DB98}" sibTransId="{A810D316-E79E-42C8-9CBA-D316E9144C32}"/>
    <dgm:cxn modelId="{507CDA8E-4784-4018-B8AE-0CC2C742D132}" type="presOf" srcId="{61F7D8A4-9E1B-4260-A117-747B0D44DB98}" destId="{0E5B29F5-173F-4BC0-9991-BB58131471EA}" srcOrd="0" destOrd="0" presId="urn:microsoft.com/office/officeart/2005/8/layout/hierarchy1"/>
    <dgm:cxn modelId="{156E9A95-FCA7-4275-A8E0-029C25F9EC65}" srcId="{D0460A66-7756-4596-95CC-1F51CF2A280E}" destId="{EEA39ADB-9522-4AB0-AAC4-B56ADECB7D17}" srcOrd="1" destOrd="0" parTransId="{A57544C4-8000-4201-A32F-F04264AD438C}" sibTransId="{60003845-A8DB-4ABE-9CD6-CBBFB7EC3ECA}"/>
    <dgm:cxn modelId="{9934739C-2C4D-4203-8E38-419B2705881E}" srcId="{F5878E92-8240-4832-97DD-72E369960135}" destId="{FD5C8234-7BEB-4331-8142-AE0665252614}" srcOrd="1" destOrd="0" parTransId="{CEE284AB-1277-4E42-A415-C306E49FFF4F}" sibTransId="{7ABB3E51-E9B1-4E32-B786-02420D28A10C}"/>
    <dgm:cxn modelId="{0B450DA8-615C-4E1E-9E90-BB4A033C5ED3}" srcId="{FD5C8234-7BEB-4331-8142-AE0665252614}" destId="{EA36120B-AF62-4ED9-BE46-29E5193D5488}" srcOrd="2" destOrd="0" parTransId="{5BD5BE03-437F-4B3F-AB7B-CD102E7C5374}" sibTransId="{62788087-718E-4132-8BCD-06E3F49BDB8B}"/>
    <dgm:cxn modelId="{DCFFC5AD-CDED-426C-81B9-64110026620F}" type="presOf" srcId="{F8F2B60E-B162-4F9E-AC55-B66388454BB6}" destId="{2879809B-66EA-41B9-AACC-ACC696A42E1F}" srcOrd="0" destOrd="0" presId="urn:microsoft.com/office/officeart/2005/8/layout/hierarchy1"/>
    <dgm:cxn modelId="{BD997BB0-5078-4D2E-BA61-C9233689A3FB}" type="presOf" srcId="{5BD5BE03-437F-4B3F-AB7B-CD102E7C5374}" destId="{08242927-CEAE-4E2B-909A-01AFFCDF3071}" srcOrd="0" destOrd="0" presId="urn:microsoft.com/office/officeart/2005/8/layout/hierarchy1"/>
    <dgm:cxn modelId="{CFDE1CB4-B733-44DB-80CD-2C2EE314DD70}" type="presOf" srcId="{F5878E92-8240-4832-97DD-72E369960135}" destId="{D1F57BEE-AE82-4498-A4AE-4811D240D67F}" srcOrd="0" destOrd="0" presId="urn:microsoft.com/office/officeart/2005/8/layout/hierarchy1"/>
    <dgm:cxn modelId="{166C34D5-E0E7-4F04-B0FE-F7E44A445AA2}" type="presOf" srcId="{EA36120B-AF62-4ED9-BE46-29E5193D5488}" destId="{12BC2F40-DD25-4B5C-9468-CE244B4E4020}" srcOrd="0" destOrd="0" presId="urn:microsoft.com/office/officeart/2005/8/layout/hierarchy1"/>
    <dgm:cxn modelId="{79E300DF-5405-4BF2-B92F-F6D7C54AE846}" type="presOf" srcId="{F2566947-EDDF-48F4-8B42-F426CAEFADF4}" destId="{84E24FBC-81D6-42E7-8DA4-4EFFEA1D8E04}" srcOrd="0" destOrd="0" presId="urn:microsoft.com/office/officeart/2005/8/layout/hierarchy1"/>
    <dgm:cxn modelId="{4F6321E8-0B7A-428A-9B7D-DA67B780BA23}" type="presOf" srcId="{743080A1-C7BD-4FC2-A0EC-4A03460A2A8D}" destId="{9972630A-6C88-4A55-9418-17028023D774}" srcOrd="0" destOrd="0" presId="urn:microsoft.com/office/officeart/2005/8/layout/hierarchy1"/>
    <dgm:cxn modelId="{4235BBEB-94B3-41CE-8FB2-6AFA2200D721}" type="presOf" srcId="{5532F78C-22D3-46BD-A4D8-BC33D983DD7B}" destId="{44AC591A-AD78-4CA0-95B7-D42F2227ED78}" srcOrd="0" destOrd="0" presId="urn:microsoft.com/office/officeart/2005/8/layout/hierarchy1"/>
    <dgm:cxn modelId="{84F02BED-97EF-48F6-9224-9FD247AFEB45}" type="presOf" srcId="{D0460A66-7756-4596-95CC-1F51CF2A280E}" destId="{E79779AE-7549-4A9C-BB50-8BDE24966E5D}" srcOrd="0" destOrd="0" presId="urn:microsoft.com/office/officeart/2005/8/layout/hierarchy1"/>
    <dgm:cxn modelId="{346AD57F-B424-4746-BC9A-F93E01FF2D04}" type="presParOf" srcId="{3FCDAD92-4A1A-4E43-A447-BF29FCD644F7}" destId="{91CB232B-B99E-4940-AF83-BA6A5D40C228}" srcOrd="0" destOrd="0" presId="urn:microsoft.com/office/officeart/2005/8/layout/hierarchy1"/>
    <dgm:cxn modelId="{7B1455ED-5088-42B8-9C3F-A402D59335BA}" type="presParOf" srcId="{91CB232B-B99E-4940-AF83-BA6A5D40C228}" destId="{39B71736-A363-40EE-9748-9536F001717E}" srcOrd="0" destOrd="0" presId="urn:microsoft.com/office/officeart/2005/8/layout/hierarchy1"/>
    <dgm:cxn modelId="{ED65D33A-548C-41CD-AA9B-7D6A04AE0D80}" type="presParOf" srcId="{39B71736-A363-40EE-9748-9536F001717E}" destId="{1FF12C03-E89C-4A6E-AF5D-A10072F227AB}" srcOrd="0" destOrd="0" presId="urn:microsoft.com/office/officeart/2005/8/layout/hierarchy1"/>
    <dgm:cxn modelId="{CDA927D7-28D3-4BE3-9BEF-AD5E8ED645ED}" type="presParOf" srcId="{39B71736-A363-40EE-9748-9536F001717E}" destId="{D1F57BEE-AE82-4498-A4AE-4811D240D67F}" srcOrd="1" destOrd="0" presId="urn:microsoft.com/office/officeart/2005/8/layout/hierarchy1"/>
    <dgm:cxn modelId="{A772C8F0-A696-44F0-8A34-9B52CB51AF09}" type="presParOf" srcId="{91CB232B-B99E-4940-AF83-BA6A5D40C228}" destId="{0CE2F09D-CF44-42C0-A38B-72BFDA468936}" srcOrd="1" destOrd="0" presId="urn:microsoft.com/office/officeart/2005/8/layout/hierarchy1"/>
    <dgm:cxn modelId="{E296064A-8C59-4A9E-A46A-DD865AA86CC1}" type="presParOf" srcId="{0CE2F09D-CF44-42C0-A38B-72BFDA468936}" destId="{9972630A-6C88-4A55-9418-17028023D774}" srcOrd="0" destOrd="0" presId="urn:microsoft.com/office/officeart/2005/8/layout/hierarchy1"/>
    <dgm:cxn modelId="{EA394640-FD67-4C61-9A18-8D2B152C2CBE}" type="presParOf" srcId="{0CE2F09D-CF44-42C0-A38B-72BFDA468936}" destId="{1FEFB261-8D8A-43CE-B6AA-C9B90C88EA38}" srcOrd="1" destOrd="0" presId="urn:microsoft.com/office/officeart/2005/8/layout/hierarchy1"/>
    <dgm:cxn modelId="{6CFF3EAF-8349-46B3-A262-5F6551450509}" type="presParOf" srcId="{1FEFB261-8D8A-43CE-B6AA-C9B90C88EA38}" destId="{0AD80522-60EB-4390-87BE-8F4E08216A8D}" srcOrd="0" destOrd="0" presId="urn:microsoft.com/office/officeart/2005/8/layout/hierarchy1"/>
    <dgm:cxn modelId="{893386EF-F408-48EC-BCD6-668962610008}" type="presParOf" srcId="{0AD80522-60EB-4390-87BE-8F4E08216A8D}" destId="{262FC079-CCD5-409C-9366-64E1018AD7A7}" srcOrd="0" destOrd="0" presId="urn:microsoft.com/office/officeart/2005/8/layout/hierarchy1"/>
    <dgm:cxn modelId="{F42CC226-60C2-4BB9-8040-1F3CA6CDAFC1}" type="presParOf" srcId="{0AD80522-60EB-4390-87BE-8F4E08216A8D}" destId="{04EF80DC-559A-4DD8-AB98-DF721F8BD335}" srcOrd="1" destOrd="0" presId="urn:microsoft.com/office/officeart/2005/8/layout/hierarchy1"/>
    <dgm:cxn modelId="{BD871E23-0E1C-427D-B028-D1E616C1AC8B}" type="presParOf" srcId="{1FEFB261-8D8A-43CE-B6AA-C9B90C88EA38}" destId="{19007810-1025-4DF0-9D5D-1C1545CF9509}" srcOrd="1" destOrd="0" presId="urn:microsoft.com/office/officeart/2005/8/layout/hierarchy1"/>
    <dgm:cxn modelId="{FF86E139-5192-4583-B60E-6AD7D5D13D39}" type="presParOf" srcId="{19007810-1025-4DF0-9D5D-1C1545CF9509}" destId="{44AC591A-AD78-4CA0-95B7-D42F2227ED78}" srcOrd="0" destOrd="0" presId="urn:microsoft.com/office/officeart/2005/8/layout/hierarchy1"/>
    <dgm:cxn modelId="{9DA8FCEE-3FFD-4E41-A2DF-09729221CFC2}" type="presParOf" srcId="{19007810-1025-4DF0-9D5D-1C1545CF9509}" destId="{92131E5D-8DDE-47EB-A83E-855D763DC535}" srcOrd="1" destOrd="0" presId="urn:microsoft.com/office/officeart/2005/8/layout/hierarchy1"/>
    <dgm:cxn modelId="{56ED5D79-7E01-465D-B2ED-16FDD9CC0F18}" type="presParOf" srcId="{92131E5D-8DDE-47EB-A83E-855D763DC535}" destId="{7DCD74CD-702D-46F1-BFFD-8FA940D56AF0}" srcOrd="0" destOrd="0" presId="urn:microsoft.com/office/officeart/2005/8/layout/hierarchy1"/>
    <dgm:cxn modelId="{B281922F-773B-4660-9FFC-A7EFBE3AEA9D}" type="presParOf" srcId="{7DCD74CD-702D-46F1-BFFD-8FA940D56AF0}" destId="{956C5A52-8CC3-4A58-8733-3ADBD9B4809F}" srcOrd="0" destOrd="0" presId="urn:microsoft.com/office/officeart/2005/8/layout/hierarchy1"/>
    <dgm:cxn modelId="{F99EBF67-587A-4814-B1F1-7AC8F6811C04}" type="presParOf" srcId="{7DCD74CD-702D-46F1-BFFD-8FA940D56AF0}" destId="{1967F261-E4F8-434F-8F56-14E20BD91820}" srcOrd="1" destOrd="0" presId="urn:microsoft.com/office/officeart/2005/8/layout/hierarchy1"/>
    <dgm:cxn modelId="{5118554D-6790-4868-ADF0-969A53381503}" type="presParOf" srcId="{92131E5D-8DDE-47EB-A83E-855D763DC535}" destId="{9B4B8179-990D-4C32-9A80-CDB349FF7CFD}" srcOrd="1" destOrd="0" presId="urn:microsoft.com/office/officeart/2005/8/layout/hierarchy1"/>
    <dgm:cxn modelId="{690B09FF-864C-4F15-B791-450A5540BD34}" type="presParOf" srcId="{19007810-1025-4DF0-9D5D-1C1545CF9509}" destId="{0E5B29F5-173F-4BC0-9991-BB58131471EA}" srcOrd="2" destOrd="0" presId="urn:microsoft.com/office/officeart/2005/8/layout/hierarchy1"/>
    <dgm:cxn modelId="{2CE3142C-0C17-4AFB-B833-8542E6A2B750}" type="presParOf" srcId="{19007810-1025-4DF0-9D5D-1C1545CF9509}" destId="{83057C8F-DDED-41D9-8297-0BED03B724D2}" srcOrd="3" destOrd="0" presId="urn:microsoft.com/office/officeart/2005/8/layout/hierarchy1"/>
    <dgm:cxn modelId="{53AB3493-DBFA-4DE2-ABDE-98FAEE304C4D}" type="presParOf" srcId="{83057C8F-DDED-41D9-8297-0BED03B724D2}" destId="{64A15421-93F3-436F-954F-75367F1F0547}" srcOrd="0" destOrd="0" presId="urn:microsoft.com/office/officeart/2005/8/layout/hierarchy1"/>
    <dgm:cxn modelId="{58C73247-B196-4714-B5D8-D12B833D5DB0}" type="presParOf" srcId="{64A15421-93F3-436F-954F-75367F1F0547}" destId="{4A79A66E-7C56-4977-9062-CE64CB0FB1EA}" srcOrd="0" destOrd="0" presId="urn:microsoft.com/office/officeart/2005/8/layout/hierarchy1"/>
    <dgm:cxn modelId="{F75F9EDF-7A97-41D2-B493-809D8D97412B}" type="presParOf" srcId="{64A15421-93F3-436F-954F-75367F1F0547}" destId="{84E24FBC-81D6-42E7-8DA4-4EFFEA1D8E04}" srcOrd="1" destOrd="0" presId="urn:microsoft.com/office/officeart/2005/8/layout/hierarchy1"/>
    <dgm:cxn modelId="{4CC77F41-3028-49FF-9F1F-4FD7BB16FE30}" type="presParOf" srcId="{83057C8F-DDED-41D9-8297-0BED03B724D2}" destId="{A5AB2486-89D8-4EF8-8E5E-4F5A97C6A4D4}" srcOrd="1" destOrd="0" presId="urn:microsoft.com/office/officeart/2005/8/layout/hierarchy1"/>
    <dgm:cxn modelId="{43727B38-B228-4AF8-959D-24D1853BB20A}" type="presParOf" srcId="{0CE2F09D-CF44-42C0-A38B-72BFDA468936}" destId="{8FF3FAC5-1912-45A4-81C7-8BD7CD82795D}" srcOrd="2" destOrd="0" presId="urn:microsoft.com/office/officeart/2005/8/layout/hierarchy1"/>
    <dgm:cxn modelId="{8CB00581-7D06-45FD-9178-C4CB1AB4BA1E}" type="presParOf" srcId="{0CE2F09D-CF44-42C0-A38B-72BFDA468936}" destId="{FA3DC07C-D863-487A-B68F-A513500D3FCC}" srcOrd="3" destOrd="0" presId="urn:microsoft.com/office/officeart/2005/8/layout/hierarchy1"/>
    <dgm:cxn modelId="{BE708DC9-BBE7-4CAF-A81B-E1AC76554B7B}" type="presParOf" srcId="{FA3DC07C-D863-487A-B68F-A513500D3FCC}" destId="{9B09760E-1F40-4C70-9CF8-A21EA6CEECDC}" srcOrd="0" destOrd="0" presId="urn:microsoft.com/office/officeart/2005/8/layout/hierarchy1"/>
    <dgm:cxn modelId="{3C1C14F2-B233-479B-B677-7D40564C3B05}" type="presParOf" srcId="{9B09760E-1F40-4C70-9CF8-A21EA6CEECDC}" destId="{566C811B-ECF8-4501-96D9-E246B2E04042}" srcOrd="0" destOrd="0" presId="urn:microsoft.com/office/officeart/2005/8/layout/hierarchy1"/>
    <dgm:cxn modelId="{7F018683-0DA6-43D9-A165-3043DCE08844}" type="presParOf" srcId="{9B09760E-1F40-4C70-9CF8-A21EA6CEECDC}" destId="{DA811F06-58CE-492C-989E-5E01E0D5E83B}" srcOrd="1" destOrd="0" presId="urn:microsoft.com/office/officeart/2005/8/layout/hierarchy1"/>
    <dgm:cxn modelId="{42074BAA-34E7-4ED6-B14F-9823AA1B34B7}" type="presParOf" srcId="{FA3DC07C-D863-487A-B68F-A513500D3FCC}" destId="{779A9475-3915-43FD-A3FB-7FB596595958}" srcOrd="1" destOrd="0" presId="urn:microsoft.com/office/officeart/2005/8/layout/hierarchy1"/>
    <dgm:cxn modelId="{4185DD99-CED3-4147-AAED-978AB2CDB996}" type="presParOf" srcId="{779A9475-3915-43FD-A3FB-7FB596595958}" destId="{988A18CE-E2CA-480C-B323-2237987DE8B2}" srcOrd="0" destOrd="0" presId="urn:microsoft.com/office/officeart/2005/8/layout/hierarchy1"/>
    <dgm:cxn modelId="{FF56CA20-F3BE-4D8F-B9B9-B6AB79840935}" type="presParOf" srcId="{779A9475-3915-43FD-A3FB-7FB596595958}" destId="{9569B6D2-4347-4980-8085-B894D3F2039E}" srcOrd="1" destOrd="0" presId="urn:microsoft.com/office/officeart/2005/8/layout/hierarchy1"/>
    <dgm:cxn modelId="{C63D5494-4D69-48DD-8170-CD03B72E3B84}" type="presParOf" srcId="{9569B6D2-4347-4980-8085-B894D3F2039E}" destId="{EC4A6AC9-3BB4-42FD-8F43-00BF32A75101}" srcOrd="0" destOrd="0" presId="urn:microsoft.com/office/officeart/2005/8/layout/hierarchy1"/>
    <dgm:cxn modelId="{F629CC9C-BB1D-417C-9059-41D1EC95D17F}" type="presParOf" srcId="{EC4A6AC9-3BB4-42FD-8F43-00BF32A75101}" destId="{4A874F81-89C7-4C90-9EDC-85CC52A43302}" srcOrd="0" destOrd="0" presId="urn:microsoft.com/office/officeart/2005/8/layout/hierarchy1"/>
    <dgm:cxn modelId="{C71263F3-4D8B-48CD-B3D2-4E0AB544050D}" type="presParOf" srcId="{EC4A6AC9-3BB4-42FD-8F43-00BF32A75101}" destId="{E9B9F132-A31D-494C-B934-EF1513B7C629}" srcOrd="1" destOrd="0" presId="urn:microsoft.com/office/officeart/2005/8/layout/hierarchy1"/>
    <dgm:cxn modelId="{BA1E4A3D-1E3D-4FE5-AAB1-F6AB2C802310}" type="presParOf" srcId="{9569B6D2-4347-4980-8085-B894D3F2039E}" destId="{662C76A8-069F-4391-A453-10984B2DD54D}" srcOrd="1" destOrd="0" presId="urn:microsoft.com/office/officeart/2005/8/layout/hierarchy1"/>
    <dgm:cxn modelId="{E0B6CCD6-3A9D-4183-9ED3-EF12B46F4A00}" type="presParOf" srcId="{779A9475-3915-43FD-A3FB-7FB596595958}" destId="{BBEFDC9D-6DEA-4DE7-A7E4-60ACF7D62EFE}" srcOrd="2" destOrd="0" presId="urn:microsoft.com/office/officeart/2005/8/layout/hierarchy1"/>
    <dgm:cxn modelId="{B48CB44E-5399-4744-8094-AAFA239D16E3}" type="presParOf" srcId="{779A9475-3915-43FD-A3FB-7FB596595958}" destId="{F2722DEE-E30D-437D-A30F-78C8D37B68B5}" srcOrd="3" destOrd="0" presId="urn:microsoft.com/office/officeart/2005/8/layout/hierarchy1"/>
    <dgm:cxn modelId="{3B2B2B87-FC7C-49B7-A4A3-A86747F903D1}" type="presParOf" srcId="{F2722DEE-E30D-437D-A30F-78C8D37B68B5}" destId="{C40EB8F3-8AA8-4E48-A2E3-0402F7805EA7}" srcOrd="0" destOrd="0" presId="urn:microsoft.com/office/officeart/2005/8/layout/hierarchy1"/>
    <dgm:cxn modelId="{1D40CB98-A632-4869-9ED8-4C276AB52F7D}" type="presParOf" srcId="{C40EB8F3-8AA8-4E48-A2E3-0402F7805EA7}" destId="{94B121C5-16A0-4B91-AFC6-A5DD2A21DC7A}" srcOrd="0" destOrd="0" presId="urn:microsoft.com/office/officeart/2005/8/layout/hierarchy1"/>
    <dgm:cxn modelId="{7C8D6E21-2166-4E28-B185-B7EC1B198750}" type="presParOf" srcId="{C40EB8F3-8AA8-4E48-A2E3-0402F7805EA7}" destId="{E79779AE-7549-4A9C-BB50-8BDE24966E5D}" srcOrd="1" destOrd="0" presId="urn:microsoft.com/office/officeart/2005/8/layout/hierarchy1"/>
    <dgm:cxn modelId="{1D4E46BB-2414-4CB6-9299-B95EB427099B}" type="presParOf" srcId="{F2722DEE-E30D-437D-A30F-78C8D37B68B5}" destId="{3FAFA9F5-CF7E-4EF3-BCA3-54AC14D7C437}" srcOrd="1" destOrd="0" presId="urn:microsoft.com/office/officeart/2005/8/layout/hierarchy1"/>
    <dgm:cxn modelId="{60964D78-A156-4D20-9D7C-ED785AE93B33}" type="presParOf" srcId="{3FAFA9F5-CF7E-4EF3-BCA3-54AC14D7C437}" destId="{2879809B-66EA-41B9-AACC-ACC696A42E1F}" srcOrd="0" destOrd="0" presId="urn:microsoft.com/office/officeart/2005/8/layout/hierarchy1"/>
    <dgm:cxn modelId="{D324D6D8-DA69-47AC-A545-BAA3FE5508BD}" type="presParOf" srcId="{3FAFA9F5-CF7E-4EF3-BCA3-54AC14D7C437}" destId="{3E0E24AE-D806-4F90-9BD9-9453B08393BF}" srcOrd="1" destOrd="0" presId="urn:microsoft.com/office/officeart/2005/8/layout/hierarchy1"/>
    <dgm:cxn modelId="{CCC06D2D-7364-4994-AF0C-72C1FD1619E3}" type="presParOf" srcId="{3E0E24AE-D806-4F90-9BD9-9453B08393BF}" destId="{8D6DC9E9-70C3-46DD-88BE-791A190E2F14}" srcOrd="0" destOrd="0" presId="urn:microsoft.com/office/officeart/2005/8/layout/hierarchy1"/>
    <dgm:cxn modelId="{3FC8ACFE-1B39-4B15-A87D-99465EF0532B}" type="presParOf" srcId="{8D6DC9E9-70C3-46DD-88BE-791A190E2F14}" destId="{43DACF03-C343-4FA3-A062-28C19366EAF3}" srcOrd="0" destOrd="0" presId="urn:microsoft.com/office/officeart/2005/8/layout/hierarchy1"/>
    <dgm:cxn modelId="{26204083-C68B-45B4-B575-7A132524E661}" type="presParOf" srcId="{8D6DC9E9-70C3-46DD-88BE-791A190E2F14}" destId="{E8056BA7-F26D-4A68-AE29-86AAF5712107}" srcOrd="1" destOrd="0" presId="urn:microsoft.com/office/officeart/2005/8/layout/hierarchy1"/>
    <dgm:cxn modelId="{AA13C338-F4BA-4359-8BEB-EFB0FE239DF0}" type="presParOf" srcId="{3E0E24AE-D806-4F90-9BD9-9453B08393BF}" destId="{CAF9BB11-DEFE-4536-841F-068006ACF448}" srcOrd="1" destOrd="0" presId="urn:microsoft.com/office/officeart/2005/8/layout/hierarchy1"/>
    <dgm:cxn modelId="{51F7C408-04F6-4C92-B046-02C2DCCA8B8F}" type="presParOf" srcId="{3FAFA9F5-CF7E-4EF3-BCA3-54AC14D7C437}" destId="{FBDA6E46-0045-4C82-ABFE-678E3C7455CD}" srcOrd="2" destOrd="0" presId="urn:microsoft.com/office/officeart/2005/8/layout/hierarchy1"/>
    <dgm:cxn modelId="{988E7AF5-EDFE-4200-B79E-BC9710291154}" type="presParOf" srcId="{3FAFA9F5-CF7E-4EF3-BCA3-54AC14D7C437}" destId="{AA842556-7B63-4EE4-89A0-EB614590D9FC}" srcOrd="3" destOrd="0" presId="urn:microsoft.com/office/officeart/2005/8/layout/hierarchy1"/>
    <dgm:cxn modelId="{AE33428D-84E2-4330-A57A-B3147EE36A69}" type="presParOf" srcId="{AA842556-7B63-4EE4-89A0-EB614590D9FC}" destId="{C6CA7284-C555-4839-A868-1E71EDD8313E}" srcOrd="0" destOrd="0" presId="urn:microsoft.com/office/officeart/2005/8/layout/hierarchy1"/>
    <dgm:cxn modelId="{344AABDF-2293-45AB-B3A3-71DFD2DE2C11}" type="presParOf" srcId="{C6CA7284-C555-4839-A868-1E71EDD8313E}" destId="{8FC33AA4-B9CD-4EBE-AE90-8FA4D8D6234C}" srcOrd="0" destOrd="0" presId="urn:microsoft.com/office/officeart/2005/8/layout/hierarchy1"/>
    <dgm:cxn modelId="{BE25984A-8B0D-4962-9BA9-30DE544B8982}" type="presParOf" srcId="{C6CA7284-C555-4839-A868-1E71EDD8313E}" destId="{FE87155B-A9E6-4143-A11A-DE646E0B443E}" srcOrd="1" destOrd="0" presId="urn:microsoft.com/office/officeart/2005/8/layout/hierarchy1"/>
    <dgm:cxn modelId="{E32F16C4-DED7-45F4-A8E5-DBCE2254F451}" type="presParOf" srcId="{AA842556-7B63-4EE4-89A0-EB614590D9FC}" destId="{D4D035AC-392A-48C0-A333-74ED618DBA59}" srcOrd="1" destOrd="0" presId="urn:microsoft.com/office/officeart/2005/8/layout/hierarchy1"/>
    <dgm:cxn modelId="{6AC5254F-6447-4515-9AD3-B8A3944F5F68}" type="presParOf" srcId="{779A9475-3915-43FD-A3FB-7FB596595958}" destId="{08242927-CEAE-4E2B-909A-01AFFCDF3071}" srcOrd="4" destOrd="0" presId="urn:microsoft.com/office/officeart/2005/8/layout/hierarchy1"/>
    <dgm:cxn modelId="{62FB05AB-FE34-42F0-BBC7-271A2A3F7B76}" type="presParOf" srcId="{779A9475-3915-43FD-A3FB-7FB596595958}" destId="{5609143B-2DAE-41F2-8AB4-9E299D25F056}" srcOrd="5" destOrd="0" presId="urn:microsoft.com/office/officeart/2005/8/layout/hierarchy1"/>
    <dgm:cxn modelId="{B1FC41BB-9C7E-4D5A-ABD5-9A822AA753FC}" type="presParOf" srcId="{5609143B-2DAE-41F2-8AB4-9E299D25F056}" destId="{69C04724-8545-4E6F-A59B-C9AC024D59C6}" srcOrd="0" destOrd="0" presId="urn:microsoft.com/office/officeart/2005/8/layout/hierarchy1"/>
    <dgm:cxn modelId="{F393314C-AB42-4810-9274-AC508C8C9A45}" type="presParOf" srcId="{69C04724-8545-4E6F-A59B-C9AC024D59C6}" destId="{1D0784BF-A55F-49EB-A4AB-61D1E2E4FDE1}" srcOrd="0" destOrd="0" presId="urn:microsoft.com/office/officeart/2005/8/layout/hierarchy1"/>
    <dgm:cxn modelId="{9F66CF7F-4AF1-4E7A-AACF-87EDB30670D0}" type="presParOf" srcId="{69C04724-8545-4E6F-A59B-C9AC024D59C6}" destId="{12BC2F40-DD25-4B5C-9468-CE244B4E4020}" srcOrd="1" destOrd="0" presId="urn:microsoft.com/office/officeart/2005/8/layout/hierarchy1"/>
    <dgm:cxn modelId="{FCB2942C-9627-456B-B936-5419338D05BA}" type="presParOf" srcId="{5609143B-2DAE-41F2-8AB4-9E299D25F056}" destId="{89B0CAE7-B9B4-4201-AACD-94305664874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9E01912-BD46-4D0F-8592-FE3D48D7E89D}" type="doc">
      <dgm:prSet loTypeId="urn:microsoft.com/office/officeart/2005/8/layout/hierarchy1" loCatId="hierarchy" qsTypeId="urn:microsoft.com/office/officeart/2005/8/quickstyle/simple1#19" qsCatId="simple" csTypeId="urn:microsoft.com/office/officeart/2005/8/colors/accent1_2#17" csCatId="accent1" phldr="1"/>
      <dgm:spPr/>
      <dgm:t>
        <a:bodyPr/>
        <a:lstStyle/>
        <a:p>
          <a:endParaRPr lang="es-ES"/>
        </a:p>
      </dgm:t>
    </dgm:pt>
    <dgm:pt modelId="{F5878E92-8240-4832-97DD-72E369960135}">
      <dgm:prSet phldrT="[Texto]"/>
      <dgm:spPr/>
      <dgm:t>
        <a:bodyPr/>
        <a:lstStyle/>
        <a:p>
          <a:r>
            <a:rPr lang="es-ES" dirty="0">
              <a:solidFill>
                <a:sysClr val="windowText" lastClr="000000"/>
              </a:solidFill>
            </a:rPr>
            <a:t>Pruebas</a:t>
          </a:r>
        </a:p>
      </dgm:t>
    </dgm:pt>
    <dgm:pt modelId="{88D4378C-6606-4083-86F1-381E9F27817F}" type="parTrans" cxnId="{4C92B31E-2AFA-4ED9-964F-193EE41FD448}">
      <dgm:prSet/>
      <dgm:spPr/>
      <dgm:t>
        <a:bodyPr/>
        <a:lstStyle/>
        <a:p>
          <a:endParaRPr lang="es-ES">
            <a:solidFill>
              <a:sysClr val="windowText" lastClr="000000"/>
            </a:solidFill>
          </a:endParaRPr>
        </a:p>
      </dgm:t>
    </dgm:pt>
    <dgm:pt modelId="{7330FAC4-7B74-42B3-9249-DAD42979EEDB}" type="sibTrans" cxnId="{4C92B31E-2AFA-4ED9-964F-193EE41FD448}">
      <dgm:prSet/>
      <dgm:spPr/>
      <dgm:t>
        <a:bodyPr/>
        <a:lstStyle/>
        <a:p>
          <a:endParaRPr lang="es-ES">
            <a:solidFill>
              <a:sysClr val="windowText" lastClr="000000"/>
            </a:solidFill>
          </a:endParaRPr>
        </a:p>
      </dgm:t>
    </dgm:pt>
    <dgm:pt modelId="{B158152E-BEFF-4980-8922-812E4FDFB988}">
      <dgm:prSet phldrT="[Texto]"/>
      <dgm:spPr/>
      <dgm:t>
        <a:bodyPr/>
        <a:lstStyle/>
        <a:p>
          <a:r>
            <a:rPr lang="es-ES" dirty="0">
              <a:solidFill>
                <a:sysClr val="windowText" lastClr="000000"/>
              </a:solidFill>
            </a:rPr>
            <a:t>Estáticas</a:t>
          </a:r>
        </a:p>
      </dgm:t>
    </dgm:pt>
    <dgm:pt modelId="{743080A1-C7BD-4FC2-A0EC-4A03460A2A8D}" type="parTrans" cxnId="{55F47E18-23F1-47CC-97AC-61DD7AC4B396}">
      <dgm:prSet/>
      <dgm:spPr/>
      <dgm:t>
        <a:bodyPr/>
        <a:lstStyle/>
        <a:p>
          <a:endParaRPr lang="es-ES">
            <a:solidFill>
              <a:sysClr val="windowText" lastClr="000000"/>
            </a:solidFill>
          </a:endParaRPr>
        </a:p>
      </dgm:t>
    </dgm:pt>
    <dgm:pt modelId="{C93563AA-0D76-41F2-96FF-63781EA78977}" type="sibTrans" cxnId="{55F47E18-23F1-47CC-97AC-61DD7AC4B396}">
      <dgm:prSet/>
      <dgm:spPr/>
      <dgm:t>
        <a:bodyPr/>
        <a:lstStyle/>
        <a:p>
          <a:endParaRPr lang="es-ES">
            <a:solidFill>
              <a:sysClr val="windowText" lastClr="000000"/>
            </a:solidFill>
          </a:endParaRPr>
        </a:p>
      </dgm:t>
    </dgm:pt>
    <dgm:pt modelId="{6E45C97E-0752-4C2E-8864-C1ABDE78AED7}">
      <dgm:prSet phldrT="[Texto]"/>
      <dgm:spPr/>
      <dgm:t>
        <a:bodyPr/>
        <a:lstStyle/>
        <a:p>
          <a:r>
            <a:rPr lang="es-ES" dirty="0">
              <a:solidFill>
                <a:sysClr val="windowText" lastClr="000000"/>
              </a:solidFill>
            </a:rPr>
            <a:t>Análisis estático</a:t>
          </a:r>
        </a:p>
      </dgm:t>
    </dgm:pt>
    <dgm:pt modelId="{5532F78C-22D3-46BD-A4D8-BC33D983DD7B}" type="parTrans" cxnId="{8C219F12-B95F-4BA9-9263-C0818F119F5A}">
      <dgm:prSet/>
      <dgm:spPr/>
      <dgm:t>
        <a:bodyPr/>
        <a:lstStyle/>
        <a:p>
          <a:endParaRPr lang="es-ES">
            <a:solidFill>
              <a:sysClr val="windowText" lastClr="000000"/>
            </a:solidFill>
          </a:endParaRPr>
        </a:p>
      </dgm:t>
    </dgm:pt>
    <dgm:pt modelId="{68DDC965-DC66-4F23-B182-54B8B14FEDBE}" type="sibTrans" cxnId="{8C219F12-B95F-4BA9-9263-C0818F119F5A}">
      <dgm:prSet/>
      <dgm:spPr/>
      <dgm:t>
        <a:bodyPr/>
        <a:lstStyle/>
        <a:p>
          <a:endParaRPr lang="es-ES">
            <a:solidFill>
              <a:sysClr val="windowText" lastClr="000000"/>
            </a:solidFill>
          </a:endParaRPr>
        </a:p>
      </dgm:t>
    </dgm:pt>
    <dgm:pt modelId="{F2566947-EDDF-48F4-8B42-F426CAEFADF4}">
      <dgm:prSet phldrT="[Texto]"/>
      <dgm:spPr/>
      <dgm:t>
        <a:bodyPr/>
        <a:lstStyle/>
        <a:p>
          <a:r>
            <a:rPr lang="es-ES" dirty="0">
              <a:solidFill>
                <a:sysClr val="windowText" lastClr="000000"/>
              </a:solidFill>
            </a:rPr>
            <a:t>Revisión</a:t>
          </a:r>
        </a:p>
      </dgm:t>
    </dgm:pt>
    <dgm:pt modelId="{61F7D8A4-9E1B-4260-A117-747B0D44DB98}" type="parTrans" cxnId="{D49A377E-7D71-4C04-9FA8-EFF8C6831502}">
      <dgm:prSet/>
      <dgm:spPr/>
      <dgm:t>
        <a:bodyPr/>
        <a:lstStyle/>
        <a:p>
          <a:endParaRPr lang="es-ES">
            <a:solidFill>
              <a:sysClr val="windowText" lastClr="000000"/>
            </a:solidFill>
          </a:endParaRPr>
        </a:p>
      </dgm:t>
    </dgm:pt>
    <dgm:pt modelId="{A810D316-E79E-42C8-9CBA-D316E9144C32}" type="sibTrans" cxnId="{D49A377E-7D71-4C04-9FA8-EFF8C6831502}">
      <dgm:prSet/>
      <dgm:spPr/>
      <dgm:t>
        <a:bodyPr/>
        <a:lstStyle/>
        <a:p>
          <a:endParaRPr lang="es-ES">
            <a:solidFill>
              <a:sysClr val="windowText" lastClr="000000"/>
            </a:solidFill>
          </a:endParaRPr>
        </a:p>
      </dgm:t>
    </dgm:pt>
    <dgm:pt modelId="{FD5C8234-7BEB-4331-8142-AE0665252614}">
      <dgm:prSet phldrT="[Texto]"/>
      <dgm:spPr/>
      <dgm:t>
        <a:bodyPr/>
        <a:lstStyle/>
        <a:p>
          <a:r>
            <a:rPr lang="es-ES" dirty="0">
              <a:solidFill>
                <a:sysClr val="windowText" lastClr="000000"/>
              </a:solidFill>
            </a:rPr>
            <a:t>Dinámicas</a:t>
          </a:r>
        </a:p>
      </dgm:t>
    </dgm:pt>
    <dgm:pt modelId="{CEE284AB-1277-4E42-A415-C306E49FFF4F}" type="parTrans" cxnId="{9934739C-2C4D-4203-8E38-419B2705881E}">
      <dgm:prSet/>
      <dgm:spPr/>
      <dgm:t>
        <a:bodyPr/>
        <a:lstStyle/>
        <a:p>
          <a:endParaRPr lang="es-ES">
            <a:solidFill>
              <a:sysClr val="windowText" lastClr="000000"/>
            </a:solidFill>
          </a:endParaRPr>
        </a:p>
      </dgm:t>
    </dgm:pt>
    <dgm:pt modelId="{7ABB3E51-E9B1-4E32-B786-02420D28A10C}" type="sibTrans" cxnId="{9934739C-2C4D-4203-8E38-419B2705881E}">
      <dgm:prSet/>
      <dgm:spPr/>
      <dgm:t>
        <a:bodyPr/>
        <a:lstStyle/>
        <a:p>
          <a:endParaRPr lang="es-ES">
            <a:solidFill>
              <a:sysClr val="windowText" lastClr="000000"/>
            </a:solidFill>
          </a:endParaRPr>
        </a:p>
      </dgm:t>
    </dgm:pt>
    <dgm:pt modelId="{86F844E7-1CB2-42EA-B3A7-0A0DEB9F52BA}">
      <dgm:prSet phldrT="[Texto]"/>
      <dgm:spPr/>
      <dgm:t>
        <a:bodyPr/>
        <a:lstStyle/>
        <a:p>
          <a:r>
            <a:rPr lang="es-ES" dirty="0">
              <a:solidFill>
                <a:sysClr val="windowText" lastClr="000000"/>
              </a:solidFill>
            </a:rPr>
            <a:t>Caja Blanca</a:t>
          </a:r>
        </a:p>
      </dgm:t>
    </dgm:pt>
    <dgm:pt modelId="{BAA84567-8153-44EA-96EE-F8364BD8AA89}" type="parTrans" cxnId="{D0789951-88D1-4AAE-9346-0CF8E5CB65C3}">
      <dgm:prSet/>
      <dgm:spPr/>
      <dgm:t>
        <a:bodyPr/>
        <a:lstStyle/>
        <a:p>
          <a:endParaRPr lang="es-ES">
            <a:solidFill>
              <a:sysClr val="windowText" lastClr="000000"/>
            </a:solidFill>
          </a:endParaRPr>
        </a:p>
      </dgm:t>
    </dgm:pt>
    <dgm:pt modelId="{A43586C1-6B73-4EE5-8F97-22502575DA5E}" type="sibTrans" cxnId="{D0789951-88D1-4AAE-9346-0CF8E5CB65C3}">
      <dgm:prSet/>
      <dgm:spPr/>
      <dgm:t>
        <a:bodyPr/>
        <a:lstStyle/>
        <a:p>
          <a:endParaRPr lang="es-ES">
            <a:solidFill>
              <a:sysClr val="windowText" lastClr="000000"/>
            </a:solidFill>
          </a:endParaRPr>
        </a:p>
      </dgm:t>
    </dgm:pt>
    <dgm:pt modelId="{D0460A66-7756-4596-95CC-1F51CF2A280E}">
      <dgm:prSet phldrT="[Texto]"/>
      <dgm:spPr/>
      <dgm:t>
        <a:bodyPr/>
        <a:lstStyle/>
        <a:p>
          <a:r>
            <a:rPr lang="es-ES" dirty="0">
              <a:solidFill>
                <a:sysClr val="windowText" lastClr="000000"/>
              </a:solidFill>
            </a:rPr>
            <a:t>Caja Negra</a:t>
          </a:r>
        </a:p>
      </dgm:t>
    </dgm:pt>
    <dgm:pt modelId="{4EC75082-CB8A-4395-9006-26C8A87B1936}" type="parTrans" cxnId="{E8BAB32C-3CCF-4A19-9955-0BC47C8B939C}">
      <dgm:prSet/>
      <dgm:spPr/>
      <dgm:t>
        <a:bodyPr/>
        <a:lstStyle/>
        <a:p>
          <a:endParaRPr lang="es-ES">
            <a:solidFill>
              <a:sysClr val="windowText" lastClr="000000"/>
            </a:solidFill>
          </a:endParaRPr>
        </a:p>
      </dgm:t>
    </dgm:pt>
    <dgm:pt modelId="{00030F7A-8A9F-4969-8FB8-2AE0D6AEF0D6}" type="sibTrans" cxnId="{E8BAB32C-3CCF-4A19-9955-0BC47C8B939C}">
      <dgm:prSet/>
      <dgm:spPr/>
      <dgm:t>
        <a:bodyPr/>
        <a:lstStyle/>
        <a:p>
          <a:endParaRPr lang="es-ES">
            <a:solidFill>
              <a:sysClr val="windowText" lastClr="000000"/>
            </a:solidFill>
          </a:endParaRPr>
        </a:p>
      </dgm:t>
    </dgm:pt>
    <dgm:pt modelId="{EA36120B-AF62-4ED9-BE46-29E5193D5488}">
      <dgm:prSet phldrT="[Texto]"/>
      <dgm:spPr/>
      <dgm:t>
        <a:bodyPr/>
        <a:lstStyle/>
        <a:p>
          <a:r>
            <a:rPr lang="es-ES" dirty="0">
              <a:solidFill>
                <a:sysClr val="windowText" lastClr="000000"/>
              </a:solidFill>
            </a:rPr>
            <a:t>Basadas en la experiencia</a:t>
          </a:r>
        </a:p>
      </dgm:t>
    </dgm:pt>
    <dgm:pt modelId="{5BD5BE03-437F-4B3F-AB7B-CD102E7C5374}" type="parTrans" cxnId="{0B450DA8-615C-4E1E-9E90-BB4A033C5ED3}">
      <dgm:prSet/>
      <dgm:spPr/>
      <dgm:t>
        <a:bodyPr/>
        <a:lstStyle/>
        <a:p>
          <a:endParaRPr lang="es-ES">
            <a:solidFill>
              <a:sysClr val="windowText" lastClr="000000"/>
            </a:solidFill>
          </a:endParaRPr>
        </a:p>
      </dgm:t>
    </dgm:pt>
    <dgm:pt modelId="{62788087-718E-4132-8BCD-06E3F49BDB8B}" type="sibTrans" cxnId="{0B450DA8-615C-4E1E-9E90-BB4A033C5ED3}">
      <dgm:prSet/>
      <dgm:spPr/>
      <dgm:t>
        <a:bodyPr/>
        <a:lstStyle/>
        <a:p>
          <a:endParaRPr lang="es-ES">
            <a:solidFill>
              <a:sysClr val="windowText" lastClr="000000"/>
            </a:solidFill>
          </a:endParaRPr>
        </a:p>
      </dgm:t>
    </dgm:pt>
    <dgm:pt modelId="{3C611B11-F975-4181-A62C-35A97BA8375B}">
      <dgm:prSet phldrT="[Texto]"/>
      <dgm:spPr/>
      <dgm:t>
        <a:bodyPr/>
        <a:lstStyle/>
        <a:p>
          <a:r>
            <a:rPr lang="es-ES" dirty="0">
              <a:solidFill>
                <a:sysClr val="windowText" lastClr="000000"/>
              </a:solidFill>
            </a:rPr>
            <a:t>Funcional</a:t>
          </a:r>
        </a:p>
      </dgm:t>
    </dgm:pt>
    <dgm:pt modelId="{F8F2B60E-B162-4F9E-AC55-B66388454BB6}" type="parTrans" cxnId="{E933052E-543F-45FC-B1EE-EC25D55351BD}">
      <dgm:prSet/>
      <dgm:spPr/>
      <dgm:t>
        <a:bodyPr/>
        <a:lstStyle/>
        <a:p>
          <a:endParaRPr lang="es-ES">
            <a:solidFill>
              <a:sysClr val="windowText" lastClr="000000"/>
            </a:solidFill>
          </a:endParaRPr>
        </a:p>
      </dgm:t>
    </dgm:pt>
    <dgm:pt modelId="{DD56E978-4BD6-4027-B974-AE4BED07D9DA}" type="sibTrans" cxnId="{E933052E-543F-45FC-B1EE-EC25D55351BD}">
      <dgm:prSet/>
      <dgm:spPr/>
      <dgm:t>
        <a:bodyPr/>
        <a:lstStyle/>
        <a:p>
          <a:endParaRPr lang="es-ES">
            <a:solidFill>
              <a:sysClr val="windowText" lastClr="000000"/>
            </a:solidFill>
          </a:endParaRPr>
        </a:p>
      </dgm:t>
    </dgm:pt>
    <dgm:pt modelId="{EEA39ADB-9522-4AB0-AAC4-B56ADECB7D17}">
      <dgm:prSet phldrT="[Texto]"/>
      <dgm:spPr/>
      <dgm:t>
        <a:bodyPr/>
        <a:lstStyle/>
        <a:p>
          <a:r>
            <a:rPr lang="es-ES" dirty="0">
              <a:solidFill>
                <a:sysClr val="windowText" lastClr="000000"/>
              </a:solidFill>
            </a:rPr>
            <a:t>No funcional</a:t>
          </a:r>
        </a:p>
      </dgm:t>
    </dgm:pt>
    <dgm:pt modelId="{A57544C4-8000-4201-A32F-F04264AD438C}" type="parTrans" cxnId="{156E9A95-FCA7-4275-A8E0-029C25F9EC65}">
      <dgm:prSet/>
      <dgm:spPr/>
      <dgm:t>
        <a:bodyPr/>
        <a:lstStyle/>
        <a:p>
          <a:endParaRPr lang="es-ES">
            <a:solidFill>
              <a:sysClr val="windowText" lastClr="000000"/>
            </a:solidFill>
          </a:endParaRPr>
        </a:p>
      </dgm:t>
    </dgm:pt>
    <dgm:pt modelId="{60003845-A8DB-4ABE-9CD6-CBBFB7EC3ECA}" type="sibTrans" cxnId="{156E9A95-FCA7-4275-A8E0-029C25F9EC65}">
      <dgm:prSet/>
      <dgm:spPr/>
      <dgm:t>
        <a:bodyPr/>
        <a:lstStyle/>
        <a:p>
          <a:endParaRPr lang="es-ES">
            <a:solidFill>
              <a:sysClr val="windowText" lastClr="000000"/>
            </a:solidFill>
          </a:endParaRPr>
        </a:p>
      </dgm:t>
    </dgm:pt>
    <dgm:pt modelId="{3FCDAD92-4A1A-4E43-A447-BF29FCD644F7}" type="pres">
      <dgm:prSet presAssocID="{49E01912-BD46-4D0F-8592-FE3D48D7E89D}" presName="hierChild1" presStyleCnt="0">
        <dgm:presLayoutVars>
          <dgm:chPref val="1"/>
          <dgm:dir/>
          <dgm:animOne val="branch"/>
          <dgm:animLvl val="lvl"/>
          <dgm:resizeHandles/>
        </dgm:presLayoutVars>
      </dgm:prSet>
      <dgm:spPr/>
    </dgm:pt>
    <dgm:pt modelId="{91CB232B-B99E-4940-AF83-BA6A5D40C228}" type="pres">
      <dgm:prSet presAssocID="{F5878E92-8240-4832-97DD-72E369960135}" presName="hierRoot1" presStyleCnt="0"/>
      <dgm:spPr/>
    </dgm:pt>
    <dgm:pt modelId="{39B71736-A363-40EE-9748-9536F001717E}" type="pres">
      <dgm:prSet presAssocID="{F5878E92-8240-4832-97DD-72E369960135}" presName="composite" presStyleCnt="0"/>
      <dgm:spPr/>
    </dgm:pt>
    <dgm:pt modelId="{1FF12C03-E89C-4A6E-AF5D-A10072F227AB}" type="pres">
      <dgm:prSet presAssocID="{F5878E92-8240-4832-97DD-72E369960135}" presName="background" presStyleLbl="node0" presStyleIdx="0" presStyleCnt="1"/>
      <dgm:spPr/>
    </dgm:pt>
    <dgm:pt modelId="{D1F57BEE-AE82-4498-A4AE-4811D240D67F}" type="pres">
      <dgm:prSet presAssocID="{F5878E92-8240-4832-97DD-72E369960135}" presName="text" presStyleLbl="fgAcc0" presStyleIdx="0" presStyleCnt="1">
        <dgm:presLayoutVars>
          <dgm:chPref val="3"/>
        </dgm:presLayoutVars>
      </dgm:prSet>
      <dgm:spPr/>
    </dgm:pt>
    <dgm:pt modelId="{0CE2F09D-CF44-42C0-A38B-72BFDA468936}" type="pres">
      <dgm:prSet presAssocID="{F5878E92-8240-4832-97DD-72E369960135}" presName="hierChild2" presStyleCnt="0"/>
      <dgm:spPr/>
    </dgm:pt>
    <dgm:pt modelId="{9972630A-6C88-4A55-9418-17028023D774}" type="pres">
      <dgm:prSet presAssocID="{743080A1-C7BD-4FC2-A0EC-4A03460A2A8D}" presName="Name10" presStyleLbl="parChTrans1D2" presStyleIdx="0" presStyleCnt="2"/>
      <dgm:spPr/>
    </dgm:pt>
    <dgm:pt modelId="{1FEFB261-8D8A-43CE-B6AA-C9B90C88EA38}" type="pres">
      <dgm:prSet presAssocID="{B158152E-BEFF-4980-8922-812E4FDFB988}" presName="hierRoot2" presStyleCnt="0"/>
      <dgm:spPr/>
    </dgm:pt>
    <dgm:pt modelId="{0AD80522-60EB-4390-87BE-8F4E08216A8D}" type="pres">
      <dgm:prSet presAssocID="{B158152E-BEFF-4980-8922-812E4FDFB988}" presName="composite2" presStyleCnt="0"/>
      <dgm:spPr/>
    </dgm:pt>
    <dgm:pt modelId="{262FC079-CCD5-409C-9366-64E1018AD7A7}" type="pres">
      <dgm:prSet presAssocID="{B158152E-BEFF-4980-8922-812E4FDFB988}" presName="background2" presStyleLbl="node2" presStyleIdx="0" presStyleCnt="2"/>
      <dgm:spPr/>
    </dgm:pt>
    <dgm:pt modelId="{04EF80DC-559A-4DD8-AB98-DF721F8BD335}" type="pres">
      <dgm:prSet presAssocID="{B158152E-BEFF-4980-8922-812E4FDFB988}" presName="text2" presStyleLbl="fgAcc2" presStyleIdx="0" presStyleCnt="2">
        <dgm:presLayoutVars>
          <dgm:chPref val="3"/>
        </dgm:presLayoutVars>
      </dgm:prSet>
      <dgm:spPr/>
    </dgm:pt>
    <dgm:pt modelId="{19007810-1025-4DF0-9D5D-1C1545CF9509}" type="pres">
      <dgm:prSet presAssocID="{B158152E-BEFF-4980-8922-812E4FDFB988}" presName="hierChild3" presStyleCnt="0"/>
      <dgm:spPr/>
    </dgm:pt>
    <dgm:pt modelId="{44AC591A-AD78-4CA0-95B7-D42F2227ED78}" type="pres">
      <dgm:prSet presAssocID="{5532F78C-22D3-46BD-A4D8-BC33D983DD7B}" presName="Name17" presStyleLbl="parChTrans1D3" presStyleIdx="0" presStyleCnt="5"/>
      <dgm:spPr/>
    </dgm:pt>
    <dgm:pt modelId="{92131E5D-8DDE-47EB-A83E-855D763DC535}" type="pres">
      <dgm:prSet presAssocID="{6E45C97E-0752-4C2E-8864-C1ABDE78AED7}" presName="hierRoot3" presStyleCnt="0"/>
      <dgm:spPr/>
    </dgm:pt>
    <dgm:pt modelId="{7DCD74CD-702D-46F1-BFFD-8FA940D56AF0}" type="pres">
      <dgm:prSet presAssocID="{6E45C97E-0752-4C2E-8864-C1ABDE78AED7}" presName="composite3" presStyleCnt="0"/>
      <dgm:spPr/>
    </dgm:pt>
    <dgm:pt modelId="{956C5A52-8CC3-4A58-8733-3ADBD9B4809F}" type="pres">
      <dgm:prSet presAssocID="{6E45C97E-0752-4C2E-8864-C1ABDE78AED7}" presName="background3" presStyleLbl="node3" presStyleIdx="0" presStyleCnt="5"/>
      <dgm:spPr/>
    </dgm:pt>
    <dgm:pt modelId="{1967F261-E4F8-434F-8F56-14E20BD91820}" type="pres">
      <dgm:prSet presAssocID="{6E45C97E-0752-4C2E-8864-C1ABDE78AED7}" presName="text3" presStyleLbl="fgAcc3" presStyleIdx="0" presStyleCnt="5">
        <dgm:presLayoutVars>
          <dgm:chPref val="3"/>
        </dgm:presLayoutVars>
      </dgm:prSet>
      <dgm:spPr/>
    </dgm:pt>
    <dgm:pt modelId="{9B4B8179-990D-4C32-9A80-CDB349FF7CFD}" type="pres">
      <dgm:prSet presAssocID="{6E45C97E-0752-4C2E-8864-C1ABDE78AED7}" presName="hierChild4" presStyleCnt="0"/>
      <dgm:spPr/>
    </dgm:pt>
    <dgm:pt modelId="{0E5B29F5-173F-4BC0-9991-BB58131471EA}" type="pres">
      <dgm:prSet presAssocID="{61F7D8A4-9E1B-4260-A117-747B0D44DB98}" presName="Name17" presStyleLbl="parChTrans1D3" presStyleIdx="1" presStyleCnt="5"/>
      <dgm:spPr/>
    </dgm:pt>
    <dgm:pt modelId="{83057C8F-DDED-41D9-8297-0BED03B724D2}" type="pres">
      <dgm:prSet presAssocID="{F2566947-EDDF-48F4-8B42-F426CAEFADF4}" presName="hierRoot3" presStyleCnt="0"/>
      <dgm:spPr/>
    </dgm:pt>
    <dgm:pt modelId="{64A15421-93F3-436F-954F-75367F1F0547}" type="pres">
      <dgm:prSet presAssocID="{F2566947-EDDF-48F4-8B42-F426CAEFADF4}" presName="composite3" presStyleCnt="0"/>
      <dgm:spPr/>
    </dgm:pt>
    <dgm:pt modelId="{4A79A66E-7C56-4977-9062-CE64CB0FB1EA}" type="pres">
      <dgm:prSet presAssocID="{F2566947-EDDF-48F4-8B42-F426CAEFADF4}" presName="background3" presStyleLbl="node3" presStyleIdx="1" presStyleCnt="5"/>
      <dgm:spPr/>
    </dgm:pt>
    <dgm:pt modelId="{84E24FBC-81D6-42E7-8DA4-4EFFEA1D8E04}" type="pres">
      <dgm:prSet presAssocID="{F2566947-EDDF-48F4-8B42-F426CAEFADF4}" presName="text3" presStyleLbl="fgAcc3" presStyleIdx="1" presStyleCnt="5">
        <dgm:presLayoutVars>
          <dgm:chPref val="3"/>
        </dgm:presLayoutVars>
      </dgm:prSet>
      <dgm:spPr/>
    </dgm:pt>
    <dgm:pt modelId="{A5AB2486-89D8-4EF8-8E5E-4F5A97C6A4D4}" type="pres">
      <dgm:prSet presAssocID="{F2566947-EDDF-48F4-8B42-F426CAEFADF4}" presName="hierChild4" presStyleCnt="0"/>
      <dgm:spPr/>
    </dgm:pt>
    <dgm:pt modelId="{8FF3FAC5-1912-45A4-81C7-8BD7CD82795D}" type="pres">
      <dgm:prSet presAssocID="{CEE284AB-1277-4E42-A415-C306E49FFF4F}" presName="Name10" presStyleLbl="parChTrans1D2" presStyleIdx="1" presStyleCnt="2"/>
      <dgm:spPr/>
    </dgm:pt>
    <dgm:pt modelId="{FA3DC07C-D863-487A-B68F-A513500D3FCC}" type="pres">
      <dgm:prSet presAssocID="{FD5C8234-7BEB-4331-8142-AE0665252614}" presName="hierRoot2" presStyleCnt="0"/>
      <dgm:spPr/>
    </dgm:pt>
    <dgm:pt modelId="{9B09760E-1F40-4C70-9CF8-A21EA6CEECDC}" type="pres">
      <dgm:prSet presAssocID="{FD5C8234-7BEB-4331-8142-AE0665252614}" presName="composite2" presStyleCnt="0"/>
      <dgm:spPr/>
    </dgm:pt>
    <dgm:pt modelId="{566C811B-ECF8-4501-96D9-E246B2E04042}" type="pres">
      <dgm:prSet presAssocID="{FD5C8234-7BEB-4331-8142-AE0665252614}" presName="background2" presStyleLbl="node2" presStyleIdx="1" presStyleCnt="2"/>
      <dgm:spPr/>
    </dgm:pt>
    <dgm:pt modelId="{DA811F06-58CE-492C-989E-5E01E0D5E83B}" type="pres">
      <dgm:prSet presAssocID="{FD5C8234-7BEB-4331-8142-AE0665252614}" presName="text2" presStyleLbl="fgAcc2" presStyleIdx="1" presStyleCnt="2">
        <dgm:presLayoutVars>
          <dgm:chPref val="3"/>
        </dgm:presLayoutVars>
      </dgm:prSet>
      <dgm:spPr/>
    </dgm:pt>
    <dgm:pt modelId="{779A9475-3915-43FD-A3FB-7FB596595958}" type="pres">
      <dgm:prSet presAssocID="{FD5C8234-7BEB-4331-8142-AE0665252614}" presName="hierChild3" presStyleCnt="0"/>
      <dgm:spPr/>
    </dgm:pt>
    <dgm:pt modelId="{988A18CE-E2CA-480C-B323-2237987DE8B2}" type="pres">
      <dgm:prSet presAssocID="{BAA84567-8153-44EA-96EE-F8364BD8AA89}" presName="Name17" presStyleLbl="parChTrans1D3" presStyleIdx="2" presStyleCnt="5"/>
      <dgm:spPr/>
    </dgm:pt>
    <dgm:pt modelId="{9569B6D2-4347-4980-8085-B894D3F2039E}" type="pres">
      <dgm:prSet presAssocID="{86F844E7-1CB2-42EA-B3A7-0A0DEB9F52BA}" presName="hierRoot3" presStyleCnt="0"/>
      <dgm:spPr/>
    </dgm:pt>
    <dgm:pt modelId="{EC4A6AC9-3BB4-42FD-8F43-00BF32A75101}" type="pres">
      <dgm:prSet presAssocID="{86F844E7-1CB2-42EA-B3A7-0A0DEB9F52BA}" presName="composite3" presStyleCnt="0"/>
      <dgm:spPr/>
    </dgm:pt>
    <dgm:pt modelId="{4A874F81-89C7-4C90-9EDC-85CC52A43302}" type="pres">
      <dgm:prSet presAssocID="{86F844E7-1CB2-42EA-B3A7-0A0DEB9F52BA}" presName="background3" presStyleLbl="node3" presStyleIdx="2" presStyleCnt="5"/>
      <dgm:spPr/>
    </dgm:pt>
    <dgm:pt modelId="{E9B9F132-A31D-494C-B934-EF1513B7C629}" type="pres">
      <dgm:prSet presAssocID="{86F844E7-1CB2-42EA-B3A7-0A0DEB9F52BA}" presName="text3" presStyleLbl="fgAcc3" presStyleIdx="2" presStyleCnt="5">
        <dgm:presLayoutVars>
          <dgm:chPref val="3"/>
        </dgm:presLayoutVars>
      </dgm:prSet>
      <dgm:spPr/>
    </dgm:pt>
    <dgm:pt modelId="{662C76A8-069F-4391-A453-10984B2DD54D}" type="pres">
      <dgm:prSet presAssocID="{86F844E7-1CB2-42EA-B3A7-0A0DEB9F52BA}" presName="hierChild4" presStyleCnt="0"/>
      <dgm:spPr/>
    </dgm:pt>
    <dgm:pt modelId="{BBEFDC9D-6DEA-4DE7-A7E4-60ACF7D62EFE}" type="pres">
      <dgm:prSet presAssocID="{4EC75082-CB8A-4395-9006-26C8A87B1936}" presName="Name17" presStyleLbl="parChTrans1D3" presStyleIdx="3" presStyleCnt="5"/>
      <dgm:spPr/>
    </dgm:pt>
    <dgm:pt modelId="{F2722DEE-E30D-437D-A30F-78C8D37B68B5}" type="pres">
      <dgm:prSet presAssocID="{D0460A66-7756-4596-95CC-1F51CF2A280E}" presName="hierRoot3" presStyleCnt="0"/>
      <dgm:spPr/>
    </dgm:pt>
    <dgm:pt modelId="{C40EB8F3-8AA8-4E48-A2E3-0402F7805EA7}" type="pres">
      <dgm:prSet presAssocID="{D0460A66-7756-4596-95CC-1F51CF2A280E}" presName="composite3" presStyleCnt="0"/>
      <dgm:spPr/>
    </dgm:pt>
    <dgm:pt modelId="{94B121C5-16A0-4B91-AFC6-A5DD2A21DC7A}" type="pres">
      <dgm:prSet presAssocID="{D0460A66-7756-4596-95CC-1F51CF2A280E}" presName="background3" presStyleLbl="node3" presStyleIdx="3" presStyleCnt="5"/>
      <dgm:spPr/>
    </dgm:pt>
    <dgm:pt modelId="{E79779AE-7549-4A9C-BB50-8BDE24966E5D}" type="pres">
      <dgm:prSet presAssocID="{D0460A66-7756-4596-95CC-1F51CF2A280E}" presName="text3" presStyleLbl="fgAcc3" presStyleIdx="3" presStyleCnt="5">
        <dgm:presLayoutVars>
          <dgm:chPref val="3"/>
        </dgm:presLayoutVars>
      </dgm:prSet>
      <dgm:spPr/>
    </dgm:pt>
    <dgm:pt modelId="{3FAFA9F5-CF7E-4EF3-BCA3-54AC14D7C437}" type="pres">
      <dgm:prSet presAssocID="{D0460A66-7756-4596-95CC-1F51CF2A280E}" presName="hierChild4" presStyleCnt="0"/>
      <dgm:spPr/>
    </dgm:pt>
    <dgm:pt modelId="{2879809B-66EA-41B9-AACC-ACC696A42E1F}" type="pres">
      <dgm:prSet presAssocID="{F8F2B60E-B162-4F9E-AC55-B66388454BB6}" presName="Name23" presStyleLbl="parChTrans1D4" presStyleIdx="0" presStyleCnt="2"/>
      <dgm:spPr/>
    </dgm:pt>
    <dgm:pt modelId="{3E0E24AE-D806-4F90-9BD9-9453B08393BF}" type="pres">
      <dgm:prSet presAssocID="{3C611B11-F975-4181-A62C-35A97BA8375B}" presName="hierRoot4" presStyleCnt="0"/>
      <dgm:spPr/>
    </dgm:pt>
    <dgm:pt modelId="{8D6DC9E9-70C3-46DD-88BE-791A190E2F14}" type="pres">
      <dgm:prSet presAssocID="{3C611B11-F975-4181-A62C-35A97BA8375B}" presName="composite4" presStyleCnt="0"/>
      <dgm:spPr/>
    </dgm:pt>
    <dgm:pt modelId="{43DACF03-C343-4FA3-A062-28C19366EAF3}" type="pres">
      <dgm:prSet presAssocID="{3C611B11-F975-4181-A62C-35A97BA8375B}" presName="background4" presStyleLbl="node4" presStyleIdx="0" presStyleCnt="2"/>
      <dgm:spPr/>
    </dgm:pt>
    <dgm:pt modelId="{E8056BA7-F26D-4A68-AE29-86AAF5712107}" type="pres">
      <dgm:prSet presAssocID="{3C611B11-F975-4181-A62C-35A97BA8375B}" presName="text4" presStyleLbl="fgAcc4" presStyleIdx="0" presStyleCnt="2">
        <dgm:presLayoutVars>
          <dgm:chPref val="3"/>
        </dgm:presLayoutVars>
      </dgm:prSet>
      <dgm:spPr/>
    </dgm:pt>
    <dgm:pt modelId="{CAF9BB11-DEFE-4536-841F-068006ACF448}" type="pres">
      <dgm:prSet presAssocID="{3C611B11-F975-4181-A62C-35A97BA8375B}" presName="hierChild5" presStyleCnt="0"/>
      <dgm:spPr/>
    </dgm:pt>
    <dgm:pt modelId="{FBDA6E46-0045-4C82-ABFE-678E3C7455CD}" type="pres">
      <dgm:prSet presAssocID="{A57544C4-8000-4201-A32F-F04264AD438C}" presName="Name23" presStyleLbl="parChTrans1D4" presStyleIdx="1" presStyleCnt="2"/>
      <dgm:spPr/>
    </dgm:pt>
    <dgm:pt modelId="{AA842556-7B63-4EE4-89A0-EB614590D9FC}" type="pres">
      <dgm:prSet presAssocID="{EEA39ADB-9522-4AB0-AAC4-B56ADECB7D17}" presName="hierRoot4" presStyleCnt="0"/>
      <dgm:spPr/>
    </dgm:pt>
    <dgm:pt modelId="{C6CA7284-C555-4839-A868-1E71EDD8313E}" type="pres">
      <dgm:prSet presAssocID="{EEA39ADB-9522-4AB0-AAC4-B56ADECB7D17}" presName="composite4" presStyleCnt="0"/>
      <dgm:spPr/>
    </dgm:pt>
    <dgm:pt modelId="{8FC33AA4-B9CD-4EBE-AE90-8FA4D8D6234C}" type="pres">
      <dgm:prSet presAssocID="{EEA39ADB-9522-4AB0-AAC4-B56ADECB7D17}" presName="background4" presStyleLbl="node4" presStyleIdx="1" presStyleCnt="2"/>
      <dgm:spPr/>
    </dgm:pt>
    <dgm:pt modelId="{FE87155B-A9E6-4143-A11A-DE646E0B443E}" type="pres">
      <dgm:prSet presAssocID="{EEA39ADB-9522-4AB0-AAC4-B56ADECB7D17}" presName="text4" presStyleLbl="fgAcc4" presStyleIdx="1" presStyleCnt="2">
        <dgm:presLayoutVars>
          <dgm:chPref val="3"/>
        </dgm:presLayoutVars>
      </dgm:prSet>
      <dgm:spPr/>
    </dgm:pt>
    <dgm:pt modelId="{D4D035AC-392A-48C0-A333-74ED618DBA59}" type="pres">
      <dgm:prSet presAssocID="{EEA39ADB-9522-4AB0-AAC4-B56ADECB7D17}" presName="hierChild5" presStyleCnt="0"/>
      <dgm:spPr/>
    </dgm:pt>
    <dgm:pt modelId="{08242927-CEAE-4E2B-909A-01AFFCDF3071}" type="pres">
      <dgm:prSet presAssocID="{5BD5BE03-437F-4B3F-AB7B-CD102E7C5374}" presName="Name17" presStyleLbl="parChTrans1D3" presStyleIdx="4" presStyleCnt="5"/>
      <dgm:spPr/>
    </dgm:pt>
    <dgm:pt modelId="{5609143B-2DAE-41F2-8AB4-9E299D25F056}" type="pres">
      <dgm:prSet presAssocID="{EA36120B-AF62-4ED9-BE46-29E5193D5488}" presName="hierRoot3" presStyleCnt="0"/>
      <dgm:spPr/>
    </dgm:pt>
    <dgm:pt modelId="{69C04724-8545-4E6F-A59B-C9AC024D59C6}" type="pres">
      <dgm:prSet presAssocID="{EA36120B-AF62-4ED9-BE46-29E5193D5488}" presName="composite3" presStyleCnt="0"/>
      <dgm:spPr/>
    </dgm:pt>
    <dgm:pt modelId="{1D0784BF-A55F-49EB-A4AB-61D1E2E4FDE1}" type="pres">
      <dgm:prSet presAssocID="{EA36120B-AF62-4ED9-BE46-29E5193D5488}" presName="background3" presStyleLbl="node3" presStyleIdx="4" presStyleCnt="5"/>
      <dgm:spPr/>
    </dgm:pt>
    <dgm:pt modelId="{12BC2F40-DD25-4B5C-9468-CE244B4E4020}" type="pres">
      <dgm:prSet presAssocID="{EA36120B-AF62-4ED9-BE46-29E5193D5488}" presName="text3" presStyleLbl="fgAcc3" presStyleIdx="4" presStyleCnt="5">
        <dgm:presLayoutVars>
          <dgm:chPref val="3"/>
        </dgm:presLayoutVars>
      </dgm:prSet>
      <dgm:spPr/>
    </dgm:pt>
    <dgm:pt modelId="{89B0CAE7-B9B4-4201-AACD-94305664874C}" type="pres">
      <dgm:prSet presAssocID="{EA36120B-AF62-4ED9-BE46-29E5193D5488}" presName="hierChild4" presStyleCnt="0"/>
      <dgm:spPr/>
    </dgm:pt>
  </dgm:ptLst>
  <dgm:cxnLst>
    <dgm:cxn modelId="{99E32A11-2588-47B8-A743-38F8A8912C55}" type="presOf" srcId="{49E01912-BD46-4D0F-8592-FE3D48D7E89D}" destId="{3FCDAD92-4A1A-4E43-A447-BF29FCD644F7}" srcOrd="0" destOrd="0" presId="urn:microsoft.com/office/officeart/2005/8/layout/hierarchy1"/>
    <dgm:cxn modelId="{E1FB6411-FE6A-4DC3-9756-730060F7694E}" type="presOf" srcId="{4EC75082-CB8A-4395-9006-26C8A87B1936}" destId="{BBEFDC9D-6DEA-4DE7-A7E4-60ACF7D62EFE}" srcOrd="0" destOrd="0" presId="urn:microsoft.com/office/officeart/2005/8/layout/hierarchy1"/>
    <dgm:cxn modelId="{8C219F12-B95F-4BA9-9263-C0818F119F5A}" srcId="{B158152E-BEFF-4980-8922-812E4FDFB988}" destId="{6E45C97E-0752-4C2E-8864-C1ABDE78AED7}" srcOrd="0" destOrd="0" parTransId="{5532F78C-22D3-46BD-A4D8-BC33D983DD7B}" sibTransId="{68DDC965-DC66-4F23-B182-54B8B14FEDBE}"/>
    <dgm:cxn modelId="{55F47E18-23F1-47CC-97AC-61DD7AC4B396}" srcId="{F5878E92-8240-4832-97DD-72E369960135}" destId="{B158152E-BEFF-4980-8922-812E4FDFB988}" srcOrd="0" destOrd="0" parTransId="{743080A1-C7BD-4FC2-A0EC-4A03460A2A8D}" sibTransId="{C93563AA-0D76-41F2-96FF-63781EA78977}"/>
    <dgm:cxn modelId="{4C92B31E-2AFA-4ED9-964F-193EE41FD448}" srcId="{49E01912-BD46-4D0F-8592-FE3D48D7E89D}" destId="{F5878E92-8240-4832-97DD-72E369960135}" srcOrd="0" destOrd="0" parTransId="{88D4378C-6606-4083-86F1-381E9F27817F}" sibTransId="{7330FAC4-7B74-42B3-9249-DAD42979EEDB}"/>
    <dgm:cxn modelId="{7EB9A820-32E4-4F55-973E-5573ED4FAA49}" type="presOf" srcId="{BAA84567-8153-44EA-96EE-F8364BD8AA89}" destId="{988A18CE-E2CA-480C-B323-2237987DE8B2}" srcOrd="0" destOrd="0" presId="urn:microsoft.com/office/officeart/2005/8/layout/hierarchy1"/>
    <dgm:cxn modelId="{6D4B2A2B-845A-40C0-BFD5-E419781F3341}" type="presOf" srcId="{FD5C8234-7BEB-4331-8142-AE0665252614}" destId="{DA811F06-58CE-492C-989E-5E01E0D5E83B}" srcOrd="0" destOrd="0" presId="urn:microsoft.com/office/officeart/2005/8/layout/hierarchy1"/>
    <dgm:cxn modelId="{E8BAB32C-3CCF-4A19-9955-0BC47C8B939C}" srcId="{FD5C8234-7BEB-4331-8142-AE0665252614}" destId="{D0460A66-7756-4596-95CC-1F51CF2A280E}" srcOrd="1" destOrd="0" parTransId="{4EC75082-CB8A-4395-9006-26C8A87B1936}" sibTransId="{00030F7A-8A9F-4969-8FB8-2AE0D6AEF0D6}"/>
    <dgm:cxn modelId="{E933052E-543F-45FC-B1EE-EC25D55351BD}" srcId="{D0460A66-7756-4596-95CC-1F51CF2A280E}" destId="{3C611B11-F975-4181-A62C-35A97BA8375B}" srcOrd="0" destOrd="0" parTransId="{F8F2B60E-B162-4F9E-AC55-B66388454BB6}" sibTransId="{DD56E978-4BD6-4027-B974-AE4BED07D9DA}"/>
    <dgm:cxn modelId="{38995332-8D85-4726-A133-2F91CE475ABA}" type="presOf" srcId="{86F844E7-1CB2-42EA-B3A7-0A0DEB9F52BA}" destId="{E9B9F132-A31D-494C-B934-EF1513B7C629}" srcOrd="0" destOrd="0" presId="urn:microsoft.com/office/officeart/2005/8/layout/hierarchy1"/>
    <dgm:cxn modelId="{2AF63C5D-D895-4375-A881-1F496E749911}" type="presOf" srcId="{EEA39ADB-9522-4AB0-AAC4-B56ADECB7D17}" destId="{FE87155B-A9E6-4143-A11A-DE646E0B443E}" srcOrd="0" destOrd="0" presId="urn:microsoft.com/office/officeart/2005/8/layout/hierarchy1"/>
    <dgm:cxn modelId="{D2B7D761-E132-436C-9C07-8D2EE600328D}" type="presOf" srcId="{6E45C97E-0752-4C2E-8864-C1ABDE78AED7}" destId="{1967F261-E4F8-434F-8F56-14E20BD91820}" srcOrd="0" destOrd="0" presId="urn:microsoft.com/office/officeart/2005/8/layout/hierarchy1"/>
    <dgm:cxn modelId="{86ABBB62-9841-4A77-B64C-6A31DD24863C}" type="presOf" srcId="{B158152E-BEFF-4980-8922-812E4FDFB988}" destId="{04EF80DC-559A-4DD8-AB98-DF721F8BD335}" srcOrd="0" destOrd="0" presId="urn:microsoft.com/office/officeart/2005/8/layout/hierarchy1"/>
    <dgm:cxn modelId="{D0789951-88D1-4AAE-9346-0CF8E5CB65C3}" srcId="{FD5C8234-7BEB-4331-8142-AE0665252614}" destId="{86F844E7-1CB2-42EA-B3A7-0A0DEB9F52BA}" srcOrd="0" destOrd="0" parTransId="{BAA84567-8153-44EA-96EE-F8364BD8AA89}" sibTransId="{A43586C1-6B73-4EE5-8F97-22502575DA5E}"/>
    <dgm:cxn modelId="{D1611653-45CC-4A1F-8F7B-41FBC6A9D83F}" type="presOf" srcId="{CEE284AB-1277-4E42-A415-C306E49FFF4F}" destId="{8FF3FAC5-1912-45A4-81C7-8BD7CD82795D}" srcOrd="0" destOrd="0" presId="urn:microsoft.com/office/officeart/2005/8/layout/hierarchy1"/>
    <dgm:cxn modelId="{C0FF3A53-DC27-4926-9F25-9410D146D421}" type="presOf" srcId="{A57544C4-8000-4201-A32F-F04264AD438C}" destId="{FBDA6E46-0045-4C82-ABFE-678E3C7455CD}" srcOrd="0" destOrd="0" presId="urn:microsoft.com/office/officeart/2005/8/layout/hierarchy1"/>
    <dgm:cxn modelId="{6BC03759-8C52-4A83-8EB0-9B7884048E2D}" type="presOf" srcId="{3C611B11-F975-4181-A62C-35A97BA8375B}" destId="{E8056BA7-F26D-4A68-AE29-86AAF5712107}" srcOrd="0" destOrd="0" presId="urn:microsoft.com/office/officeart/2005/8/layout/hierarchy1"/>
    <dgm:cxn modelId="{D49A377E-7D71-4C04-9FA8-EFF8C6831502}" srcId="{B158152E-BEFF-4980-8922-812E4FDFB988}" destId="{F2566947-EDDF-48F4-8B42-F426CAEFADF4}" srcOrd="1" destOrd="0" parTransId="{61F7D8A4-9E1B-4260-A117-747B0D44DB98}" sibTransId="{A810D316-E79E-42C8-9CBA-D316E9144C32}"/>
    <dgm:cxn modelId="{507CDA8E-4784-4018-B8AE-0CC2C742D132}" type="presOf" srcId="{61F7D8A4-9E1B-4260-A117-747B0D44DB98}" destId="{0E5B29F5-173F-4BC0-9991-BB58131471EA}" srcOrd="0" destOrd="0" presId="urn:microsoft.com/office/officeart/2005/8/layout/hierarchy1"/>
    <dgm:cxn modelId="{156E9A95-FCA7-4275-A8E0-029C25F9EC65}" srcId="{D0460A66-7756-4596-95CC-1F51CF2A280E}" destId="{EEA39ADB-9522-4AB0-AAC4-B56ADECB7D17}" srcOrd="1" destOrd="0" parTransId="{A57544C4-8000-4201-A32F-F04264AD438C}" sibTransId="{60003845-A8DB-4ABE-9CD6-CBBFB7EC3ECA}"/>
    <dgm:cxn modelId="{9934739C-2C4D-4203-8E38-419B2705881E}" srcId="{F5878E92-8240-4832-97DD-72E369960135}" destId="{FD5C8234-7BEB-4331-8142-AE0665252614}" srcOrd="1" destOrd="0" parTransId="{CEE284AB-1277-4E42-A415-C306E49FFF4F}" sibTransId="{7ABB3E51-E9B1-4E32-B786-02420D28A10C}"/>
    <dgm:cxn modelId="{0B450DA8-615C-4E1E-9E90-BB4A033C5ED3}" srcId="{FD5C8234-7BEB-4331-8142-AE0665252614}" destId="{EA36120B-AF62-4ED9-BE46-29E5193D5488}" srcOrd="2" destOrd="0" parTransId="{5BD5BE03-437F-4B3F-AB7B-CD102E7C5374}" sibTransId="{62788087-718E-4132-8BCD-06E3F49BDB8B}"/>
    <dgm:cxn modelId="{DCFFC5AD-CDED-426C-81B9-64110026620F}" type="presOf" srcId="{F8F2B60E-B162-4F9E-AC55-B66388454BB6}" destId="{2879809B-66EA-41B9-AACC-ACC696A42E1F}" srcOrd="0" destOrd="0" presId="urn:microsoft.com/office/officeart/2005/8/layout/hierarchy1"/>
    <dgm:cxn modelId="{BD997BB0-5078-4D2E-BA61-C9233689A3FB}" type="presOf" srcId="{5BD5BE03-437F-4B3F-AB7B-CD102E7C5374}" destId="{08242927-CEAE-4E2B-909A-01AFFCDF3071}" srcOrd="0" destOrd="0" presId="urn:microsoft.com/office/officeart/2005/8/layout/hierarchy1"/>
    <dgm:cxn modelId="{CFDE1CB4-B733-44DB-80CD-2C2EE314DD70}" type="presOf" srcId="{F5878E92-8240-4832-97DD-72E369960135}" destId="{D1F57BEE-AE82-4498-A4AE-4811D240D67F}" srcOrd="0" destOrd="0" presId="urn:microsoft.com/office/officeart/2005/8/layout/hierarchy1"/>
    <dgm:cxn modelId="{166C34D5-E0E7-4F04-B0FE-F7E44A445AA2}" type="presOf" srcId="{EA36120B-AF62-4ED9-BE46-29E5193D5488}" destId="{12BC2F40-DD25-4B5C-9468-CE244B4E4020}" srcOrd="0" destOrd="0" presId="urn:microsoft.com/office/officeart/2005/8/layout/hierarchy1"/>
    <dgm:cxn modelId="{79E300DF-5405-4BF2-B92F-F6D7C54AE846}" type="presOf" srcId="{F2566947-EDDF-48F4-8B42-F426CAEFADF4}" destId="{84E24FBC-81D6-42E7-8DA4-4EFFEA1D8E04}" srcOrd="0" destOrd="0" presId="urn:microsoft.com/office/officeart/2005/8/layout/hierarchy1"/>
    <dgm:cxn modelId="{4F6321E8-0B7A-428A-9B7D-DA67B780BA23}" type="presOf" srcId="{743080A1-C7BD-4FC2-A0EC-4A03460A2A8D}" destId="{9972630A-6C88-4A55-9418-17028023D774}" srcOrd="0" destOrd="0" presId="urn:microsoft.com/office/officeart/2005/8/layout/hierarchy1"/>
    <dgm:cxn modelId="{4235BBEB-94B3-41CE-8FB2-6AFA2200D721}" type="presOf" srcId="{5532F78C-22D3-46BD-A4D8-BC33D983DD7B}" destId="{44AC591A-AD78-4CA0-95B7-D42F2227ED78}" srcOrd="0" destOrd="0" presId="urn:microsoft.com/office/officeart/2005/8/layout/hierarchy1"/>
    <dgm:cxn modelId="{84F02BED-97EF-48F6-9224-9FD247AFEB45}" type="presOf" srcId="{D0460A66-7756-4596-95CC-1F51CF2A280E}" destId="{E79779AE-7549-4A9C-BB50-8BDE24966E5D}" srcOrd="0" destOrd="0" presId="urn:microsoft.com/office/officeart/2005/8/layout/hierarchy1"/>
    <dgm:cxn modelId="{346AD57F-B424-4746-BC9A-F93E01FF2D04}" type="presParOf" srcId="{3FCDAD92-4A1A-4E43-A447-BF29FCD644F7}" destId="{91CB232B-B99E-4940-AF83-BA6A5D40C228}" srcOrd="0" destOrd="0" presId="urn:microsoft.com/office/officeart/2005/8/layout/hierarchy1"/>
    <dgm:cxn modelId="{7B1455ED-5088-42B8-9C3F-A402D59335BA}" type="presParOf" srcId="{91CB232B-B99E-4940-AF83-BA6A5D40C228}" destId="{39B71736-A363-40EE-9748-9536F001717E}" srcOrd="0" destOrd="0" presId="urn:microsoft.com/office/officeart/2005/8/layout/hierarchy1"/>
    <dgm:cxn modelId="{ED65D33A-548C-41CD-AA9B-7D6A04AE0D80}" type="presParOf" srcId="{39B71736-A363-40EE-9748-9536F001717E}" destId="{1FF12C03-E89C-4A6E-AF5D-A10072F227AB}" srcOrd="0" destOrd="0" presId="urn:microsoft.com/office/officeart/2005/8/layout/hierarchy1"/>
    <dgm:cxn modelId="{CDA927D7-28D3-4BE3-9BEF-AD5E8ED645ED}" type="presParOf" srcId="{39B71736-A363-40EE-9748-9536F001717E}" destId="{D1F57BEE-AE82-4498-A4AE-4811D240D67F}" srcOrd="1" destOrd="0" presId="urn:microsoft.com/office/officeart/2005/8/layout/hierarchy1"/>
    <dgm:cxn modelId="{A772C8F0-A696-44F0-8A34-9B52CB51AF09}" type="presParOf" srcId="{91CB232B-B99E-4940-AF83-BA6A5D40C228}" destId="{0CE2F09D-CF44-42C0-A38B-72BFDA468936}" srcOrd="1" destOrd="0" presId="urn:microsoft.com/office/officeart/2005/8/layout/hierarchy1"/>
    <dgm:cxn modelId="{E296064A-8C59-4A9E-A46A-DD865AA86CC1}" type="presParOf" srcId="{0CE2F09D-CF44-42C0-A38B-72BFDA468936}" destId="{9972630A-6C88-4A55-9418-17028023D774}" srcOrd="0" destOrd="0" presId="urn:microsoft.com/office/officeart/2005/8/layout/hierarchy1"/>
    <dgm:cxn modelId="{EA394640-FD67-4C61-9A18-8D2B152C2CBE}" type="presParOf" srcId="{0CE2F09D-CF44-42C0-A38B-72BFDA468936}" destId="{1FEFB261-8D8A-43CE-B6AA-C9B90C88EA38}" srcOrd="1" destOrd="0" presId="urn:microsoft.com/office/officeart/2005/8/layout/hierarchy1"/>
    <dgm:cxn modelId="{6CFF3EAF-8349-46B3-A262-5F6551450509}" type="presParOf" srcId="{1FEFB261-8D8A-43CE-B6AA-C9B90C88EA38}" destId="{0AD80522-60EB-4390-87BE-8F4E08216A8D}" srcOrd="0" destOrd="0" presId="urn:microsoft.com/office/officeart/2005/8/layout/hierarchy1"/>
    <dgm:cxn modelId="{893386EF-F408-48EC-BCD6-668962610008}" type="presParOf" srcId="{0AD80522-60EB-4390-87BE-8F4E08216A8D}" destId="{262FC079-CCD5-409C-9366-64E1018AD7A7}" srcOrd="0" destOrd="0" presId="urn:microsoft.com/office/officeart/2005/8/layout/hierarchy1"/>
    <dgm:cxn modelId="{F42CC226-60C2-4BB9-8040-1F3CA6CDAFC1}" type="presParOf" srcId="{0AD80522-60EB-4390-87BE-8F4E08216A8D}" destId="{04EF80DC-559A-4DD8-AB98-DF721F8BD335}" srcOrd="1" destOrd="0" presId="urn:microsoft.com/office/officeart/2005/8/layout/hierarchy1"/>
    <dgm:cxn modelId="{BD871E23-0E1C-427D-B028-D1E616C1AC8B}" type="presParOf" srcId="{1FEFB261-8D8A-43CE-B6AA-C9B90C88EA38}" destId="{19007810-1025-4DF0-9D5D-1C1545CF9509}" srcOrd="1" destOrd="0" presId="urn:microsoft.com/office/officeart/2005/8/layout/hierarchy1"/>
    <dgm:cxn modelId="{FF86E139-5192-4583-B60E-6AD7D5D13D39}" type="presParOf" srcId="{19007810-1025-4DF0-9D5D-1C1545CF9509}" destId="{44AC591A-AD78-4CA0-95B7-D42F2227ED78}" srcOrd="0" destOrd="0" presId="urn:microsoft.com/office/officeart/2005/8/layout/hierarchy1"/>
    <dgm:cxn modelId="{9DA8FCEE-3FFD-4E41-A2DF-09729221CFC2}" type="presParOf" srcId="{19007810-1025-4DF0-9D5D-1C1545CF9509}" destId="{92131E5D-8DDE-47EB-A83E-855D763DC535}" srcOrd="1" destOrd="0" presId="urn:microsoft.com/office/officeart/2005/8/layout/hierarchy1"/>
    <dgm:cxn modelId="{56ED5D79-7E01-465D-B2ED-16FDD9CC0F18}" type="presParOf" srcId="{92131E5D-8DDE-47EB-A83E-855D763DC535}" destId="{7DCD74CD-702D-46F1-BFFD-8FA940D56AF0}" srcOrd="0" destOrd="0" presId="urn:microsoft.com/office/officeart/2005/8/layout/hierarchy1"/>
    <dgm:cxn modelId="{B281922F-773B-4660-9FFC-A7EFBE3AEA9D}" type="presParOf" srcId="{7DCD74CD-702D-46F1-BFFD-8FA940D56AF0}" destId="{956C5A52-8CC3-4A58-8733-3ADBD9B4809F}" srcOrd="0" destOrd="0" presId="urn:microsoft.com/office/officeart/2005/8/layout/hierarchy1"/>
    <dgm:cxn modelId="{F99EBF67-587A-4814-B1F1-7AC8F6811C04}" type="presParOf" srcId="{7DCD74CD-702D-46F1-BFFD-8FA940D56AF0}" destId="{1967F261-E4F8-434F-8F56-14E20BD91820}" srcOrd="1" destOrd="0" presId="urn:microsoft.com/office/officeart/2005/8/layout/hierarchy1"/>
    <dgm:cxn modelId="{5118554D-6790-4868-ADF0-969A53381503}" type="presParOf" srcId="{92131E5D-8DDE-47EB-A83E-855D763DC535}" destId="{9B4B8179-990D-4C32-9A80-CDB349FF7CFD}" srcOrd="1" destOrd="0" presId="urn:microsoft.com/office/officeart/2005/8/layout/hierarchy1"/>
    <dgm:cxn modelId="{690B09FF-864C-4F15-B791-450A5540BD34}" type="presParOf" srcId="{19007810-1025-4DF0-9D5D-1C1545CF9509}" destId="{0E5B29F5-173F-4BC0-9991-BB58131471EA}" srcOrd="2" destOrd="0" presId="urn:microsoft.com/office/officeart/2005/8/layout/hierarchy1"/>
    <dgm:cxn modelId="{2CE3142C-0C17-4AFB-B833-8542E6A2B750}" type="presParOf" srcId="{19007810-1025-4DF0-9D5D-1C1545CF9509}" destId="{83057C8F-DDED-41D9-8297-0BED03B724D2}" srcOrd="3" destOrd="0" presId="urn:microsoft.com/office/officeart/2005/8/layout/hierarchy1"/>
    <dgm:cxn modelId="{53AB3493-DBFA-4DE2-ABDE-98FAEE304C4D}" type="presParOf" srcId="{83057C8F-DDED-41D9-8297-0BED03B724D2}" destId="{64A15421-93F3-436F-954F-75367F1F0547}" srcOrd="0" destOrd="0" presId="urn:microsoft.com/office/officeart/2005/8/layout/hierarchy1"/>
    <dgm:cxn modelId="{58C73247-B196-4714-B5D8-D12B833D5DB0}" type="presParOf" srcId="{64A15421-93F3-436F-954F-75367F1F0547}" destId="{4A79A66E-7C56-4977-9062-CE64CB0FB1EA}" srcOrd="0" destOrd="0" presId="urn:microsoft.com/office/officeart/2005/8/layout/hierarchy1"/>
    <dgm:cxn modelId="{F75F9EDF-7A97-41D2-B493-809D8D97412B}" type="presParOf" srcId="{64A15421-93F3-436F-954F-75367F1F0547}" destId="{84E24FBC-81D6-42E7-8DA4-4EFFEA1D8E04}" srcOrd="1" destOrd="0" presId="urn:microsoft.com/office/officeart/2005/8/layout/hierarchy1"/>
    <dgm:cxn modelId="{4CC77F41-3028-49FF-9F1F-4FD7BB16FE30}" type="presParOf" srcId="{83057C8F-DDED-41D9-8297-0BED03B724D2}" destId="{A5AB2486-89D8-4EF8-8E5E-4F5A97C6A4D4}" srcOrd="1" destOrd="0" presId="urn:microsoft.com/office/officeart/2005/8/layout/hierarchy1"/>
    <dgm:cxn modelId="{43727B38-B228-4AF8-959D-24D1853BB20A}" type="presParOf" srcId="{0CE2F09D-CF44-42C0-A38B-72BFDA468936}" destId="{8FF3FAC5-1912-45A4-81C7-8BD7CD82795D}" srcOrd="2" destOrd="0" presId="urn:microsoft.com/office/officeart/2005/8/layout/hierarchy1"/>
    <dgm:cxn modelId="{8CB00581-7D06-45FD-9178-C4CB1AB4BA1E}" type="presParOf" srcId="{0CE2F09D-CF44-42C0-A38B-72BFDA468936}" destId="{FA3DC07C-D863-487A-B68F-A513500D3FCC}" srcOrd="3" destOrd="0" presId="urn:microsoft.com/office/officeart/2005/8/layout/hierarchy1"/>
    <dgm:cxn modelId="{BE708DC9-BBE7-4CAF-A81B-E1AC76554B7B}" type="presParOf" srcId="{FA3DC07C-D863-487A-B68F-A513500D3FCC}" destId="{9B09760E-1F40-4C70-9CF8-A21EA6CEECDC}" srcOrd="0" destOrd="0" presId="urn:microsoft.com/office/officeart/2005/8/layout/hierarchy1"/>
    <dgm:cxn modelId="{3C1C14F2-B233-479B-B677-7D40564C3B05}" type="presParOf" srcId="{9B09760E-1F40-4C70-9CF8-A21EA6CEECDC}" destId="{566C811B-ECF8-4501-96D9-E246B2E04042}" srcOrd="0" destOrd="0" presId="urn:microsoft.com/office/officeart/2005/8/layout/hierarchy1"/>
    <dgm:cxn modelId="{7F018683-0DA6-43D9-A165-3043DCE08844}" type="presParOf" srcId="{9B09760E-1F40-4C70-9CF8-A21EA6CEECDC}" destId="{DA811F06-58CE-492C-989E-5E01E0D5E83B}" srcOrd="1" destOrd="0" presId="urn:microsoft.com/office/officeart/2005/8/layout/hierarchy1"/>
    <dgm:cxn modelId="{42074BAA-34E7-4ED6-B14F-9823AA1B34B7}" type="presParOf" srcId="{FA3DC07C-D863-487A-B68F-A513500D3FCC}" destId="{779A9475-3915-43FD-A3FB-7FB596595958}" srcOrd="1" destOrd="0" presId="urn:microsoft.com/office/officeart/2005/8/layout/hierarchy1"/>
    <dgm:cxn modelId="{4185DD99-CED3-4147-AAED-978AB2CDB996}" type="presParOf" srcId="{779A9475-3915-43FD-A3FB-7FB596595958}" destId="{988A18CE-E2CA-480C-B323-2237987DE8B2}" srcOrd="0" destOrd="0" presId="urn:microsoft.com/office/officeart/2005/8/layout/hierarchy1"/>
    <dgm:cxn modelId="{FF56CA20-F3BE-4D8F-B9B9-B6AB79840935}" type="presParOf" srcId="{779A9475-3915-43FD-A3FB-7FB596595958}" destId="{9569B6D2-4347-4980-8085-B894D3F2039E}" srcOrd="1" destOrd="0" presId="urn:microsoft.com/office/officeart/2005/8/layout/hierarchy1"/>
    <dgm:cxn modelId="{C63D5494-4D69-48DD-8170-CD03B72E3B84}" type="presParOf" srcId="{9569B6D2-4347-4980-8085-B894D3F2039E}" destId="{EC4A6AC9-3BB4-42FD-8F43-00BF32A75101}" srcOrd="0" destOrd="0" presId="urn:microsoft.com/office/officeart/2005/8/layout/hierarchy1"/>
    <dgm:cxn modelId="{F629CC9C-BB1D-417C-9059-41D1EC95D17F}" type="presParOf" srcId="{EC4A6AC9-3BB4-42FD-8F43-00BF32A75101}" destId="{4A874F81-89C7-4C90-9EDC-85CC52A43302}" srcOrd="0" destOrd="0" presId="urn:microsoft.com/office/officeart/2005/8/layout/hierarchy1"/>
    <dgm:cxn modelId="{C71263F3-4D8B-48CD-B3D2-4E0AB544050D}" type="presParOf" srcId="{EC4A6AC9-3BB4-42FD-8F43-00BF32A75101}" destId="{E9B9F132-A31D-494C-B934-EF1513B7C629}" srcOrd="1" destOrd="0" presId="urn:microsoft.com/office/officeart/2005/8/layout/hierarchy1"/>
    <dgm:cxn modelId="{BA1E4A3D-1E3D-4FE5-AAB1-F6AB2C802310}" type="presParOf" srcId="{9569B6D2-4347-4980-8085-B894D3F2039E}" destId="{662C76A8-069F-4391-A453-10984B2DD54D}" srcOrd="1" destOrd="0" presId="urn:microsoft.com/office/officeart/2005/8/layout/hierarchy1"/>
    <dgm:cxn modelId="{E0B6CCD6-3A9D-4183-9ED3-EF12B46F4A00}" type="presParOf" srcId="{779A9475-3915-43FD-A3FB-7FB596595958}" destId="{BBEFDC9D-6DEA-4DE7-A7E4-60ACF7D62EFE}" srcOrd="2" destOrd="0" presId="urn:microsoft.com/office/officeart/2005/8/layout/hierarchy1"/>
    <dgm:cxn modelId="{B48CB44E-5399-4744-8094-AAFA239D16E3}" type="presParOf" srcId="{779A9475-3915-43FD-A3FB-7FB596595958}" destId="{F2722DEE-E30D-437D-A30F-78C8D37B68B5}" srcOrd="3" destOrd="0" presId="urn:microsoft.com/office/officeart/2005/8/layout/hierarchy1"/>
    <dgm:cxn modelId="{3B2B2B87-FC7C-49B7-A4A3-A86747F903D1}" type="presParOf" srcId="{F2722DEE-E30D-437D-A30F-78C8D37B68B5}" destId="{C40EB8F3-8AA8-4E48-A2E3-0402F7805EA7}" srcOrd="0" destOrd="0" presId="urn:microsoft.com/office/officeart/2005/8/layout/hierarchy1"/>
    <dgm:cxn modelId="{1D40CB98-A632-4869-9ED8-4C276AB52F7D}" type="presParOf" srcId="{C40EB8F3-8AA8-4E48-A2E3-0402F7805EA7}" destId="{94B121C5-16A0-4B91-AFC6-A5DD2A21DC7A}" srcOrd="0" destOrd="0" presId="urn:microsoft.com/office/officeart/2005/8/layout/hierarchy1"/>
    <dgm:cxn modelId="{7C8D6E21-2166-4E28-B185-B7EC1B198750}" type="presParOf" srcId="{C40EB8F3-8AA8-4E48-A2E3-0402F7805EA7}" destId="{E79779AE-7549-4A9C-BB50-8BDE24966E5D}" srcOrd="1" destOrd="0" presId="urn:microsoft.com/office/officeart/2005/8/layout/hierarchy1"/>
    <dgm:cxn modelId="{1D4E46BB-2414-4CB6-9299-B95EB427099B}" type="presParOf" srcId="{F2722DEE-E30D-437D-A30F-78C8D37B68B5}" destId="{3FAFA9F5-CF7E-4EF3-BCA3-54AC14D7C437}" srcOrd="1" destOrd="0" presId="urn:microsoft.com/office/officeart/2005/8/layout/hierarchy1"/>
    <dgm:cxn modelId="{60964D78-A156-4D20-9D7C-ED785AE93B33}" type="presParOf" srcId="{3FAFA9F5-CF7E-4EF3-BCA3-54AC14D7C437}" destId="{2879809B-66EA-41B9-AACC-ACC696A42E1F}" srcOrd="0" destOrd="0" presId="urn:microsoft.com/office/officeart/2005/8/layout/hierarchy1"/>
    <dgm:cxn modelId="{D324D6D8-DA69-47AC-A545-BAA3FE5508BD}" type="presParOf" srcId="{3FAFA9F5-CF7E-4EF3-BCA3-54AC14D7C437}" destId="{3E0E24AE-D806-4F90-9BD9-9453B08393BF}" srcOrd="1" destOrd="0" presId="urn:microsoft.com/office/officeart/2005/8/layout/hierarchy1"/>
    <dgm:cxn modelId="{CCC06D2D-7364-4994-AF0C-72C1FD1619E3}" type="presParOf" srcId="{3E0E24AE-D806-4F90-9BD9-9453B08393BF}" destId="{8D6DC9E9-70C3-46DD-88BE-791A190E2F14}" srcOrd="0" destOrd="0" presId="urn:microsoft.com/office/officeart/2005/8/layout/hierarchy1"/>
    <dgm:cxn modelId="{3FC8ACFE-1B39-4B15-A87D-99465EF0532B}" type="presParOf" srcId="{8D6DC9E9-70C3-46DD-88BE-791A190E2F14}" destId="{43DACF03-C343-4FA3-A062-28C19366EAF3}" srcOrd="0" destOrd="0" presId="urn:microsoft.com/office/officeart/2005/8/layout/hierarchy1"/>
    <dgm:cxn modelId="{26204083-C68B-45B4-B575-7A132524E661}" type="presParOf" srcId="{8D6DC9E9-70C3-46DD-88BE-791A190E2F14}" destId="{E8056BA7-F26D-4A68-AE29-86AAF5712107}" srcOrd="1" destOrd="0" presId="urn:microsoft.com/office/officeart/2005/8/layout/hierarchy1"/>
    <dgm:cxn modelId="{AA13C338-F4BA-4359-8BEB-EFB0FE239DF0}" type="presParOf" srcId="{3E0E24AE-D806-4F90-9BD9-9453B08393BF}" destId="{CAF9BB11-DEFE-4536-841F-068006ACF448}" srcOrd="1" destOrd="0" presId="urn:microsoft.com/office/officeart/2005/8/layout/hierarchy1"/>
    <dgm:cxn modelId="{51F7C408-04F6-4C92-B046-02C2DCCA8B8F}" type="presParOf" srcId="{3FAFA9F5-CF7E-4EF3-BCA3-54AC14D7C437}" destId="{FBDA6E46-0045-4C82-ABFE-678E3C7455CD}" srcOrd="2" destOrd="0" presId="urn:microsoft.com/office/officeart/2005/8/layout/hierarchy1"/>
    <dgm:cxn modelId="{988E7AF5-EDFE-4200-B79E-BC9710291154}" type="presParOf" srcId="{3FAFA9F5-CF7E-4EF3-BCA3-54AC14D7C437}" destId="{AA842556-7B63-4EE4-89A0-EB614590D9FC}" srcOrd="3" destOrd="0" presId="urn:microsoft.com/office/officeart/2005/8/layout/hierarchy1"/>
    <dgm:cxn modelId="{AE33428D-84E2-4330-A57A-B3147EE36A69}" type="presParOf" srcId="{AA842556-7B63-4EE4-89A0-EB614590D9FC}" destId="{C6CA7284-C555-4839-A868-1E71EDD8313E}" srcOrd="0" destOrd="0" presId="urn:microsoft.com/office/officeart/2005/8/layout/hierarchy1"/>
    <dgm:cxn modelId="{344AABDF-2293-45AB-B3A3-71DFD2DE2C11}" type="presParOf" srcId="{C6CA7284-C555-4839-A868-1E71EDD8313E}" destId="{8FC33AA4-B9CD-4EBE-AE90-8FA4D8D6234C}" srcOrd="0" destOrd="0" presId="urn:microsoft.com/office/officeart/2005/8/layout/hierarchy1"/>
    <dgm:cxn modelId="{BE25984A-8B0D-4962-9BA9-30DE544B8982}" type="presParOf" srcId="{C6CA7284-C555-4839-A868-1E71EDD8313E}" destId="{FE87155B-A9E6-4143-A11A-DE646E0B443E}" srcOrd="1" destOrd="0" presId="urn:microsoft.com/office/officeart/2005/8/layout/hierarchy1"/>
    <dgm:cxn modelId="{E32F16C4-DED7-45F4-A8E5-DBCE2254F451}" type="presParOf" srcId="{AA842556-7B63-4EE4-89A0-EB614590D9FC}" destId="{D4D035AC-392A-48C0-A333-74ED618DBA59}" srcOrd="1" destOrd="0" presId="urn:microsoft.com/office/officeart/2005/8/layout/hierarchy1"/>
    <dgm:cxn modelId="{6AC5254F-6447-4515-9AD3-B8A3944F5F68}" type="presParOf" srcId="{779A9475-3915-43FD-A3FB-7FB596595958}" destId="{08242927-CEAE-4E2B-909A-01AFFCDF3071}" srcOrd="4" destOrd="0" presId="urn:microsoft.com/office/officeart/2005/8/layout/hierarchy1"/>
    <dgm:cxn modelId="{62FB05AB-FE34-42F0-BBC7-271A2A3F7B76}" type="presParOf" srcId="{779A9475-3915-43FD-A3FB-7FB596595958}" destId="{5609143B-2DAE-41F2-8AB4-9E299D25F056}" srcOrd="5" destOrd="0" presId="urn:microsoft.com/office/officeart/2005/8/layout/hierarchy1"/>
    <dgm:cxn modelId="{B1FC41BB-9C7E-4D5A-ABD5-9A822AA753FC}" type="presParOf" srcId="{5609143B-2DAE-41F2-8AB4-9E299D25F056}" destId="{69C04724-8545-4E6F-A59B-C9AC024D59C6}" srcOrd="0" destOrd="0" presId="urn:microsoft.com/office/officeart/2005/8/layout/hierarchy1"/>
    <dgm:cxn modelId="{F393314C-AB42-4810-9274-AC508C8C9A45}" type="presParOf" srcId="{69C04724-8545-4E6F-A59B-C9AC024D59C6}" destId="{1D0784BF-A55F-49EB-A4AB-61D1E2E4FDE1}" srcOrd="0" destOrd="0" presId="urn:microsoft.com/office/officeart/2005/8/layout/hierarchy1"/>
    <dgm:cxn modelId="{9F66CF7F-4AF1-4E7A-AACF-87EDB30670D0}" type="presParOf" srcId="{69C04724-8545-4E6F-A59B-C9AC024D59C6}" destId="{12BC2F40-DD25-4B5C-9468-CE244B4E4020}" srcOrd="1" destOrd="0" presId="urn:microsoft.com/office/officeart/2005/8/layout/hierarchy1"/>
    <dgm:cxn modelId="{FCB2942C-9627-456B-B936-5419338D05BA}" type="presParOf" srcId="{5609143B-2DAE-41F2-8AB4-9E299D25F056}" destId="{89B0CAE7-B9B4-4201-AACD-94305664874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49E01912-BD46-4D0F-8592-FE3D48D7E89D}" type="doc">
      <dgm:prSet loTypeId="urn:microsoft.com/office/officeart/2005/8/layout/hierarchy1" loCatId="hierarchy" qsTypeId="urn:microsoft.com/office/officeart/2005/8/quickstyle/simple1#20" qsCatId="simple" csTypeId="urn:microsoft.com/office/officeart/2005/8/colors/accent1_2#18" csCatId="accent1" phldr="1"/>
      <dgm:spPr/>
      <dgm:t>
        <a:bodyPr/>
        <a:lstStyle/>
        <a:p>
          <a:endParaRPr lang="es-ES"/>
        </a:p>
      </dgm:t>
    </dgm:pt>
    <dgm:pt modelId="{F5878E92-8240-4832-97DD-72E369960135}">
      <dgm:prSet phldrT="[Texto]"/>
      <dgm:spPr/>
      <dgm:t>
        <a:bodyPr/>
        <a:lstStyle/>
        <a:p>
          <a:r>
            <a:rPr lang="es-ES" dirty="0">
              <a:solidFill>
                <a:sysClr val="windowText" lastClr="000000"/>
              </a:solidFill>
            </a:rPr>
            <a:t>Pruebas</a:t>
          </a:r>
        </a:p>
      </dgm:t>
    </dgm:pt>
    <dgm:pt modelId="{88D4378C-6606-4083-86F1-381E9F27817F}" type="parTrans" cxnId="{4C92B31E-2AFA-4ED9-964F-193EE41FD448}">
      <dgm:prSet/>
      <dgm:spPr/>
      <dgm:t>
        <a:bodyPr/>
        <a:lstStyle/>
        <a:p>
          <a:endParaRPr lang="es-ES">
            <a:solidFill>
              <a:sysClr val="windowText" lastClr="000000"/>
            </a:solidFill>
          </a:endParaRPr>
        </a:p>
      </dgm:t>
    </dgm:pt>
    <dgm:pt modelId="{7330FAC4-7B74-42B3-9249-DAD42979EEDB}" type="sibTrans" cxnId="{4C92B31E-2AFA-4ED9-964F-193EE41FD448}">
      <dgm:prSet/>
      <dgm:spPr/>
      <dgm:t>
        <a:bodyPr/>
        <a:lstStyle/>
        <a:p>
          <a:endParaRPr lang="es-ES">
            <a:solidFill>
              <a:sysClr val="windowText" lastClr="000000"/>
            </a:solidFill>
          </a:endParaRPr>
        </a:p>
      </dgm:t>
    </dgm:pt>
    <dgm:pt modelId="{B158152E-BEFF-4980-8922-812E4FDFB988}">
      <dgm:prSet phldrT="[Texto]"/>
      <dgm:spPr/>
      <dgm:t>
        <a:bodyPr/>
        <a:lstStyle/>
        <a:p>
          <a:r>
            <a:rPr lang="es-ES" dirty="0">
              <a:solidFill>
                <a:sysClr val="windowText" lastClr="000000"/>
              </a:solidFill>
            </a:rPr>
            <a:t>Estáticas</a:t>
          </a:r>
        </a:p>
      </dgm:t>
    </dgm:pt>
    <dgm:pt modelId="{743080A1-C7BD-4FC2-A0EC-4A03460A2A8D}" type="parTrans" cxnId="{55F47E18-23F1-47CC-97AC-61DD7AC4B396}">
      <dgm:prSet/>
      <dgm:spPr/>
      <dgm:t>
        <a:bodyPr/>
        <a:lstStyle/>
        <a:p>
          <a:endParaRPr lang="es-ES">
            <a:solidFill>
              <a:sysClr val="windowText" lastClr="000000"/>
            </a:solidFill>
          </a:endParaRPr>
        </a:p>
      </dgm:t>
    </dgm:pt>
    <dgm:pt modelId="{C93563AA-0D76-41F2-96FF-63781EA78977}" type="sibTrans" cxnId="{55F47E18-23F1-47CC-97AC-61DD7AC4B396}">
      <dgm:prSet/>
      <dgm:spPr/>
      <dgm:t>
        <a:bodyPr/>
        <a:lstStyle/>
        <a:p>
          <a:endParaRPr lang="es-ES">
            <a:solidFill>
              <a:sysClr val="windowText" lastClr="000000"/>
            </a:solidFill>
          </a:endParaRPr>
        </a:p>
      </dgm:t>
    </dgm:pt>
    <dgm:pt modelId="{6E45C97E-0752-4C2E-8864-C1ABDE78AED7}">
      <dgm:prSet phldrT="[Texto]"/>
      <dgm:spPr/>
      <dgm:t>
        <a:bodyPr/>
        <a:lstStyle/>
        <a:p>
          <a:r>
            <a:rPr lang="es-ES" dirty="0">
              <a:solidFill>
                <a:sysClr val="windowText" lastClr="000000"/>
              </a:solidFill>
            </a:rPr>
            <a:t>Análisis estático</a:t>
          </a:r>
        </a:p>
      </dgm:t>
    </dgm:pt>
    <dgm:pt modelId="{5532F78C-22D3-46BD-A4D8-BC33D983DD7B}" type="parTrans" cxnId="{8C219F12-B95F-4BA9-9263-C0818F119F5A}">
      <dgm:prSet/>
      <dgm:spPr/>
      <dgm:t>
        <a:bodyPr/>
        <a:lstStyle/>
        <a:p>
          <a:endParaRPr lang="es-ES">
            <a:solidFill>
              <a:sysClr val="windowText" lastClr="000000"/>
            </a:solidFill>
          </a:endParaRPr>
        </a:p>
      </dgm:t>
    </dgm:pt>
    <dgm:pt modelId="{68DDC965-DC66-4F23-B182-54B8B14FEDBE}" type="sibTrans" cxnId="{8C219F12-B95F-4BA9-9263-C0818F119F5A}">
      <dgm:prSet/>
      <dgm:spPr/>
      <dgm:t>
        <a:bodyPr/>
        <a:lstStyle/>
        <a:p>
          <a:endParaRPr lang="es-ES">
            <a:solidFill>
              <a:sysClr val="windowText" lastClr="000000"/>
            </a:solidFill>
          </a:endParaRPr>
        </a:p>
      </dgm:t>
    </dgm:pt>
    <dgm:pt modelId="{F2566947-EDDF-48F4-8B42-F426CAEFADF4}">
      <dgm:prSet phldrT="[Texto]"/>
      <dgm:spPr/>
      <dgm:t>
        <a:bodyPr/>
        <a:lstStyle/>
        <a:p>
          <a:r>
            <a:rPr lang="es-ES" dirty="0">
              <a:solidFill>
                <a:sysClr val="windowText" lastClr="000000"/>
              </a:solidFill>
            </a:rPr>
            <a:t>Revisión</a:t>
          </a:r>
        </a:p>
      </dgm:t>
    </dgm:pt>
    <dgm:pt modelId="{61F7D8A4-9E1B-4260-A117-747B0D44DB98}" type="parTrans" cxnId="{D49A377E-7D71-4C04-9FA8-EFF8C6831502}">
      <dgm:prSet/>
      <dgm:spPr/>
      <dgm:t>
        <a:bodyPr/>
        <a:lstStyle/>
        <a:p>
          <a:endParaRPr lang="es-ES">
            <a:solidFill>
              <a:sysClr val="windowText" lastClr="000000"/>
            </a:solidFill>
          </a:endParaRPr>
        </a:p>
      </dgm:t>
    </dgm:pt>
    <dgm:pt modelId="{A810D316-E79E-42C8-9CBA-D316E9144C32}" type="sibTrans" cxnId="{D49A377E-7D71-4C04-9FA8-EFF8C6831502}">
      <dgm:prSet/>
      <dgm:spPr/>
      <dgm:t>
        <a:bodyPr/>
        <a:lstStyle/>
        <a:p>
          <a:endParaRPr lang="es-ES">
            <a:solidFill>
              <a:sysClr val="windowText" lastClr="000000"/>
            </a:solidFill>
          </a:endParaRPr>
        </a:p>
      </dgm:t>
    </dgm:pt>
    <dgm:pt modelId="{FD5C8234-7BEB-4331-8142-AE0665252614}">
      <dgm:prSet phldrT="[Texto]"/>
      <dgm:spPr/>
      <dgm:t>
        <a:bodyPr/>
        <a:lstStyle/>
        <a:p>
          <a:r>
            <a:rPr lang="es-ES" dirty="0">
              <a:solidFill>
                <a:sysClr val="windowText" lastClr="000000"/>
              </a:solidFill>
            </a:rPr>
            <a:t>Dinámicas</a:t>
          </a:r>
        </a:p>
      </dgm:t>
    </dgm:pt>
    <dgm:pt modelId="{CEE284AB-1277-4E42-A415-C306E49FFF4F}" type="parTrans" cxnId="{9934739C-2C4D-4203-8E38-419B2705881E}">
      <dgm:prSet/>
      <dgm:spPr/>
      <dgm:t>
        <a:bodyPr/>
        <a:lstStyle/>
        <a:p>
          <a:endParaRPr lang="es-ES">
            <a:solidFill>
              <a:sysClr val="windowText" lastClr="000000"/>
            </a:solidFill>
          </a:endParaRPr>
        </a:p>
      </dgm:t>
    </dgm:pt>
    <dgm:pt modelId="{7ABB3E51-E9B1-4E32-B786-02420D28A10C}" type="sibTrans" cxnId="{9934739C-2C4D-4203-8E38-419B2705881E}">
      <dgm:prSet/>
      <dgm:spPr/>
      <dgm:t>
        <a:bodyPr/>
        <a:lstStyle/>
        <a:p>
          <a:endParaRPr lang="es-ES">
            <a:solidFill>
              <a:sysClr val="windowText" lastClr="000000"/>
            </a:solidFill>
          </a:endParaRPr>
        </a:p>
      </dgm:t>
    </dgm:pt>
    <dgm:pt modelId="{86F844E7-1CB2-42EA-B3A7-0A0DEB9F52BA}">
      <dgm:prSet phldrT="[Texto]"/>
      <dgm:spPr/>
      <dgm:t>
        <a:bodyPr/>
        <a:lstStyle/>
        <a:p>
          <a:r>
            <a:rPr lang="es-ES" dirty="0">
              <a:solidFill>
                <a:sysClr val="windowText" lastClr="000000"/>
              </a:solidFill>
            </a:rPr>
            <a:t>Caja Blanca</a:t>
          </a:r>
        </a:p>
      </dgm:t>
    </dgm:pt>
    <dgm:pt modelId="{BAA84567-8153-44EA-96EE-F8364BD8AA89}" type="parTrans" cxnId="{D0789951-88D1-4AAE-9346-0CF8E5CB65C3}">
      <dgm:prSet/>
      <dgm:spPr/>
      <dgm:t>
        <a:bodyPr/>
        <a:lstStyle/>
        <a:p>
          <a:endParaRPr lang="es-ES">
            <a:solidFill>
              <a:sysClr val="windowText" lastClr="000000"/>
            </a:solidFill>
          </a:endParaRPr>
        </a:p>
      </dgm:t>
    </dgm:pt>
    <dgm:pt modelId="{A43586C1-6B73-4EE5-8F97-22502575DA5E}" type="sibTrans" cxnId="{D0789951-88D1-4AAE-9346-0CF8E5CB65C3}">
      <dgm:prSet/>
      <dgm:spPr/>
      <dgm:t>
        <a:bodyPr/>
        <a:lstStyle/>
        <a:p>
          <a:endParaRPr lang="es-ES">
            <a:solidFill>
              <a:sysClr val="windowText" lastClr="000000"/>
            </a:solidFill>
          </a:endParaRPr>
        </a:p>
      </dgm:t>
    </dgm:pt>
    <dgm:pt modelId="{D0460A66-7756-4596-95CC-1F51CF2A280E}">
      <dgm:prSet phldrT="[Texto]"/>
      <dgm:spPr/>
      <dgm:t>
        <a:bodyPr/>
        <a:lstStyle/>
        <a:p>
          <a:r>
            <a:rPr lang="es-ES" dirty="0">
              <a:solidFill>
                <a:sysClr val="windowText" lastClr="000000"/>
              </a:solidFill>
            </a:rPr>
            <a:t>Caja Negra</a:t>
          </a:r>
        </a:p>
      </dgm:t>
    </dgm:pt>
    <dgm:pt modelId="{4EC75082-CB8A-4395-9006-26C8A87B1936}" type="parTrans" cxnId="{E8BAB32C-3CCF-4A19-9955-0BC47C8B939C}">
      <dgm:prSet/>
      <dgm:spPr/>
      <dgm:t>
        <a:bodyPr/>
        <a:lstStyle/>
        <a:p>
          <a:endParaRPr lang="es-ES">
            <a:solidFill>
              <a:sysClr val="windowText" lastClr="000000"/>
            </a:solidFill>
          </a:endParaRPr>
        </a:p>
      </dgm:t>
    </dgm:pt>
    <dgm:pt modelId="{00030F7A-8A9F-4969-8FB8-2AE0D6AEF0D6}" type="sibTrans" cxnId="{E8BAB32C-3CCF-4A19-9955-0BC47C8B939C}">
      <dgm:prSet/>
      <dgm:spPr/>
      <dgm:t>
        <a:bodyPr/>
        <a:lstStyle/>
        <a:p>
          <a:endParaRPr lang="es-ES">
            <a:solidFill>
              <a:sysClr val="windowText" lastClr="000000"/>
            </a:solidFill>
          </a:endParaRPr>
        </a:p>
      </dgm:t>
    </dgm:pt>
    <dgm:pt modelId="{EA36120B-AF62-4ED9-BE46-29E5193D5488}">
      <dgm:prSet phldrT="[Texto]"/>
      <dgm:spPr/>
      <dgm:t>
        <a:bodyPr/>
        <a:lstStyle/>
        <a:p>
          <a:r>
            <a:rPr lang="es-ES" dirty="0">
              <a:solidFill>
                <a:sysClr val="windowText" lastClr="000000"/>
              </a:solidFill>
            </a:rPr>
            <a:t>Basadas en la experiencia</a:t>
          </a:r>
        </a:p>
      </dgm:t>
    </dgm:pt>
    <dgm:pt modelId="{5BD5BE03-437F-4B3F-AB7B-CD102E7C5374}" type="parTrans" cxnId="{0B450DA8-615C-4E1E-9E90-BB4A033C5ED3}">
      <dgm:prSet/>
      <dgm:spPr/>
      <dgm:t>
        <a:bodyPr/>
        <a:lstStyle/>
        <a:p>
          <a:endParaRPr lang="es-ES">
            <a:solidFill>
              <a:sysClr val="windowText" lastClr="000000"/>
            </a:solidFill>
          </a:endParaRPr>
        </a:p>
      </dgm:t>
    </dgm:pt>
    <dgm:pt modelId="{62788087-718E-4132-8BCD-06E3F49BDB8B}" type="sibTrans" cxnId="{0B450DA8-615C-4E1E-9E90-BB4A033C5ED3}">
      <dgm:prSet/>
      <dgm:spPr/>
      <dgm:t>
        <a:bodyPr/>
        <a:lstStyle/>
        <a:p>
          <a:endParaRPr lang="es-ES">
            <a:solidFill>
              <a:sysClr val="windowText" lastClr="000000"/>
            </a:solidFill>
          </a:endParaRPr>
        </a:p>
      </dgm:t>
    </dgm:pt>
    <dgm:pt modelId="{3C611B11-F975-4181-A62C-35A97BA8375B}">
      <dgm:prSet phldrT="[Texto]"/>
      <dgm:spPr/>
      <dgm:t>
        <a:bodyPr/>
        <a:lstStyle/>
        <a:p>
          <a:r>
            <a:rPr lang="es-ES" dirty="0">
              <a:solidFill>
                <a:sysClr val="windowText" lastClr="000000"/>
              </a:solidFill>
            </a:rPr>
            <a:t>Funcional</a:t>
          </a:r>
        </a:p>
      </dgm:t>
    </dgm:pt>
    <dgm:pt modelId="{F8F2B60E-B162-4F9E-AC55-B66388454BB6}" type="parTrans" cxnId="{E933052E-543F-45FC-B1EE-EC25D55351BD}">
      <dgm:prSet/>
      <dgm:spPr/>
      <dgm:t>
        <a:bodyPr/>
        <a:lstStyle/>
        <a:p>
          <a:endParaRPr lang="es-ES">
            <a:solidFill>
              <a:sysClr val="windowText" lastClr="000000"/>
            </a:solidFill>
          </a:endParaRPr>
        </a:p>
      </dgm:t>
    </dgm:pt>
    <dgm:pt modelId="{DD56E978-4BD6-4027-B974-AE4BED07D9DA}" type="sibTrans" cxnId="{E933052E-543F-45FC-B1EE-EC25D55351BD}">
      <dgm:prSet/>
      <dgm:spPr/>
      <dgm:t>
        <a:bodyPr/>
        <a:lstStyle/>
        <a:p>
          <a:endParaRPr lang="es-ES">
            <a:solidFill>
              <a:sysClr val="windowText" lastClr="000000"/>
            </a:solidFill>
          </a:endParaRPr>
        </a:p>
      </dgm:t>
    </dgm:pt>
    <dgm:pt modelId="{EEA39ADB-9522-4AB0-AAC4-B56ADECB7D17}">
      <dgm:prSet phldrT="[Texto]"/>
      <dgm:spPr/>
      <dgm:t>
        <a:bodyPr/>
        <a:lstStyle/>
        <a:p>
          <a:r>
            <a:rPr lang="es-ES" dirty="0">
              <a:solidFill>
                <a:sysClr val="windowText" lastClr="000000"/>
              </a:solidFill>
            </a:rPr>
            <a:t>No funcional</a:t>
          </a:r>
        </a:p>
      </dgm:t>
    </dgm:pt>
    <dgm:pt modelId="{A57544C4-8000-4201-A32F-F04264AD438C}" type="parTrans" cxnId="{156E9A95-FCA7-4275-A8E0-029C25F9EC65}">
      <dgm:prSet/>
      <dgm:spPr/>
      <dgm:t>
        <a:bodyPr/>
        <a:lstStyle/>
        <a:p>
          <a:endParaRPr lang="es-ES">
            <a:solidFill>
              <a:sysClr val="windowText" lastClr="000000"/>
            </a:solidFill>
          </a:endParaRPr>
        </a:p>
      </dgm:t>
    </dgm:pt>
    <dgm:pt modelId="{60003845-A8DB-4ABE-9CD6-CBBFB7EC3ECA}" type="sibTrans" cxnId="{156E9A95-FCA7-4275-A8E0-029C25F9EC65}">
      <dgm:prSet/>
      <dgm:spPr/>
      <dgm:t>
        <a:bodyPr/>
        <a:lstStyle/>
        <a:p>
          <a:endParaRPr lang="es-ES">
            <a:solidFill>
              <a:sysClr val="windowText" lastClr="000000"/>
            </a:solidFill>
          </a:endParaRPr>
        </a:p>
      </dgm:t>
    </dgm:pt>
    <dgm:pt modelId="{3FCDAD92-4A1A-4E43-A447-BF29FCD644F7}" type="pres">
      <dgm:prSet presAssocID="{49E01912-BD46-4D0F-8592-FE3D48D7E89D}" presName="hierChild1" presStyleCnt="0">
        <dgm:presLayoutVars>
          <dgm:chPref val="1"/>
          <dgm:dir/>
          <dgm:animOne val="branch"/>
          <dgm:animLvl val="lvl"/>
          <dgm:resizeHandles/>
        </dgm:presLayoutVars>
      </dgm:prSet>
      <dgm:spPr/>
    </dgm:pt>
    <dgm:pt modelId="{91CB232B-B99E-4940-AF83-BA6A5D40C228}" type="pres">
      <dgm:prSet presAssocID="{F5878E92-8240-4832-97DD-72E369960135}" presName="hierRoot1" presStyleCnt="0"/>
      <dgm:spPr/>
    </dgm:pt>
    <dgm:pt modelId="{39B71736-A363-40EE-9748-9536F001717E}" type="pres">
      <dgm:prSet presAssocID="{F5878E92-8240-4832-97DD-72E369960135}" presName="composite" presStyleCnt="0"/>
      <dgm:spPr/>
    </dgm:pt>
    <dgm:pt modelId="{1FF12C03-E89C-4A6E-AF5D-A10072F227AB}" type="pres">
      <dgm:prSet presAssocID="{F5878E92-8240-4832-97DD-72E369960135}" presName="background" presStyleLbl="node0" presStyleIdx="0" presStyleCnt="1"/>
      <dgm:spPr/>
    </dgm:pt>
    <dgm:pt modelId="{D1F57BEE-AE82-4498-A4AE-4811D240D67F}" type="pres">
      <dgm:prSet presAssocID="{F5878E92-8240-4832-97DD-72E369960135}" presName="text" presStyleLbl="fgAcc0" presStyleIdx="0" presStyleCnt="1">
        <dgm:presLayoutVars>
          <dgm:chPref val="3"/>
        </dgm:presLayoutVars>
      </dgm:prSet>
      <dgm:spPr/>
    </dgm:pt>
    <dgm:pt modelId="{0CE2F09D-CF44-42C0-A38B-72BFDA468936}" type="pres">
      <dgm:prSet presAssocID="{F5878E92-8240-4832-97DD-72E369960135}" presName="hierChild2" presStyleCnt="0"/>
      <dgm:spPr/>
    </dgm:pt>
    <dgm:pt modelId="{9972630A-6C88-4A55-9418-17028023D774}" type="pres">
      <dgm:prSet presAssocID="{743080A1-C7BD-4FC2-A0EC-4A03460A2A8D}" presName="Name10" presStyleLbl="parChTrans1D2" presStyleIdx="0" presStyleCnt="2"/>
      <dgm:spPr/>
    </dgm:pt>
    <dgm:pt modelId="{1FEFB261-8D8A-43CE-B6AA-C9B90C88EA38}" type="pres">
      <dgm:prSet presAssocID="{B158152E-BEFF-4980-8922-812E4FDFB988}" presName="hierRoot2" presStyleCnt="0"/>
      <dgm:spPr/>
    </dgm:pt>
    <dgm:pt modelId="{0AD80522-60EB-4390-87BE-8F4E08216A8D}" type="pres">
      <dgm:prSet presAssocID="{B158152E-BEFF-4980-8922-812E4FDFB988}" presName="composite2" presStyleCnt="0"/>
      <dgm:spPr/>
    </dgm:pt>
    <dgm:pt modelId="{262FC079-CCD5-409C-9366-64E1018AD7A7}" type="pres">
      <dgm:prSet presAssocID="{B158152E-BEFF-4980-8922-812E4FDFB988}" presName="background2" presStyleLbl="node2" presStyleIdx="0" presStyleCnt="2"/>
      <dgm:spPr/>
    </dgm:pt>
    <dgm:pt modelId="{04EF80DC-559A-4DD8-AB98-DF721F8BD335}" type="pres">
      <dgm:prSet presAssocID="{B158152E-BEFF-4980-8922-812E4FDFB988}" presName="text2" presStyleLbl="fgAcc2" presStyleIdx="0" presStyleCnt="2">
        <dgm:presLayoutVars>
          <dgm:chPref val="3"/>
        </dgm:presLayoutVars>
      </dgm:prSet>
      <dgm:spPr/>
    </dgm:pt>
    <dgm:pt modelId="{19007810-1025-4DF0-9D5D-1C1545CF9509}" type="pres">
      <dgm:prSet presAssocID="{B158152E-BEFF-4980-8922-812E4FDFB988}" presName="hierChild3" presStyleCnt="0"/>
      <dgm:spPr/>
    </dgm:pt>
    <dgm:pt modelId="{44AC591A-AD78-4CA0-95B7-D42F2227ED78}" type="pres">
      <dgm:prSet presAssocID="{5532F78C-22D3-46BD-A4D8-BC33D983DD7B}" presName="Name17" presStyleLbl="parChTrans1D3" presStyleIdx="0" presStyleCnt="5"/>
      <dgm:spPr/>
    </dgm:pt>
    <dgm:pt modelId="{92131E5D-8DDE-47EB-A83E-855D763DC535}" type="pres">
      <dgm:prSet presAssocID="{6E45C97E-0752-4C2E-8864-C1ABDE78AED7}" presName="hierRoot3" presStyleCnt="0"/>
      <dgm:spPr/>
    </dgm:pt>
    <dgm:pt modelId="{7DCD74CD-702D-46F1-BFFD-8FA940D56AF0}" type="pres">
      <dgm:prSet presAssocID="{6E45C97E-0752-4C2E-8864-C1ABDE78AED7}" presName="composite3" presStyleCnt="0"/>
      <dgm:spPr/>
    </dgm:pt>
    <dgm:pt modelId="{956C5A52-8CC3-4A58-8733-3ADBD9B4809F}" type="pres">
      <dgm:prSet presAssocID="{6E45C97E-0752-4C2E-8864-C1ABDE78AED7}" presName="background3" presStyleLbl="node3" presStyleIdx="0" presStyleCnt="5"/>
      <dgm:spPr/>
    </dgm:pt>
    <dgm:pt modelId="{1967F261-E4F8-434F-8F56-14E20BD91820}" type="pres">
      <dgm:prSet presAssocID="{6E45C97E-0752-4C2E-8864-C1ABDE78AED7}" presName="text3" presStyleLbl="fgAcc3" presStyleIdx="0" presStyleCnt="5">
        <dgm:presLayoutVars>
          <dgm:chPref val="3"/>
        </dgm:presLayoutVars>
      </dgm:prSet>
      <dgm:spPr/>
    </dgm:pt>
    <dgm:pt modelId="{9B4B8179-990D-4C32-9A80-CDB349FF7CFD}" type="pres">
      <dgm:prSet presAssocID="{6E45C97E-0752-4C2E-8864-C1ABDE78AED7}" presName="hierChild4" presStyleCnt="0"/>
      <dgm:spPr/>
    </dgm:pt>
    <dgm:pt modelId="{0E5B29F5-173F-4BC0-9991-BB58131471EA}" type="pres">
      <dgm:prSet presAssocID="{61F7D8A4-9E1B-4260-A117-747B0D44DB98}" presName="Name17" presStyleLbl="parChTrans1D3" presStyleIdx="1" presStyleCnt="5"/>
      <dgm:spPr/>
    </dgm:pt>
    <dgm:pt modelId="{83057C8F-DDED-41D9-8297-0BED03B724D2}" type="pres">
      <dgm:prSet presAssocID="{F2566947-EDDF-48F4-8B42-F426CAEFADF4}" presName="hierRoot3" presStyleCnt="0"/>
      <dgm:spPr/>
    </dgm:pt>
    <dgm:pt modelId="{64A15421-93F3-436F-954F-75367F1F0547}" type="pres">
      <dgm:prSet presAssocID="{F2566947-EDDF-48F4-8B42-F426CAEFADF4}" presName="composite3" presStyleCnt="0"/>
      <dgm:spPr/>
    </dgm:pt>
    <dgm:pt modelId="{4A79A66E-7C56-4977-9062-CE64CB0FB1EA}" type="pres">
      <dgm:prSet presAssocID="{F2566947-EDDF-48F4-8B42-F426CAEFADF4}" presName="background3" presStyleLbl="node3" presStyleIdx="1" presStyleCnt="5"/>
      <dgm:spPr/>
    </dgm:pt>
    <dgm:pt modelId="{84E24FBC-81D6-42E7-8DA4-4EFFEA1D8E04}" type="pres">
      <dgm:prSet presAssocID="{F2566947-EDDF-48F4-8B42-F426CAEFADF4}" presName="text3" presStyleLbl="fgAcc3" presStyleIdx="1" presStyleCnt="5">
        <dgm:presLayoutVars>
          <dgm:chPref val="3"/>
        </dgm:presLayoutVars>
      </dgm:prSet>
      <dgm:spPr/>
    </dgm:pt>
    <dgm:pt modelId="{A5AB2486-89D8-4EF8-8E5E-4F5A97C6A4D4}" type="pres">
      <dgm:prSet presAssocID="{F2566947-EDDF-48F4-8B42-F426CAEFADF4}" presName="hierChild4" presStyleCnt="0"/>
      <dgm:spPr/>
    </dgm:pt>
    <dgm:pt modelId="{8FF3FAC5-1912-45A4-81C7-8BD7CD82795D}" type="pres">
      <dgm:prSet presAssocID="{CEE284AB-1277-4E42-A415-C306E49FFF4F}" presName="Name10" presStyleLbl="parChTrans1D2" presStyleIdx="1" presStyleCnt="2"/>
      <dgm:spPr/>
    </dgm:pt>
    <dgm:pt modelId="{FA3DC07C-D863-487A-B68F-A513500D3FCC}" type="pres">
      <dgm:prSet presAssocID="{FD5C8234-7BEB-4331-8142-AE0665252614}" presName="hierRoot2" presStyleCnt="0"/>
      <dgm:spPr/>
    </dgm:pt>
    <dgm:pt modelId="{9B09760E-1F40-4C70-9CF8-A21EA6CEECDC}" type="pres">
      <dgm:prSet presAssocID="{FD5C8234-7BEB-4331-8142-AE0665252614}" presName="composite2" presStyleCnt="0"/>
      <dgm:spPr/>
    </dgm:pt>
    <dgm:pt modelId="{566C811B-ECF8-4501-96D9-E246B2E04042}" type="pres">
      <dgm:prSet presAssocID="{FD5C8234-7BEB-4331-8142-AE0665252614}" presName="background2" presStyleLbl="node2" presStyleIdx="1" presStyleCnt="2"/>
      <dgm:spPr/>
    </dgm:pt>
    <dgm:pt modelId="{DA811F06-58CE-492C-989E-5E01E0D5E83B}" type="pres">
      <dgm:prSet presAssocID="{FD5C8234-7BEB-4331-8142-AE0665252614}" presName="text2" presStyleLbl="fgAcc2" presStyleIdx="1" presStyleCnt="2">
        <dgm:presLayoutVars>
          <dgm:chPref val="3"/>
        </dgm:presLayoutVars>
      </dgm:prSet>
      <dgm:spPr/>
    </dgm:pt>
    <dgm:pt modelId="{779A9475-3915-43FD-A3FB-7FB596595958}" type="pres">
      <dgm:prSet presAssocID="{FD5C8234-7BEB-4331-8142-AE0665252614}" presName="hierChild3" presStyleCnt="0"/>
      <dgm:spPr/>
    </dgm:pt>
    <dgm:pt modelId="{988A18CE-E2CA-480C-B323-2237987DE8B2}" type="pres">
      <dgm:prSet presAssocID="{BAA84567-8153-44EA-96EE-F8364BD8AA89}" presName="Name17" presStyleLbl="parChTrans1D3" presStyleIdx="2" presStyleCnt="5"/>
      <dgm:spPr/>
    </dgm:pt>
    <dgm:pt modelId="{9569B6D2-4347-4980-8085-B894D3F2039E}" type="pres">
      <dgm:prSet presAssocID="{86F844E7-1CB2-42EA-B3A7-0A0DEB9F52BA}" presName="hierRoot3" presStyleCnt="0"/>
      <dgm:spPr/>
    </dgm:pt>
    <dgm:pt modelId="{EC4A6AC9-3BB4-42FD-8F43-00BF32A75101}" type="pres">
      <dgm:prSet presAssocID="{86F844E7-1CB2-42EA-B3A7-0A0DEB9F52BA}" presName="composite3" presStyleCnt="0"/>
      <dgm:spPr/>
    </dgm:pt>
    <dgm:pt modelId="{4A874F81-89C7-4C90-9EDC-85CC52A43302}" type="pres">
      <dgm:prSet presAssocID="{86F844E7-1CB2-42EA-B3A7-0A0DEB9F52BA}" presName="background3" presStyleLbl="node3" presStyleIdx="2" presStyleCnt="5"/>
      <dgm:spPr/>
    </dgm:pt>
    <dgm:pt modelId="{E9B9F132-A31D-494C-B934-EF1513B7C629}" type="pres">
      <dgm:prSet presAssocID="{86F844E7-1CB2-42EA-B3A7-0A0DEB9F52BA}" presName="text3" presStyleLbl="fgAcc3" presStyleIdx="2" presStyleCnt="5">
        <dgm:presLayoutVars>
          <dgm:chPref val="3"/>
        </dgm:presLayoutVars>
      </dgm:prSet>
      <dgm:spPr/>
    </dgm:pt>
    <dgm:pt modelId="{662C76A8-069F-4391-A453-10984B2DD54D}" type="pres">
      <dgm:prSet presAssocID="{86F844E7-1CB2-42EA-B3A7-0A0DEB9F52BA}" presName="hierChild4" presStyleCnt="0"/>
      <dgm:spPr/>
    </dgm:pt>
    <dgm:pt modelId="{BBEFDC9D-6DEA-4DE7-A7E4-60ACF7D62EFE}" type="pres">
      <dgm:prSet presAssocID="{4EC75082-CB8A-4395-9006-26C8A87B1936}" presName="Name17" presStyleLbl="parChTrans1D3" presStyleIdx="3" presStyleCnt="5"/>
      <dgm:spPr/>
    </dgm:pt>
    <dgm:pt modelId="{F2722DEE-E30D-437D-A30F-78C8D37B68B5}" type="pres">
      <dgm:prSet presAssocID="{D0460A66-7756-4596-95CC-1F51CF2A280E}" presName="hierRoot3" presStyleCnt="0"/>
      <dgm:spPr/>
    </dgm:pt>
    <dgm:pt modelId="{C40EB8F3-8AA8-4E48-A2E3-0402F7805EA7}" type="pres">
      <dgm:prSet presAssocID="{D0460A66-7756-4596-95CC-1F51CF2A280E}" presName="composite3" presStyleCnt="0"/>
      <dgm:spPr/>
    </dgm:pt>
    <dgm:pt modelId="{94B121C5-16A0-4B91-AFC6-A5DD2A21DC7A}" type="pres">
      <dgm:prSet presAssocID="{D0460A66-7756-4596-95CC-1F51CF2A280E}" presName="background3" presStyleLbl="node3" presStyleIdx="3" presStyleCnt="5"/>
      <dgm:spPr/>
    </dgm:pt>
    <dgm:pt modelId="{E79779AE-7549-4A9C-BB50-8BDE24966E5D}" type="pres">
      <dgm:prSet presAssocID="{D0460A66-7756-4596-95CC-1F51CF2A280E}" presName="text3" presStyleLbl="fgAcc3" presStyleIdx="3" presStyleCnt="5">
        <dgm:presLayoutVars>
          <dgm:chPref val="3"/>
        </dgm:presLayoutVars>
      </dgm:prSet>
      <dgm:spPr/>
    </dgm:pt>
    <dgm:pt modelId="{3FAFA9F5-CF7E-4EF3-BCA3-54AC14D7C437}" type="pres">
      <dgm:prSet presAssocID="{D0460A66-7756-4596-95CC-1F51CF2A280E}" presName="hierChild4" presStyleCnt="0"/>
      <dgm:spPr/>
    </dgm:pt>
    <dgm:pt modelId="{2879809B-66EA-41B9-AACC-ACC696A42E1F}" type="pres">
      <dgm:prSet presAssocID="{F8F2B60E-B162-4F9E-AC55-B66388454BB6}" presName="Name23" presStyleLbl="parChTrans1D4" presStyleIdx="0" presStyleCnt="2"/>
      <dgm:spPr/>
    </dgm:pt>
    <dgm:pt modelId="{3E0E24AE-D806-4F90-9BD9-9453B08393BF}" type="pres">
      <dgm:prSet presAssocID="{3C611B11-F975-4181-A62C-35A97BA8375B}" presName="hierRoot4" presStyleCnt="0"/>
      <dgm:spPr/>
    </dgm:pt>
    <dgm:pt modelId="{8D6DC9E9-70C3-46DD-88BE-791A190E2F14}" type="pres">
      <dgm:prSet presAssocID="{3C611B11-F975-4181-A62C-35A97BA8375B}" presName="composite4" presStyleCnt="0"/>
      <dgm:spPr/>
    </dgm:pt>
    <dgm:pt modelId="{43DACF03-C343-4FA3-A062-28C19366EAF3}" type="pres">
      <dgm:prSet presAssocID="{3C611B11-F975-4181-A62C-35A97BA8375B}" presName="background4" presStyleLbl="node4" presStyleIdx="0" presStyleCnt="2"/>
      <dgm:spPr/>
    </dgm:pt>
    <dgm:pt modelId="{E8056BA7-F26D-4A68-AE29-86AAF5712107}" type="pres">
      <dgm:prSet presAssocID="{3C611B11-F975-4181-A62C-35A97BA8375B}" presName="text4" presStyleLbl="fgAcc4" presStyleIdx="0" presStyleCnt="2">
        <dgm:presLayoutVars>
          <dgm:chPref val="3"/>
        </dgm:presLayoutVars>
      </dgm:prSet>
      <dgm:spPr/>
    </dgm:pt>
    <dgm:pt modelId="{CAF9BB11-DEFE-4536-841F-068006ACF448}" type="pres">
      <dgm:prSet presAssocID="{3C611B11-F975-4181-A62C-35A97BA8375B}" presName="hierChild5" presStyleCnt="0"/>
      <dgm:spPr/>
    </dgm:pt>
    <dgm:pt modelId="{FBDA6E46-0045-4C82-ABFE-678E3C7455CD}" type="pres">
      <dgm:prSet presAssocID="{A57544C4-8000-4201-A32F-F04264AD438C}" presName="Name23" presStyleLbl="parChTrans1D4" presStyleIdx="1" presStyleCnt="2"/>
      <dgm:spPr/>
    </dgm:pt>
    <dgm:pt modelId="{AA842556-7B63-4EE4-89A0-EB614590D9FC}" type="pres">
      <dgm:prSet presAssocID="{EEA39ADB-9522-4AB0-AAC4-B56ADECB7D17}" presName="hierRoot4" presStyleCnt="0"/>
      <dgm:spPr/>
    </dgm:pt>
    <dgm:pt modelId="{C6CA7284-C555-4839-A868-1E71EDD8313E}" type="pres">
      <dgm:prSet presAssocID="{EEA39ADB-9522-4AB0-AAC4-B56ADECB7D17}" presName="composite4" presStyleCnt="0"/>
      <dgm:spPr/>
    </dgm:pt>
    <dgm:pt modelId="{8FC33AA4-B9CD-4EBE-AE90-8FA4D8D6234C}" type="pres">
      <dgm:prSet presAssocID="{EEA39ADB-9522-4AB0-AAC4-B56ADECB7D17}" presName="background4" presStyleLbl="node4" presStyleIdx="1" presStyleCnt="2"/>
      <dgm:spPr/>
    </dgm:pt>
    <dgm:pt modelId="{FE87155B-A9E6-4143-A11A-DE646E0B443E}" type="pres">
      <dgm:prSet presAssocID="{EEA39ADB-9522-4AB0-AAC4-B56ADECB7D17}" presName="text4" presStyleLbl="fgAcc4" presStyleIdx="1" presStyleCnt="2">
        <dgm:presLayoutVars>
          <dgm:chPref val="3"/>
        </dgm:presLayoutVars>
      </dgm:prSet>
      <dgm:spPr/>
    </dgm:pt>
    <dgm:pt modelId="{D4D035AC-392A-48C0-A333-74ED618DBA59}" type="pres">
      <dgm:prSet presAssocID="{EEA39ADB-9522-4AB0-AAC4-B56ADECB7D17}" presName="hierChild5" presStyleCnt="0"/>
      <dgm:spPr/>
    </dgm:pt>
    <dgm:pt modelId="{08242927-CEAE-4E2B-909A-01AFFCDF3071}" type="pres">
      <dgm:prSet presAssocID="{5BD5BE03-437F-4B3F-AB7B-CD102E7C5374}" presName="Name17" presStyleLbl="parChTrans1D3" presStyleIdx="4" presStyleCnt="5"/>
      <dgm:spPr/>
    </dgm:pt>
    <dgm:pt modelId="{5609143B-2DAE-41F2-8AB4-9E299D25F056}" type="pres">
      <dgm:prSet presAssocID="{EA36120B-AF62-4ED9-BE46-29E5193D5488}" presName="hierRoot3" presStyleCnt="0"/>
      <dgm:spPr/>
    </dgm:pt>
    <dgm:pt modelId="{69C04724-8545-4E6F-A59B-C9AC024D59C6}" type="pres">
      <dgm:prSet presAssocID="{EA36120B-AF62-4ED9-BE46-29E5193D5488}" presName="composite3" presStyleCnt="0"/>
      <dgm:spPr/>
    </dgm:pt>
    <dgm:pt modelId="{1D0784BF-A55F-49EB-A4AB-61D1E2E4FDE1}" type="pres">
      <dgm:prSet presAssocID="{EA36120B-AF62-4ED9-BE46-29E5193D5488}" presName="background3" presStyleLbl="node3" presStyleIdx="4" presStyleCnt="5"/>
      <dgm:spPr/>
    </dgm:pt>
    <dgm:pt modelId="{12BC2F40-DD25-4B5C-9468-CE244B4E4020}" type="pres">
      <dgm:prSet presAssocID="{EA36120B-AF62-4ED9-BE46-29E5193D5488}" presName="text3" presStyleLbl="fgAcc3" presStyleIdx="4" presStyleCnt="5">
        <dgm:presLayoutVars>
          <dgm:chPref val="3"/>
        </dgm:presLayoutVars>
      </dgm:prSet>
      <dgm:spPr/>
    </dgm:pt>
    <dgm:pt modelId="{89B0CAE7-B9B4-4201-AACD-94305664874C}" type="pres">
      <dgm:prSet presAssocID="{EA36120B-AF62-4ED9-BE46-29E5193D5488}" presName="hierChild4" presStyleCnt="0"/>
      <dgm:spPr/>
    </dgm:pt>
  </dgm:ptLst>
  <dgm:cxnLst>
    <dgm:cxn modelId="{99E32A11-2588-47B8-A743-38F8A8912C55}" type="presOf" srcId="{49E01912-BD46-4D0F-8592-FE3D48D7E89D}" destId="{3FCDAD92-4A1A-4E43-A447-BF29FCD644F7}" srcOrd="0" destOrd="0" presId="urn:microsoft.com/office/officeart/2005/8/layout/hierarchy1"/>
    <dgm:cxn modelId="{E1FB6411-FE6A-4DC3-9756-730060F7694E}" type="presOf" srcId="{4EC75082-CB8A-4395-9006-26C8A87B1936}" destId="{BBEFDC9D-6DEA-4DE7-A7E4-60ACF7D62EFE}" srcOrd="0" destOrd="0" presId="urn:microsoft.com/office/officeart/2005/8/layout/hierarchy1"/>
    <dgm:cxn modelId="{8C219F12-B95F-4BA9-9263-C0818F119F5A}" srcId="{B158152E-BEFF-4980-8922-812E4FDFB988}" destId="{6E45C97E-0752-4C2E-8864-C1ABDE78AED7}" srcOrd="0" destOrd="0" parTransId="{5532F78C-22D3-46BD-A4D8-BC33D983DD7B}" sibTransId="{68DDC965-DC66-4F23-B182-54B8B14FEDBE}"/>
    <dgm:cxn modelId="{55F47E18-23F1-47CC-97AC-61DD7AC4B396}" srcId="{F5878E92-8240-4832-97DD-72E369960135}" destId="{B158152E-BEFF-4980-8922-812E4FDFB988}" srcOrd="0" destOrd="0" parTransId="{743080A1-C7BD-4FC2-A0EC-4A03460A2A8D}" sibTransId="{C93563AA-0D76-41F2-96FF-63781EA78977}"/>
    <dgm:cxn modelId="{4C92B31E-2AFA-4ED9-964F-193EE41FD448}" srcId="{49E01912-BD46-4D0F-8592-FE3D48D7E89D}" destId="{F5878E92-8240-4832-97DD-72E369960135}" srcOrd="0" destOrd="0" parTransId="{88D4378C-6606-4083-86F1-381E9F27817F}" sibTransId="{7330FAC4-7B74-42B3-9249-DAD42979EEDB}"/>
    <dgm:cxn modelId="{7EB9A820-32E4-4F55-973E-5573ED4FAA49}" type="presOf" srcId="{BAA84567-8153-44EA-96EE-F8364BD8AA89}" destId="{988A18CE-E2CA-480C-B323-2237987DE8B2}" srcOrd="0" destOrd="0" presId="urn:microsoft.com/office/officeart/2005/8/layout/hierarchy1"/>
    <dgm:cxn modelId="{6D4B2A2B-845A-40C0-BFD5-E419781F3341}" type="presOf" srcId="{FD5C8234-7BEB-4331-8142-AE0665252614}" destId="{DA811F06-58CE-492C-989E-5E01E0D5E83B}" srcOrd="0" destOrd="0" presId="urn:microsoft.com/office/officeart/2005/8/layout/hierarchy1"/>
    <dgm:cxn modelId="{E8BAB32C-3CCF-4A19-9955-0BC47C8B939C}" srcId="{FD5C8234-7BEB-4331-8142-AE0665252614}" destId="{D0460A66-7756-4596-95CC-1F51CF2A280E}" srcOrd="1" destOrd="0" parTransId="{4EC75082-CB8A-4395-9006-26C8A87B1936}" sibTransId="{00030F7A-8A9F-4969-8FB8-2AE0D6AEF0D6}"/>
    <dgm:cxn modelId="{E933052E-543F-45FC-B1EE-EC25D55351BD}" srcId="{D0460A66-7756-4596-95CC-1F51CF2A280E}" destId="{3C611B11-F975-4181-A62C-35A97BA8375B}" srcOrd="0" destOrd="0" parTransId="{F8F2B60E-B162-4F9E-AC55-B66388454BB6}" sibTransId="{DD56E978-4BD6-4027-B974-AE4BED07D9DA}"/>
    <dgm:cxn modelId="{38995332-8D85-4726-A133-2F91CE475ABA}" type="presOf" srcId="{86F844E7-1CB2-42EA-B3A7-0A0DEB9F52BA}" destId="{E9B9F132-A31D-494C-B934-EF1513B7C629}" srcOrd="0" destOrd="0" presId="urn:microsoft.com/office/officeart/2005/8/layout/hierarchy1"/>
    <dgm:cxn modelId="{2AF63C5D-D895-4375-A881-1F496E749911}" type="presOf" srcId="{EEA39ADB-9522-4AB0-AAC4-B56ADECB7D17}" destId="{FE87155B-A9E6-4143-A11A-DE646E0B443E}" srcOrd="0" destOrd="0" presId="urn:microsoft.com/office/officeart/2005/8/layout/hierarchy1"/>
    <dgm:cxn modelId="{D2B7D761-E132-436C-9C07-8D2EE600328D}" type="presOf" srcId="{6E45C97E-0752-4C2E-8864-C1ABDE78AED7}" destId="{1967F261-E4F8-434F-8F56-14E20BD91820}" srcOrd="0" destOrd="0" presId="urn:microsoft.com/office/officeart/2005/8/layout/hierarchy1"/>
    <dgm:cxn modelId="{86ABBB62-9841-4A77-B64C-6A31DD24863C}" type="presOf" srcId="{B158152E-BEFF-4980-8922-812E4FDFB988}" destId="{04EF80DC-559A-4DD8-AB98-DF721F8BD335}" srcOrd="0" destOrd="0" presId="urn:microsoft.com/office/officeart/2005/8/layout/hierarchy1"/>
    <dgm:cxn modelId="{D0789951-88D1-4AAE-9346-0CF8E5CB65C3}" srcId="{FD5C8234-7BEB-4331-8142-AE0665252614}" destId="{86F844E7-1CB2-42EA-B3A7-0A0DEB9F52BA}" srcOrd="0" destOrd="0" parTransId="{BAA84567-8153-44EA-96EE-F8364BD8AA89}" sibTransId="{A43586C1-6B73-4EE5-8F97-22502575DA5E}"/>
    <dgm:cxn modelId="{D1611653-45CC-4A1F-8F7B-41FBC6A9D83F}" type="presOf" srcId="{CEE284AB-1277-4E42-A415-C306E49FFF4F}" destId="{8FF3FAC5-1912-45A4-81C7-8BD7CD82795D}" srcOrd="0" destOrd="0" presId="urn:microsoft.com/office/officeart/2005/8/layout/hierarchy1"/>
    <dgm:cxn modelId="{C0FF3A53-DC27-4926-9F25-9410D146D421}" type="presOf" srcId="{A57544C4-8000-4201-A32F-F04264AD438C}" destId="{FBDA6E46-0045-4C82-ABFE-678E3C7455CD}" srcOrd="0" destOrd="0" presId="urn:microsoft.com/office/officeart/2005/8/layout/hierarchy1"/>
    <dgm:cxn modelId="{6BC03759-8C52-4A83-8EB0-9B7884048E2D}" type="presOf" srcId="{3C611B11-F975-4181-A62C-35A97BA8375B}" destId="{E8056BA7-F26D-4A68-AE29-86AAF5712107}" srcOrd="0" destOrd="0" presId="urn:microsoft.com/office/officeart/2005/8/layout/hierarchy1"/>
    <dgm:cxn modelId="{D49A377E-7D71-4C04-9FA8-EFF8C6831502}" srcId="{B158152E-BEFF-4980-8922-812E4FDFB988}" destId="{F2566947-EDDF-48F4-8B42-F426CAEFADF4}" srcOrd="1" destOrd="0" parTransId="{61F7D8A4-9E1B-4260-A117-747B0D44DB98}" sibTransId="{A810D316-E79E-42C8-9CBA-D316E9144C32}"/>
    <dgm:cxn modelId="{507CDA8E-4784-4018-B8AE-0CC2C742D132}" type="presOf" srcId="{61F7D8A4-9E1B-4260-A117-747B0D44DB98}" destId="{0E5B29F5-173F-4BC0-9991-BB58131471EA}" srcOrd="0" destOrd="0" presId="urn:microsoft.com/office/officeart/2005/8/layout/hierarchy1"/>
    <dgm:cxn modelId="{156E9A95-FCA7-4275-A8E0-029C25F9EC65}" srcId="{D0460A66-7756-4596-95CC-1F51CF2A280E}" destId="{EEA39ADB-9522-4AB0-AAC4-B56ADECB7D17}" srcOrd="1" destOrd="0" parTransId="{A57544C4-8000-4201-A32F-F04264AD438C}" sibTransId="{60003845-A8DB-4ABE-9CD6-CBBFB7EC3ECA}"/>
    <dgm:cxn modelId="{9934739C-2C4D-4203-8E38-419B2705881E}" srcId="{F5878E92-8240-4832-97DD-72E369960135}" destId="{FD5C8234-7BEB-4331-8142-AE0665252614}" srcOrd="1" destOrd="0" parTransId="{CEE284AB-1277-4E42-A415-C306E49FFF4F}" sibTransId="{7ABB3E51-E9B1-4E32-B786-02420D28A10C}"/>
    <dgm:cxn modelId="{0B450DA8-615C-4E1E-9E90-BB4A033C5ED3}" srcId="{FD5C8234-7BEB-4331-8142-AE0665252614}" destId="{EA36120B-AF62-4ED9-BE46-29E5193D5488}" srcOrd="2" destOrd="0" parTransId="{5BD5BE03-437F-4B3F-AB7B-CD102E7C5374}" sibTransId="{62788087-718E-4132-8BCD-06E3F49BDB8B}"/>
    <dgm:cxn modelId="{DCFFC5AD-CDED-426C-81B9-64110026620F}" type="presOf" srcId="{F8F2B60E-B162-4F9E-AC55-B66388454BB6}" destId="{2879809B-66EA-41B9-AACC-ACC696A42E1F}" srcOrd="0" destOrd="0" presId="urn:microsoft.com/office/officeart/2005/8/layout/hierarchy1"/>
    <dgm:cxn modelId="{BD997BB0-5078-4D2E-BA61-C9233689A3FB}" type="presOf" srcId="{5BD5BE03-437F-4B3F-AB7B-CD102E7C5374}" destId="{08242927-CEAE-4E2B-909A-01AFFCDF3071}" srcOrd="0" destOrd="0" presId="urn:microsoft.com/office/officeart/2005/8/layout/hierarchy1"/>
    <dgm:cxn modelId="{CFDE1CB4-B733-44DB-80CD-2C2EE314DD70}" type="presOf" srcId="{F5878E92-8240-4832-97DD-72E369960135}" destId="{D1F57BEE-AE82-4498-A4AE-4811D240D67F}" srcOrd="0" destOrd="0" presId="urn:microsoft.com/office/officeart/2005/8/layout/hierarchy1"/>
    <dgm:cxn modelId="{166C34D5-E0E7-4F04-B0FE-F7E44A445AA2}" type="presOf" srcId="{EA36120B-AF62-4ED9-BE46-29E5193D5488}" destId="{12BC2F40-DD25-4B5C-9468-CE244B4E4020}" srcOrd="0" destOrd="0" presId="urn:microsoft.com/office/officeart/2005/8/layout/hierarchy1"/>
    <dgm:cxn modelId="{79E300DF-5405-4BF2-B92F-F6D7C54AE846}" type="presOf" srcId="{F2566947-EDDF-48F4-8B42-F426CAEFADF4}" destId="{84E24FBC-81D6-42E7-8DA4-4EFFEA1D8E04}" srcOrd="0" destOrd="0" presId="urn:microsoft.com/office/officeart/2005/8/layout/hierarchy1"/>
    <dgm:cxn modelId="{4F6321E8-0B7A-428A-9B7D-DA67B780BA23}" type="presOf" srcId="{743080A1-C7BD-4FC2-A0EC-4A03460A2A8D}" destId="{9972630A-6C88-4A55-9418-17028023D774}" srcOrd="0" destOrd="0" presId="urn:microsoft.com/office/officeart/2005/8/layout/hierarchy1"/>
    <dgm:cxn modelId="{4235BBEB-94B3-41CE-8FB2-6AFA2200D721}" type="presOf" srcId="{5532F78C-22D3-46BD-A4D8-BC33D983DD7B}" destId="{44AC591A-AD78-4CA0-95B7-D42F2227ED78}" srcOrd="0" destOrd="0" presId="urn:microsoft.com/office/officeart/2005/8/layout/hierarchy1"/>
    <dgm:cxn modelId="{84F02BED-97EF-48F6-9224-9FD247AFEB45}" type="presOf" srcId="{D0460A66-7756-4596-95CC-1F51CF2A280E}" destId="{E79779AE-7549-4A9C-BB50-8BDE24966E5D}" srcOrd="0" destOrd="0" presId="urn:microsoft.com/office/officeart/2005/8/layout/hierarchy1"/>
    <dgm:cxn modelId="{346AD57F-B424-4746-BC9A-F93E01FF2D04}" type="presParOf" srcId="{3FCDAD92-4A1A-4E43-A447-BF29FCD644F7}" destId="{91CB232B-B99E-4940-AF83-BA6A5D40C228}" srcOrd="0" destOrd="0" presId="urn:microsoft.com/office/officeart/2005/8/layout/hierarchy1"/>
    <dgm:cxn modelId="{7B1455ED-5088-42B8-9C3F-A402D59335BA}" type="presParOf" srcId="{91CB232B-B99E-4940-AF83-BA6A5D40C228}" destId="{39B71736-A363-40EE-9748-9536F001717E}" srcOrd="0" destOrd="0" presId="urn:microsoft.com/office/officeart/2005/8/layout/hierarchy1"/>
    <dgm:cxn modelId="{ED65D33A-548C-41CD-AA9B-7D6A04AE0D80}" type="presParOf" srcId="{39B71736-A363-40EE-9748-9536F001717E}" destId="{1FF12C03-E89C-4A6E-AF5D-A10072F227AB}" srcOrd="0" destOrd="0" presId="urn:microsoft.com/office/officeart/2005/8/layout/hierarchy1"/>
    <dgm:cxn modelId="{CDA927D7-28D3-4BE3-9BEF-AD5E8ED645ED}" type="presParOf" srcId="{39B71736-A363-40EE-9748-9536F001717E}" destId="{D1F57BEE-AE82-4498-A4AE-4811D240D67F}" srcOrd="1" destOrd="0" presId="urn:microsoft.com/office/officeart/2005/8/layout/hierarchy1"/>
    <dgm:cxn modelId="{A772C8F0-A696-44F0-8A34-9B52CB51AF09}" type="presParOf" srcId="{91CB232B-B99E-4940-AF83-BA6A5D40C228}" destId="{0CE2F09D-CF44-42C0-A38B-72BFDA468936}" srcOrd="1" destOrd="0" presId="urn:microsoft.com/office/officeart/2005/8/layout/hierarchy1"/>
    <dgm:cxn modelId="{E296064A-8C59-4A9E-A46A-DD865AA86CC1}" type="presParOf" srcId="{0CE2F09D-CF44-42C0-A38B-72BFDA468936}" destId="{9972630A-6C88-4A55-9418-17028023D774}" srcOrd="0" destOrd="0" presId="urn:microsoft.com/office/officeart/2005/8/layout/hierarchy1"/>
    <dgm:cxn modelId="{EA394640-FD67-4C61-9A18-8D2B152C2CBE}" type="presParOf" srcId="{0CE2F09D-CF44-42C0-A38B-72BFDA468936}" destId="{1FEFB261-8D8A-43CE-B6AA-C9B90C88EA38}" srcOrd="1" destOrd="0" presId="urn:microsoft.com/office/officeart/2005/8/layout/hierarchy1"/>
    <dgm:cxn modelId="{6CFF3EAF-8349-46B3-A262-5F6551450509}" type="presParOf" srcId="{1FEFB261-8D8A-43CE-B6AA-C9B90C88EA38}" destId="{0AD80522-60EB-4390-87BE-8F4E08216A8D}" srcOrd="0" destOrd="0" presId="urn:microsoft.com/office/officeart/2005/8/layout/hierarchy1"/>
    <dgm:cxn modelId="{893386EF-F408-48EC-BCD6-668962610008}" type="presParOf" srcId="{0AD80522-60EB-4390-87BE-8F4E08216A8D}" destId="{262FC079-CCD5-409C-9366-64E1018AD7A7}" srcOrd="0" destOrd="0" presId="urn:microsoft.com/office/officeart/2005/8/layout/hierarchy1"/>
    <dgm:cxn modelId="{F42CC226-60C2-4BB9-8040-1F3CA6CDAFC1}" type="presParOf" srcId="{0AD80522-60EB-4390-87BE-8F4E08216A8D}" destId="{04EF80DC-559A-4DD8-AB98-DF721F8BD335}" srcOrd="1" destOrd="0" presId="urn:microsoft.com/office/officeart/2005/8/layout/hierarchy1"/>
    <dgm:cxn modelId="{BD871E23-0E1C-427D-B028-D1E616C1AC8B}" type="presParOf" srcId="{1FEFB261-8D8A-43CE-B6AA-C9B90C88EA38}" destId="{19007810-1025-4DF0-9D5D-1C1545CF9509}" srcOrd="1" destOrd="0" presId="urn:microsoft.com/office/officeart/2005/8/layout/hierarchy1"/>
    <dgm:cxn modelId="{FF86E139-5192-4583-B60E-6AD7D5D13D39}" type="presParOf" srcId="{19007810-1025-4DF0-9D5D-1C1545CF9509}" destId="{44AC591A-AD78-4CA0-95B7-D42F2227ED78}" srcOrd="0" destOrd="0" presId="urn:microsoft.com/office/officeart/2005/8/layout/hierarchy1"/>
    <dgm:cxn modelId="{9DA8FCEE-3FFD-4E41-A2DF-09729221CFC2}" type="presParOf" srcId="{19007810-1025-4DF0-9D5D-1C1545CF9509}" destId="{92131E5D-8DDE-47EB-A83E-855D763DC535}" srcOrd="1" destOrd="0" presId="urn:microsoft.com/office/officeart/2005/8/layout/hierarchy1"/>
    <dgm:cxn modelId="{56ED5D79-7E01-465D-B2ED-16FDD9CC0F18}" type="presParOf" srcId="{92131E5D-8DDE-47EB-A83E-855D763DC535}" destId="{7DCD74CD-702D-46F1-BFFD-8FA940D56AF0}" srcOrd="0" destOrd="0" presId="urn:microsoft.com/office/officeart/2005/8/layout/hierarchy1"/>
    <dgm:cxn modelId="{B281922F-773B-4660-9FFC-A7EFBE3AEA9D}" type="presParOf" srcId="{7DCD74CD-702D-46F1-BFFD-8FA940D56AF0}" destId="{956C5A52-8CC3-4A58-8733-3ADBD9B4809F}" srcOrd="0" destOrd="0" presId="urn:microsoft.com/office/officeart/2005/8/layout/hierarchy1"/>
    <dgm:cxn modelId="{F99EBF67-587A-4814-B1F1-7AC8F6811C04}" type="presParOf" srcId="{7DCD74CD-702D-46F1-BFFD-8FA940D56AF0}" destId="{1967F261-E4F8-434F-8F56-14E20BD91820}" srcOrd="1" destOrd="0" presId="urn:microsoft.com/office/officeart/2005/8/layout/hierarchy1"/>
    <dgm:cxn modelId="{5118554D-6790-4868-ADF0-969A53381503}" type="presParOf" srcId="{92131E5D-8DDE-47EB-A83E-855D763DC535}" destId="{9B4B8179-990D-4C32-9A80-CDB349FF7CFD}" srcOrd="1" destOrd="0" presId="urn:microsoft.com/office/officeart/2005/8/layout/hierarchy1"/>
    <dgm:cxn modelId="{690B09FF-864C-4F15-B791-450A5540BD34}" type="presParOf" srcId="{19007810-1025-4DF0-9D5D-1C1545CF9509}" destId="{0E5B29F5-173F-4BC0-9991-BB58131471EA}" srcOrd="2" destOrd="0" presId="urn:microsoft.com/office/officeart/2005/8/layout/hierarchy1"/>
    <dgm:cxn modelId="{2CE3142C-0C17-4AFB-B833-8542E6A2B750}" type="presParOf" srcId="{19007810-1025-4DF0-9D5D-1C1545CF9509}" destId="{83057C8F-DDED-41D9-8297-0BED03B724D2}" srcOrd="3" destOrd="0" presId="urn:microsoft.com/office/officeart/2005/8/layout/hierarchy1"/>
    <dgm:cxn modelId="{53AB3493-DBFA-4DE2-ABDE-98FAEE304C4D}" type="presParOf" srcId="{83057C8F-DDED-41D9-8297-0BED03B724D2}" destId="{64A15421-93F3-436F-954F-75367F1F0547}" srcOrd="0" destOrd="0" presId="urn:microsoft.com/office/officeart/2005/8/layout/hierarchy1"/>
    <dgm:cxn modelId="{58C73247-B196-4714-B5D8-D12B833D5DB0}" type="presParOf" srcId="{64A15421-93F3-436F-954F-75367F1F0547}" destId="{4A79A66E-7C56-4977-9062-CE64CB0FB1EA}" srcOrd="0" destOrd="0" presId="urn:microsoft.com/office/officeart/2005/8/layout/hierarchy1"/>
    <dgm:cxn modelId="{F75F9EDF-7A97-41D2-B493-809D8D97412B}" type="presParOf" srcId="{64A15421-93F3-436F-954F-75367F1F0547}" destId="{84E24FBC-81D6-42E7-8DA4-4EFFEA1D8E04}" srcOrd="1" destOrd="0" presId="urn:microsoft.com/office/officeart/2005/8/layout/hierarchy1"/>
    <dgm:cxn modelId="{4CC77F41-3028-49FF-9F1F-4FD7BB16FE30}" type="presParOf" srcId="{83057C8F-DDED-41D9-8297-0BED03B724D2}" destId="{A5AB2486-89D8-4EF8-8E5E-4F5A97C6A4D4}" srcOrd="1" destOrd="0" presId="urn:microsoft.com/office/officeart/2005/8/layout/hierarchy1"/>
    <dgm:cxn modelId="{43727B38-B228-4AF8-959D-24D1853BB20A}" type="presParOf" srcId="{0CE2F09D-CF44-42C0-A38B-72BFDA468936}" destId="{8FF3FAC5-1912-45A4-81C7-8BD7CD82795D}" srcOrd="2" destOrd="0" presId="urn:microsoft.com/office/officeart/2005/8/layout/hierarchy1"/>
    <dgm:cxn modelId="{8CB00581-7D06-45FD-9178-C4CB1AB4BA1E}" type="presParOf" srcId="{0CE2F09D-CF44-42C0-A38B-72BFDA468936}" destId="{FA3DC07C-D863-487A-B68F-A513500D3FCC}" srcOrd="3" destOrd="0" presId="urn:microsoft.com/office/officeart/2005/8/layout/hierarchy1"/>
    <dgm:cxn modelId="{BE708DC9-BBE7-4CAF-A81B-E1AC76554B7B}" type="presParOf" srcId="{FA3DC07C-D863-487A-B68F-A513500D3FCC}" destId="{9B09760E-1F40-4C70-9CF8-A21EA6CEECDC}" srcOrd="0" destOrd="0" presId="urn:microsoft.com/office/officeart/2005/8/layout/hierarchy1"/>
    <dgm:cxn modelId="{3C1C14F2-B233-479B-B677-7D40564C3B05}" type="presParOf" srcId="{9B09760E-1F40-4C70-9CF8-A21EA6CEECDC}" destId="{566C811B-ECF8-4501-96D9-E246B2E04042}" srcOrd="0" destOrd="0" presId="urn:microsoft.com/office/officeart/2005/8/layout/hierarchy1"/>
    <dgm:cxn modelId="{7F018683-0DA6-43D9-A165-3043DCE08844}" type="presParOf" srcId="{9B09760E-1F40-4C70-9CF8-A21EA6CEECDC}" destId="{DA811F06-58CE-492C-989E-5E01E0D5E83B}" srcOrd="1" destOrd="0" presId="urn:microsoft.com/office/officeart/2005/8/layout/hierarchy1"/>
    <dgm:cxn modelId="{42074BAA-34E7-4ED6-B14F-9823AA1B34B7}" type="presParOf" srcId="{FA3DC07C-D863-487A-B68F-A513500D3FCC}" destId="{779A9475-3915-43FD-A3FB-7FB596595958}" srcOrd="1" destOrd="0" presId="urn:microsoft.com/office/officeart/2005/8/layout/hierarchy1"/>
    <dgm:cxn modelId="{4185DD99-CED3-4147-AAED-978AB2CDB996}" type="presParOf" srcId="{779A9475-3915-43FD-A3FB-7FB596595958}" destId="{988A18CE-E2CA-480C-B323-2237987DE8B2}" srcOrd="0" destOrd="0" presId="urn:microsoft.com/office/officeart/2005/8/layout/hierarchy1"/>
    <dgm:cxn modelId="{FF56CA20-F3BE-4D8F-B9B9-B6AB79840935}" type="presParOf" srcId="{779A9475-3915-43FD-A3FB-7FB596595958}" destId="{9569B6D2-4347-4980-8085-B894D3F2039E}" srcOrd="1" destOrd="0" presId="urn:microsoft.com/office/officeart/2005/8/layout/hierarchy1"/>
    <dgm:cxn modelId="{C63D5494-4D69-48DD-8170-CD03B72E3B84}" type="presParOf" srcId="{9569B6D2-4347-4980-8085-B894D3F2039E}" destId="{EC4A6AC9-3BB4-42FD-8F43-00BF32A75101}" srcOrd="0" destOrd="0" presId="urn:microsoft.com/office/officeart/2005/8/layout/hierarchy1"/>
    <dgm:cxn modelId="{F629CC9C-BB1D-417C-9059-41D1EC95D17F}" type="presParOf" srcId="{EC4A6AC9-3BB4-42FD-8F43-00BF32A75101}" destId="{4A874F81-89C7-4C90-9EDC-85CC52A43302}" srcOrd="0" destOrd="0" presId="urn:microsoft.com/office/officeart/2005/8/layout/hierarchy1"/>
    <dgm:cxn modelId="{C71263F3-4D8B-48CD-B3D2-4E0AB544050D}" type="presParOf" srcId="{EC4A6AC9-3BB4-42FD-8F43-00BF32A75101}" destId="{E9B9F132-A31D-494C-B934-EF1513B7C629}" srcOrd="1" destOrd="0" presId="urn:microsoft.com/office/officeart/2005/8/layout/hierarchy1"/>
    <dgm:cxn modelId="{BA1E4A3D-1E3D-4FE5-AAB1-F6AB2C802310}" type="presParOf" srcId="{9569B6D2-4347-4980-8085-B894D3F2039E}" destId="{662C76A8-069F-4391-A453-10984B2DD54D}" srcOrd="1" destOrd="0" presId="urn:microsoft.com/office/officeart/2005/8/layout/hierarchy1"/>
    <dgm:cxn modelId="{E0B6CCD6-3A9D-4183-9ED3-EF12B46F4A00}" type="presParOf" srcId="{779A9475-3915-43FD-A3FB-7FB596595958}" destId="{BBEFDC9D-6DEA-4DE7-A7E4-60ACF7D62EFE}" srcOrd="2" destOrd="0" presId="urn:microsoft.com/office/officeart/2005/8/layout/hierarchy1"/>
    <dgm:cxn modelId="{B48CB44E-5399-4744-8094-AAFA239D16E3}" type="presParOf" srcId="{779A9475-3915-43FD-A3FB-7FB596595958}" destId="{F2722DEE-E30D-437D-A30F-78C8D37B68B5}" srcOrd="3" destOrd="0" presId="urn:microsoft.com/office/officeart/2005/8/layout/hierarchy1"/>
    <dgm:cxn modelId="{3B2B2B87-FC7C-49B7-A4A3-A86747F903D1}" type="presParOf" srcId="{F2722DEE-E30D-437D-A30F-78C8D37B68B5}" destId="{C40EB8F3-8AA8-4E48-A2E3-0402F7805EA7}" srcOrd="0" destOrd="0" presId="urn:microsoft.com/office/officeart/2005/8/layout/hierarchy1"/>
    <dgm:cxn modelId="{1D40CB98-A632-4869-9ED8-4C276AB52F7D}" type="presParOf" srcId="{C40EB8F3-8AA8-4E48-A2E3-0402F7805EA7}" destId="{94B121C5-16A0-4B91-AFC6-A5DD2A21DC7A}" srcOrd="0" destOrd="0" presId="urn:microsoft.com/office/officeart/2005/8/layout/hierarchy1"/>
    <dgm:cxn modelId="{7C8D6E21-2166-4E28-B185-B7EC1B198750}" type="presParOf" srcId="{C40EB8F3-8AA8-4E48-A2E3-0402F7805EA7}" destId="{E79779AE-7549-4A9C-BB50-8BDE24966E5D}" srcOrd="1" destOrd="0" presId="urn:microsoft.com/office/officeart/2005/8/layout/hierarchy1"/>
    <dgm:cxn modelId="{1D4E46BB-2414-4CB6-9299-B95EB427099B}" type="presParOf" srcId="{F2722DEE-E30D-437D-A30F-78C8D37B68B5}" destId="{3FAFA9F5-CF7E-4EF3-BCA3-54AC14D7C437}" srcOrd="1" destOrd="0" presId="urn:microsoft.com/office/officeart/2005/8/layout/hierarchy1"/>
    <dgm:cxn modelId="{60964D78-A156-4D20-9D7C-ED785AE93B33}" type="presParOf" srcId="{3FAFA9F5-CF7E-4EF3-BCA3-54AC14D7C437}" destId="{2879809B-66EA-41B9-AACC-ACC696A42E1F}" srcOrd="0" destOrd="0" presId="urn:microsoft.com/office/officeart/2005/8/layout/hierarchy1"/>
    <dgm:cxn modelId="{D324D6D8-DA69-47AC-A545-BAA3FE5508BD}" type="presParOf" srcId="{3FAFA9F5-CF7E-4EF3-BCA3-54AC14D7C437}" destId="{3E0E24AE-D806-4F90-9BD9-9453B08393BF}" srcOrd="1" destOrd="0" presId="urn:microsoft.com/office/officeart/2005/8/layout/hierarchy1"/>
    <dgm:cxn modelId="{CCC06D2D-7364-4994-AF0C-72C1FD1619E3}" type="presParOf" srcId="{3E0E24AE-D806-4F90-9BD9-9453B08393BF}" destId="{8D6DC9E9-70C3-46DD-88BE-791A190E2F14}" srcOrd="0" destOrd="0" presId="urn:microsoft.com/office/officeart/2005/8/layout/hierarchy1"/>
    <dgm:cxn modelId="{3FC8ACFE-1B39-4B15-A87D-99465EF0532B}" type="presParOf" srcId="{8D6DC9E9-70C3-46DD-88BE-791A190E2F14}" destId="{43DACF03-C343-4FA3-A062-28C19366EAF3}" srcOrd="0" destOrd="0" presId="urn:microsoft.com/office/officeart/2005/8/layout/hierarchy1"/>
    <dgm:cxn modelId="{26204083-C68B-45B4-B575-7A132524E661}" type="presParOf" srcId="{8D6DC9E9-70C3-46DD-88BE-791A190E2F14}" destId="{E8056BA7-F26D-4A68-AE29-86AAF5712107}" srcOrd="1" destOrd="0" presId="urn:microsoft.com/office/officeart/2005/8/layout/hierarchy1"/>
    <dgm:cxn modelId="{AA13C338-F4BA-4359-8BEB-EFB0FE239DF0}" type="presParOf" srcId="{3E0E24AE-D806-4F90-9BD9-9453B08393BF}" destId="{CAF9BB11-DEFE-4536-841F-068006ACF448}" srcOrd="1" destOrd="0" presId="urn:microsoft.com/office/officeart/2005/8/layout/hierarchy1"/>
    <dgm:cxn modelId="{51F7C408-04F6-4C92-B046-02C2DCCA8B8F}" type="presParOf" srcId="{3FAFA9F5-CF7E-4EF3-BCA3-54AC14D7C437}" destId="{FBDA6E46-0045-4C82-ABFE-678E3C7455CD}" srcOrd="2" destOrd="0" presId="urn:microsoft.com/office/officeart/2005/8/layout/hierarchy1"/>
    <dgm:cxn modelId="{988E7AF5-EDFE-4200-B79E-BC9710291154}" type="presParOf" srcId="{3FAFA9F5-CF7E-4EF3-BCA3-54AC14D7C437}" destId="{AA842556-7B63-4EE4-89A0-EB614590D9FC}" srcOrd="3" destOrd="0" presId="urn:microsoft.com/office/officeart/2005/8/layout/hierarchy1"/>
    <dgm:cxn modelId="{AE33428D-84E2-4330-A57A-B3147EE36A69}" type="presParOf" srcId="{AA842556-7B63-4EE4-89A0-EB614590D9FC}" destId="{C6CA7284-C555-4839-A868-1E71EDD8313E}" srcOrd="0" destOrd="0" presId="urn:microsoft.com/office/officeart/2005/8/layout/hierarchy1"/>
    <dgm:cxn modelId="{344AABDF-2293-45AB-B3A3-71DFD2DE2C11}" type="presParOf" srcId="{C6CA7284-C555-4839-A868-1E71EDD8313E}" destId="{8FC33AA4-B9CD-4EBE-AE90-8FA4D8D6234C}" srcOrd="0" destOrd="0" presId="urn:microsoft.com/office/officeart/2005/8/layout/hierarchy1"/>
    <dgm:cxn modelId="{BE25984A-8B0D-4962-9BA9-30DE544B8982}" type="presParOf" srcId="{C6CA7284-C555-4839-A868-1E71EDD8313E}" destId="{FE87155B-A9E6-4143-A11A-DE646E0B443E}" srcOrd="1" destOrd="0" presId="urn:microsoft.com/office/officeart/2005/8/layout/hierarchy1"/>
    <dgm:cxn modelId="{E32F16C4-DED7-45F4-A8E5-DBCE2254F451}" type="presParOf" srcId="{AA842556-7B63-4EE4-89A0-EB614590D9FC}" destId="{D4D035AC-392A-48C0-A333-74ED618DBA59}" srcOrd="1" destOrd="0" presId="urn:microsoft.com/office/officeart/2005/8/layout/hierarchy1"/>
    <dgm:cxn modelId="{6AC5254F-6447-4515-9AD3-B8A3944F5F68}" type="presParOf" srcId="{779A9475-3915-43FD-A3FB-7FB596595958}" destId="{08242927-CEAE-4E2B-909A-01AFFCDF3071}" srcOrd="4" destOrd="0" presId="urn:microsoft.com/office/officeart/2005/8/layout/hierarchy1"/>
    <dgm:cxn modelId="{62FB05AB-FE34-42F0-BBC7-271A2A3F7B76}" type="presParOf" srcId="{779A9475-3915-43FD-A3FB-7FB596595958}" destId="{5609143B-2DAE-41F2-8AB4-9E299D25F056}" srcOrd="5" destOrd="0" presId="urn:microsoft.com/office/officeart/2005/8/layout/hierarchy1"/>
    <dgm:cxn modelId="{B1FC41BB-9C7E-4D5A-ABD5-9A822AA753FC}" type="presParOf" srcId="{5609143B-2DAE-41F2-8AB4-9E299D25F056}" destId="{69C04724-8545-4E6F-A59B-C9AC024D59C6}" srcOrd="0" destOrd="0" presId="urn:microsoft.com/office/officeart/2005/8/layout/hierarchy1"/>
    <dgm:cxn modelId="{F393314C-AB42-4810-9274-AC508C8C9A45}" type="presParOf" srcId="{69C04724-8545-4E6F-A59B-C9AC024D59C6}" destId="{1D0784BF-A55F-49EB-A4AB-61D1E2E4FDE1}" srcOrd="0" destOrd="0" presId="urn:microsoft.com/office/officeart/2005/8/layout/hierarchy1"/>
    <dgm:cxn modelId="{9F66CF7F-4AF1-4E7A-AACF-87EDB30670D0}" type="presParOf" srcId="{69C04724-8545-4E6F-A59B-C9AC024D59C6}" destId="{12BC2F40-DD25-4B5C-9468-CE244B4E4020}" srcOrd="1" destOrd="0" presId="urn:microsoft.com/office/officeart/2005/8/layout/hierarchy1"/>
    <dgm:cxn modelId="{FCB2942C-9627-456B-B936-5419338D05BA}" type="presParOf" srcId="{5609143B-2DAE-41F2-8AB4-9E299D25F056}" destId="{89B0CAE7-B9B4-4201-AACD-94305664874C}"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49E01912-BD46-4D0F-8592-FE3D48D7E89D}" type="doc">
      <dgm:prSet loTypeId="urn:microsoft.com/office/officeart/2005/8/layout/hierarchy1" loCatId="hierarchy" qsTypeId="urn:microsoft.com/office/officeart/2005/8/quickstyle/simple1#21" qsCatId="simple" csTypeId="urn:microsoft.com/office/officeart/2005/8/colors/accent1_2#19" csCatId="accent1" phldr="1"/>
      <dgm:spPr/>
      <dgm:t>
        <a:bodyPr/>
        <a:lstStyle/>
        <a:p>
          <a:endParaRPr lang="es-ES"/>
        </a:p>
      </dgm:t>
    </dgm:pt>
    <dgm:pt modelId="{F5878E92-8240-4832-97DD-72E369960135}">
      <dgm:prSet phldrT="[Texto]"/>
      <dgm:spPr/>
      <dgm:t>
        <a:bodyPr/>
        <a:lstStyle/>
        <a:p>
          <a:r>
            <a:rPr lang="es-ES" dirty="0">
              <a:solidFill>
                <a:sysClr val="windowText" lastClr="000000"/>
              </a:solidFill>
            </a:rPr>
            <a:t>Pruebas</a:t>
          </a:r>
        </a:p>
      </dgm:t>
    </dgm:pt>
    <dgm:pt modelId="{88D4378C-6606-4083-86F1-381E9F27817F}" type="parTrans" cxnId="{4C92B31E-2AFA-4ED9-964F-193EE41FD448}">
      <dgm:prSet/>
      <dgm:spPr/>
      <dgm:t>
        <a:bodyPr/>
        <a:lstStyle/>
        <a:p>
          <a:endParaRPr lang="es-ES">
            <a:solidFill>
              <a:sysClr val="windowText" lastClr="000000"/>
            </a:solidFill>
          </a:endParaRPr>
        </a:p>
      </dgm:t>
    </dgm:pt>
    <dgm:pt modelId="{7330FAC4-7B74-42B3-9249-DAD42979EEDB}" type="sibTrans" cxnId="{4C92B31E-2AFA-4ED9-964F-193EE41FD448}">
      <dgm:prSet/>
      <dgm:spPr/>
      <dgm:t>
        <a:bodyPr/>
        <a:lstStyle/>
        <a:p>
          <a:endParaRPr lang="es-ES">
            <a:solidFill>
              <a:sysClr val="windowText" lastClr="000000"/>
            </a:solidFill>
          </a:endParaRPr>
        </a:p>
      </dgm:t>
    </dgm:pt>
    <dgm:pt modelId="{B158152E-BEFF-4980-8922-812E4FDFB988}">
      <dgm:prSet phldrT="[Texto]"/>
      <dgm:spPr>
        <a:solidFill>
          <a:srgbClr val="00B050">
            <a:alpha val="90000"/>
          </a:srgbClr>
        </a:solidFill>
      </dgm:spPr>
      <dgm:t>
        <a:bodyPr/>
        <a:lstStyle/>
        <a:p>
          <a:r>
            <a:rPr lang="es-ES" dirty="0">
              <a:solidFill>
                <a:sysClr val="windowText" lastClr="000000"/>
              </a:solidFill>
            </a:rPr>
            <a:t>Estáticas</a:t>
          </a:r>
        </a:p>
      </dgm:t>
    </dgm:pt>
    <dgm:pt modelId="{743080A1-C7BD-4FC2-A0EC-4A03460A2A8D}" type="parTrans" cxnId="{55F47E18-23F1-47CC-97AC-61DD7AC4B396}">
      <dgm:prSet/>
      <dgm:spPr/>
      <dgm:t>
        <a:bodyPr/>
        <a:lstStyle/>
        <a:p>
          <a:endParaRPr lang="es-ES">
            <a:solidFill>
              <a:sysClr val="windowText" lastClr="000000"/>
            </a:solidFill>
          </a:endParaRPr>
        </a:p>
      </dgm:t>
    </dgm:pt>
    <dgm:pt modelId="{C93563AA-0D76-41F2-96FF-63781EA78977}" type="sibTrans" cxnId="{55F47E18-23F1-47CC-97AC-61DD7AC4B396}">
      <dgm:prSet/>
      <dgm:spPr/>
      <dgm:t>
        <a:bodyPr/>
        <a:lstStyle/>
        <a:p>
          <a:endParaRPr lang="es-ES">
            <a:solidFill>
              <a:sysClr val="windowText" lastClr="000000"/>
            </a:solidFill>
          </a:endParaRPr>
        </a:p>
      </dgm:t>
    </dgm:pt>
    <dgm:pt modelId="{6E45C97E-0752-4C2E-8864-C1ABDE78AED7}">
      <dgm:prSet phldrT="[Texto]"/>
      <dgm:spPr/>
      <dgm:t>
        <a:bodyPr/>
        <a:lstStyle/>
        <a:p>
          <a:r>
            <a:rPr lang="es-ES" dirty="0">
              <a:solidFill>
                <a:sysClr val="windowText" lastClr="000000"/>
              </a:solidFill>
            </a:rPr>
            <a:t>Análisis estático</a:t>
          </a:r>
        </a:p>
      </dgm:t>
    </dgm:pt>
    <dgm:pt modelId="{5532F78C-22D3-46BD-A4D8-BC33D983DD7B}" type="parTrans" cxnId="{8C219F12-B95F-4BA9-9263-C0818F119F5A}">
      <dgm:prSet/>
      <dgm:spPr/>
      <dgm:t>
        <a:bodyPr/>
        <a:lstStyle/>
        <a:p>
          <a:endParaRPr lang="es-ES">
            <a:solidFill>
              <a:sysClr val="windowText" lastClr="000000"/>
            </a:solidFill>
          </a:endParaRPr>
        </a:p>
      </dgm:t>
    </dgm:pt>
    <dgm:pt modelId="{68DDC965-DC66-4F23-B182-54B8B14FEDBE}" type="sibTrans" cxnId="{8C219F12-B95F-4BA9-9263-C0818F119F5A}">
      <dgm:prSet/>
      <dgm:spPr/>
      <dgm:t>
        <a:bodyPr/>
        <a:lstStyle/>
        <a:p>
          <a:endParaRPr lang="es-ES">
            <a:solidFill>
              <a:sysClr val="windowText" lastClr="000000"/>
            </a:solidFill>
          </a:endParaRPr>
        </a:p>
      </dgm:t>
    </dgm:pt>
    <dgm:pt modelId="{F2566947-EDDF-48F4-8B42-F426CAEFADF4}">
      <dgm:prSet phldrT="[Texto]"/>
      <dgm:spPr/>
      <dgm:t>
        <a:bodyPr/>
        <a:lstStyle/>
        <a:p>
          <a:r>
            <a:rPr lang="es-ES" dirty="0">
              <a:solidFill>
                <a:sysClr val="windowText" lastClr="000000"/>
              </a:solidFill>
            </a:rPr>
            <a:t>Revisión</a:t>
          </a:r>
        </a:p>
      </dgm:t>
    </dgm:pt>
    <dgm:pt modelId="{61F7D8A4-9E1B-4260-A117-747B0D44DB98}" type="parTrans" cxnId="{D49A377E-7D71-4C04-9FA8-EFF8C6831502}">
      <dgm:prSet/>
      <dgm:spPr/>
      <dgm:t>
        <a:bodyPr/>
        <a:lstStyle/>
        <a:p>
          <a:endParaRPr lang="es-ES">
            <a:solidFill>
              <a:sysClr val="windowText" lastClr="000000"/>
            </a:solidFill>
          </a:endParaRPr>
        </a:p>
      </dgm:t>
    </dgm:pt>
    <dgm:pt modelId="{A810D316-E79E-42C8-9CBA-D316E9144C32}" type="sibTrans" cxnId="{D49A377E-7D71-4C04-9FA8-EFF8C6831502}">
      <dgm:prSet/>
      <dgm:spPr/>
      <dgm:t>
        <a:bodyPr/>
        <a:lstStyle/>
        <a:p>
          <a:endParaRPr lang="es-ES">
            <a:solidFill>
              <a:sysClr val="windowText" lastClr="000000"/>
            </a:solidFill>
          </a:endParaRPr>
        </a:p>
      </dgm:t>
    </dgm:pt>
    <dgm:pt modelId="{FD5C8234-7BEB-4331-8142-AE0665252614}">
      <dgm:prSet phldrT="[Texto]"/>
      <dgm:spPr/>
      <dgm:t>
        <a:bodyPr/>
        <a:lstStyle/>
        <a:p>
          <a:r>
            <a:rPr lang="es-ES" dirty="0">
              <a:solidFill>
                <a:sysClr val="windowText" lastClr="000000"/>
              </a:solidFill>
            </a:rPr>
            <a:t>Dinámicas</a:t>
          </a:r>
        </a:p>
      </dgm:t>
    </dgm:pt>
    <dgm:pt modelId="{CEE284AB-1277-4E42-A415-C306E49FFF4F}" type="parTrans" cxnId="{9934739C-2C4D-4203-8E38-419B2705881E}">
      <dgm:prSet/>
      <dgm:spPr/>
      <dgm:t>
        <a:bodyPr/>
        <a:lstStyle/>
        <a:p>
          <a:endParaRPr lang="es-ES">
            <a:solidFill>
              <a:sysClr val="windowText" lastClr="000000"/>
            </a:solidFill>
          </a:endParaRPr>
        </a:p>
      </dgm:t>
    </dgm:pt>
    <dgm:pt modelId="{7ABB3E51-E9B1-4E32-B786-02420D28A10C}" type="sibTrans" cxnId="{9934739C-2C4D-4203-8E38-419B2705881E}">
      <dgm:prSet/>
      <dgm:spPr/>
      <dgm:t>
        <a:bodyPr/>
        <a:lstStyle/>
        <a:p>
          <a:endParaRPr lang="es-ES">
            <a:solidFill>
              <a:sysClr val="windowText" lastClr="000000"/>
            </a:solidFill>
          </a:endParaRPr>
        </a:p>
      </dgm:t>
    </dgm:pt>
    <dgm:pt modelId="{86F844E7-1CB2-42EA-B3A7-0A0DEB9F52BA}">
      <dgm:prSet phldrT="[Texto]"/>
      <dgm:spPr/>
      <dgm:t>
        <a:bodyPr/>
        <a:lstStyle/>
        <a:p>
          <a:r>
            <a:rPr lang="es-ES" dirty="0">
              <a:solidFill>
                <a:sysClr val="windowText" lastClr="000000"/>
              </a:solidFill>
            </a:rPr>
            <a:t>Caja Blanca</a:t>
          </a:r>
        </a:p>
      </dgm:t>
    </dgm:pt>
    <dgm:pt modelId="{BAA84567-8153-44EA-96EE-F8364BD8AA89}" type="parTrans" cxnId="{D0789951-88D1-4AAE-9346-0CF8E5CB65C3}">
      <dgm:prSet/>
      <dgm:spPr/>
      <dgm:t>
        <a:bodyPr/>
        <a:lstStyle/>
        <a:p>
          <a:endParaRPr lang="es-ES">
            <a:solidFill>
              <a:sysClr val="windowText" lastClr="000000"/>
            </a:solidFill>
          </a:endParaRPr>
        </a:p>
      </dgm:t>
    </dgm:pt>
    <dgm:pt modelId="{A43586C1-6B73-4EE5-8F97-22502575DA5E}" type="sibTrans" cxnId="{D0789951-88D1-4AAE-9346-0CF8E5CB65C3}">
      <dgm:prSet/>
      <dgm:spPr/>
      <dgm:t>
        <a:bodyPr/>
        <a:lstStyle/>
        <a:p>
          <a:endParaRPr lang="es-ES">
            <a:solidFill>
              <a:sysClr val="windowText" lastClr="000000"/>
            </a:solidFill>
          </a:endParaRPr>
        </a:p>
      </dgm:t>
    </dgm:pt>
    <dgm:pt modelId="{D0460A66-7756-4596-95CC-1F51CF2A280E}">
      <dgm:prSet phldrT="[Texto]"/>
      <dgm:spPr/>
      <dgm:t>
        <a:bodyPr/>
        <a:lstStyle/>
        <a:p>
          <a:r>
            <a:rPr lang="es-ES" dirty="0">
              <a:solidFill>
                <a:sysClr val="windowText" lastClr="000000"/>
              </a:solidFill>
            </a:rPr>
            <a:t>Caja Negra</a:t>
          </a:r>
        </a:p>
      </dgm:t>
    </dgm:pt>
    <dgm:pt modelId="{4EC75082-CB8A-4395-9006-26C8A87B1936}" type="parTrans" cxnId="{E8BAB32C-3CCF-4A19-9955-0BC47C8B939C}">
      <dgm:prSet/>
      <dgm:spPr/>
      <dgm:t>
        <a:bodyPr/>
        <a:lstStyle/>
        <a:p>
          <a:endParaRPr lang="es-ES">
            <a:solidFill>
              <a:sysClr val="windowText" lastClr="000000"/>
            </a:solidFill>
          </a:endParaRPr>
        </a:p>
      </dgm:t>
    </dgm:pt>
    <dgm:pt modelId="{00030F7A-8A9F-4969-8FB8-2AE0D6AEF0D6}" type="sibTrans" cxnId="{E8BAB32C-3CCF-4A19-9955-0BC47C8B939C}">
      <dgm:prSet/>
      <dgm:spPr/>
      <dgm:t>
        <a:bodyPr/>
        <a:lstStyle/>
        <a:p>
          <a:endParaRPr lang="es-ES">
            <a:solidFill>
              <a:sysClr val="windowText" lastClr="000000"/>
            </a:solidFill>
          </a:endParaRPr>
        </a:p>
      </dgm:t>
    </dgm:pt>
    <dgm:pt modelId="{EA36120B-AF62-4ED9-BE46-29E5193D5488}">
      <dgm:prSet phldrT="[Texto]"/>
      <dgm:spPr/>
      <dgm:t>
        <a:bodyPr/>
        <a:lstStyle/>
        <a:p>
          <a:r>
            <a:rPr lang="es-ES" dirty="0">
              <a:solidFill>
                <a:sysClr val="windowText" lastClr="000000"/>
              </a:solidFill>
            </a:rPr>
            <a:t>Basadas en la experiencia</a:t>
          </a:r>
        </a:p>
      </dgm:t>
    </dgm:pt>
    <dgm:pt modelId="{5BD5BE03-437F-4B3F-AB7B-CD102E7C5374}" type="parTrans" cxnId="{0B450DA8-615C-4E1E-9E90-BB4A033C5ED3}">
      <dgm:prSet/>
      <dgm:spPr/>
      <dgm:t>
        <a:bodyPr/>
        <a:lstStyle/>
        <a:p>
          <a:endParaRPr lang="es-ES">
            <a:solidFill>
              <a:sysClr val="windowText" lastClr="000000"/>
            </a:solidFill>
          </a:endParaRPr>
        </a:p>
      </dgm:t>
    </dgm:pt>
    <dgm:pt modelId="{62788087-718E-4132-8BCD-06E3F49BDB8B}" type="sibTrans" cxnId="{0B450DA8-615C-4E1E-9E90-BB4A033C5ED3}">
      <dgm:prSet/>
      <dgm:spPr/>
      <dgm:t>
        <a:bodyPr/>
        <a:lstStyle/>
        <a:p>
          <a:endParaRPr lang="es-ES">
            <a:solidFill>
              <a:sysClr val="windowText" lastClr="000000"/>
            </a:solidFill>
          </a:endParaRPr>
        </a:p>
      </dgm:t>
    </dgm:pt>
    <dgm:pt modelId="{3C611B11-F975-4181-A62C-35A97BA8375B}">
      <dgm:prSet phldrT="[Texto]"/>
      <dgm:spPr/>
      <dgm:t>
        <a:bodyPr/>
        <a:lstStyle/>
        <a:p>
          <a:r>
            <a:rPr lang="es-ES" dirty="0">
              <a:solidFill>
                <a:sysClr val="windowText" lastClr="000000"/>
              </a:solidFill>
            </a:rPr>
            <a:t>Funcional</a:t>
          </a:r>
        </a:p>
      </dgm:t>
    </dgm:pt>
    <dgm:pt modelId="{F8F2B60E-B162-4F9E-AC55-B66388454BB6}" type="parTrans" cxnId="{E933052E-543F-45FC-B1EE-EC25D55351BD}">
      <dgm:prSet/>
      <dgm:spPr/>
      <dgm:t>
        <a:bodyPr/>
        <a:lstStyle/>
        <a:p>
          <a:endParaRPr lang="es-ES">
            <a:solidFill>
              <a:sysClr val="windowText" lastClr="000000"/>
            </a:solidFill>
          </a:endParaRPr>
        </a:p>
      </dgm:t>
    </dgm:pt>
    <dgm:pt modelId="{DD56E978-4BD6-4027-B974-AE4BED07D9DA}" type="sibTrans" cxnId="{E933052E-543F-45FC-B1EE-EC25D55351BD}">
      <dgm:prSet/>
      <dgm:spPr/>
      <dgm:t>
        <a:bodyPr/>
        <a:lstStyle/>
        <a:p>
          <a:endParaRPr lang="es-ES">
            <a:solidFill>
              <a:sysClr val="windowText" lastClr="000000"/>
            </a:solidFill>
          </a:endParaRPr>
        </a:p>
      </dgm:t>
    </dgm:pt>
    <dgm:pt modelId="{EEA39ADB-9522-4AB0-AAC4-B56ADECB7D17}">
      <dgm:prSet phldrT="[Texto]"/>
      <dgm:spPr/>
      <dgm:t>
        <a:bodyPr/>
        <a:lstStyle/>
        <a:p>
          <a:r>
            <a:rPr lang="es-ES" dirty="0">
              <a:solidFill>
                <a:sysClr val="windowText" lastClr="000000"/>
              </a:solidFill>
            </a:rPr>
            <a:t>No funcional</a:t>
          </a:r>
        </a:p>
      </dgm:t>
    </dgm:pt>
    <dgm:pt modelId="{A57544C4-8000-4201-A32F-F04264AD438C}" type="parTrans" cxnId="{156E9A95-FCA7-4275-A8E0-029C25F9EC65}">
      <dgm:prSet/>
      <dgm:spPr/>
      <dgm:t>
        <a:bodyPr/>
        <a:lstStyle/>
        <a:p>
          <a:endParaRPr lang="es-ES">
            <a:solidFill>
              <a:sysClr val="windowText" lastClr="000000"/>
            </a:solidFill>
          </a:endParaRPr>
        </a:p>
      </dgm:t>
    </dgm:pt>
    <dgm:pt modelId="{60003845-A8DB-4ABE-9CD6-CBBFB7EC3ECA}" type="sibTrans" cxnId="{156E9A95-FCA7-4275-A8E0-029C25F9EC65}">
      <dgm:prSet/>
      <dgm:spPr/>
      <dgm:t>
        <a:bodyPr/>
        <a:lstStyle/>
        <a:p>
          <a:endParaRPr lang="es-ES">
            <a:solidFill>
              <a:sysClr val="windowText" lastClr="000000"/>
            </a:solidFill>
          </a:endParaRPr>
        </a:p>
      </dgm:t>
    </dgm:pt>
    <dgm:pt modelId="{3FCDAD92-4A1A-4E43-A447-BF29FCD644F7}" type="pres">
      <dgm:prSet presAssocID="{49E01912-BD46-4D0F-8592-FE3D48D7E89D}" presName="hierChild1" presStyleCnt="0">
        <dgm:presLayoutVars>
          <dgm:chPref val="1"/>
          <dgm:dir/>
          <dgm:animOne val="branch"/>
          <dgm:animLvl val="lvl"/>
          <dgm:resizeHandles/>
        </dgm:presLayoutVars>
      </dgm:prSet>
      <dgm:spPr/>
    </dgm:pt>
    <dgm:pt modelId="{91CB232B-B99E-4940-AF83-BA6A5D40C228}" type="pres">
      <dgm:prSet presAssocID="{F5878E92-8240-4832-97DD-72E369960135}" presName="hierRoot1" presStyleCnt="0"/>
      <dgm:spPr/>
    </dgm:pt>
    <dgm:pt modelId="{39B71736-A363-40EE-9748-9536F001717E}" type="pres">
      <dgm:prSet presAssocID="{F5878E92-8240-4832-97DD-72E369960135}" presName="composite" presStyleCnt="0"/>
      <dgm:spPr/>
    </dgm:pt>
    <dgm:pt modelId="{1FF12C03-E89C-4A6E-AF5D-A10072F227AB}" type="pres">
      <dgm:prSet presAssocID="{F5878E92-8240-4832-97DD-72E369960135}" presName="background" presStyleLbl="node0" presStyleIdx="0" presStyleCnt="1"/>
      <dgm:spPr/>
    </dgm:pt>
    <dgm:pt modelId="{D1F57BEE-AE82-4498-A4AE-4811D240D67F}" type="pres">
      <dgm:prSet presAssocID="{F5878E92-8240-4832-97DD-72E369960135}" presName="text" presStyleLbl="fgAcc0" presStyleIdx="0" presStyleCnt="1">
        <dgm:presLayoutVars>
          <dgm:chPref val="3"/>
        </dgm:presLayoutVars>
      </dgm:prSet>
      <dgm:spPr/>
    </dgm:pt>
    <dgm:pt modelId="{0CE2F09D-CF44-42C0-A38B-72BFDA468936}" type="pres">
      <dgm:prSet presAssocID="{F5878E92-8240-4832-97DD-72E369960135}" presName="hierChild2" presStyleCnt="0"/>
      <dgm:spPr/>
    </dgm:pt>
    <dgm:pt modelId="{9972630A-6C88-4A55-9418-17028023D774}" type="pres">
      <dgm:prSet presAssocID="{743080A1-C7BD-4FC2-A0EC-4A03460A2A8D}" presName="Name10" presStyleLbl="parChTrans1D2" presStyleIdx="0" presStyleCnt="2"/>
      <dgm:spPr/>
    </dgm:pt>
    <dgm:pt modelId="{1FEFB261-8D8A-43CE-B6AA-C9B90C88EA38}" type="pres">
      <dgm:prSet presAssocID="{B158152E-BEFF-4980-8922-812E4FDFB988}" presName="hierRoot2" presStyleCnt="0"/>
      <dgm:spPr/>
    </dgm:pt>
    <dgm:pt modelId="{0AD80522-60EB-4390-87BE-8F4E08216A8D}" type="pres">
      <dgm:prSet presAssocID="{B158152E-BEFF-4980-8922-812E4FDFB988}" presName="composite2" presStyleCnt="0"/>
      <dgm:spPr/>
    </dgm:pt>
    <dgm:pt modelId="{262FC079-CCD5-409C-9366-64E1018AD7A7}" type="pres">
      <dgm:prSet presAssocID="{B158152E-BEFF-4980-8922-812E4FDFB988}" presName="background2" presStyleLbl="node2" presStyleIdx="0" presStyleCnt="2"/>
      <dgm:spPr/>
    </dgm:pt>
    <dgm:pt modelId="{04EF80DC-559A-4DD8-AB98-DF721F8BD335}" type="pres">
      <dgm:prSet presAssocID="{B158152E-BEFF-4980-8922-812E4FDFB988}" presName="text2" presStyleLbl="fgAcc2" presStyleIdx="0" presStyleCnt="2">
        <dgm:presLayoutVars>
          <dgm:chPref val="3"/>
        </dgm:presLayoutVars>
      </dgm:prSet>
      <dgm:spPr/>
    </dgm:pt>
    <dgm:pt modelId="{19007810-1025-4DF0-9D5D-1C1545CF9509}" type="pres">
      <dgm:prSet presAssocID="{B158152E-BEFF-4980-8922-812E4FDFB988}" presName="hierChild3" presStyleCnt="0"/>
      <dgm:spPr/>
    </dgm:pt>
    <dgm:pt modelId="{44AC591A-AD78-4CA0-95B7-D42F2227ED78}" type="pres">
      <dgm:prSet presAssocID="{5532F78C-22D3-46BD-A4D8-BC33D983DD7B}" presName="Name17" presStyleLbl="parChTrans1D3" presStyleIdx="0" presStyleCnt="5"/>
      <dgm:spPr/>
    </dgm:pt>
    <dgm:pt modelId="{92131E5D-8DDE-47EB-A83E-855D763DC535}" type="pres">
      <dgm:prSet presAssocID="{6E45C97E-0752-4C2E-8864-C1ABDE78AED7}" presName="hierRoot3" presStyleCnt="0"/>
      <dgm:spPr/>
    </dgm:pt>
    <dgm:pt modelId="{7DCD74CD-702D-46F1-BFFD-8FA940D56AF0}" type="pres">
      <dgm:prSet presAssocID="{6E45C97E-0752-4C2E-8864-C1ABDE78AED7}" presName="composite3" presStyleCnt="0"/>
      <dgm:spPr/>
    </dgm:pt>
    <dgm:pt modelId="{956C5A52-8CC3-4A58-8733-3ADBD9B4809F}" type="pres">
      <dgm:prSet presAssocID="{6E45C97E-0752-4C2E-8864-C1ABDE78AED7}" presName="background3" presStyleLbl="node3" presStyleIdx="0" presStyleCnt="5"/>
      <dgm:spPr/>
    </dgm:pt>
    <dgm:pt modelId="{1967F261-E4F8-434F-8F56-14E20BD91820}" type="pres">
      <dgm:prSet presAssocID="{6E45C97E-0752-4C2E-8864-C1ABDE78AED7}" presName="text3" presStyleLbl="fgAcc3" presStyleIdx="0" presStyleCnt="5">
        <dgm:presLayoutVars>
          <dgm:chPref val="3"/>
        </dgm:presLayoutVars>
      </dgm:prSet>
      <dgm:spPr/>
    </dgm:pt>
    <dgm:pt modelId="{9B4B8179-990D-4C32-9A80-CDB349FF7CFD}" type="pres">
      <dgm:prSet presAssocID="{6E45C97E-0752-4C2E-8864-C1ABDE78AED7}" presName="hierChild4" presStyleCnt="0"/>
      <dgm:spPr/>
    </dgm:pt>
    <dgm:pt modelId="{0E5B29F5-173F-4BC0-9991-BB58131471EA}" type="pres">
      <dgm:prSet presAssocID="{61F7D8A4-9E1B-4260-A117-747B0D44DB98}" presName="Name17" presStyleLbl="parChTrans1D3" presStyleIdx="1" presStyleCnt="5"/>
      <dgm:spPr/>
    </dgm:pt>
    <dgm:pt modelId="{83057C8F-DDED-41D9-8297-0BED03B724D2}" type="pres">
      <dgm:prSet presAssocID="{F2566947-EDDF-48F4-8B42-F426CAEFADF4}" presName="hierRoot3" presStyleCnt="0"/>
      <dgm:spPr/>
    </dgm:pt>
    <dgm:pt modelId="{64A15421-93F3-436F-954F-75367F1F0547}" type="pres">
      <dgm:prSet presAssocID="{F2566947-EDDF-48F4-8B42-F426CAEFADF4}" presName="composite3" presStyleCnt="0"/>
      <dgm:spPr/>
    </dgm:pt>
    <dgm:pt modelId="{4A79A66E-7C56-4977-9062-CE64CB0FB1EA}" type="pres">
      <dgm:prSet presAssocID="{F2566947-EDDF-48F4-8B42-F426CAEFADF4}" presName="background3" presStyleLbl="node3" presStyleIdx="1" presStyleCnt="5"/>
      <dgm:spPr/>
    </dgm:pt>
    <dgm:pt modelId="{84E24FBC-81D6-42E7-8DA4-4EFFEA1D8E04}" type="pres">
      <dgm:prSet presAssocID="{F2566947-EDDF-48F4-8B42-F426CAEFADF4}" presName="text3" presStyleLbl="fgAcc3" presStyleIdx="1" presStyleCnt="5">
        <dgm:presLayoutVars>
          <dgm:chPref val="3"/>
        </dgm:presLayoutVars>
      </dgm:prSet>
      <dgm:spPr/>
    </dgm:pt>
    <dgm:pt modelId="{A5AB2486-89D8-4EF8-8E5E-4F5A97C6A4D4}" type="pres">
      <dgm:prSet presAssocID="{F2566947-EDDF-48F4-8B42-F426CAEFADF4}" presName="hierChild4" presStyleCnt="0"/>
      <dgm:spPr/>
    </dgm:pt>
    <dgm:pt modelId="{8FF3FAC5-1912-45A4-81C7-8BD7CD82795D}" type="pres">
      <dgm:prSet presAssocID="{CEE284AB-1277-4E42-A415-C306E49FFF4F}" presName="Name10" presStyleLbl="parChTrans1D2" presStyleIdx="1" presStyleCnt="2"/>
      <dgm:spPr/>
    </dgm:pt>
    <dgm:pt modelId="{FA3DC07C-D863-487A-B68F-A513500D3FCC}" type="pres">
      <dgm:prSet presAssocID="{FD5C8234-7BEB-4331-8142-AE0665252614}" presName="hierRoot2" presStyleCnt="0"/>
      <dgm:spPr/>
    </dgm:pt>
    <dgm:pt modelId="{9B09760E-1F40-4C70-9CF8-A21EA6CEECDC}" type="pres">
      <dgm:prSet presAssocID="{FD5C8234-7BEB-4331-8142-AE0665252614}" presName="composite2" presStyleCnt="0"/>
      <dgm:spPr/>
    </dgm:pt>
    <dgm:pt modelId="{566C811B-ECF8-4501-96D9-E246B2E04042}" type="pres">
      <dgm:prSet presAssocID="{FD5C8234-7BEB-4331-8142-AE0665252614}" presName="background2" presStyleLbl="node2" presStyleIdx="1" presStyleCnt="2"/>
      <dgm:spPr/>
    </dgm:pt>
    <dgm:pt modelId="{DA811F06-58CE-492C-989E-5E01E0D5E83B}" type="pres">
      <dgm:prSet presAssocID="{FD5C8234-7BEB-4331-8142-AE0665252614}" presName="text2" presStyleLbl="fgAcc2" presStyleIdx="1" presStyleCnt="2">
        <dgm:presLayoutVars>
          <dgm:chPref val="3"/>
        </dgm:presLayoutVars>
      </dgm:prSet>
      <dgm:spPr/>
    </dgm:pt>
    <dgm:pt modelId="{779A9475-3915-43FD-A3FB-7FB596595958}" type="pres">
      <dgm:prSet presAssocID="{FD5C8234-7BEB-4331-8142-AE0665252614}" presName="hierChild3" presStyleCnt="0"/>
      <dgm:spPr/>
    </dgm:pt>
    <dgm:pt modelId="{988A18CE-E2CA-480C-B323-2237987DE8B2}" type="pres">
      <dgm:prSet presAssocID="{BAA84567-8153-44EA-96EE-F8364BD8AA89}" presName="Name17" presStyleLbl="parChTrans1D3" presStyleIdx="2" presStyleCnt="5"/>
      <dgm:spPr/>
    </dgm:pt>
    <dgm:pt modelId="{9569B6D2-4347-4980-8085-B894D3F2039E}" type="pres">
      <dgm:prSet presAssocID="{86F844E7-1CB2-42EA-B3A7-0A0DEB9F52BA}" presName="hierRoot3" presStyleCnt="0"/>
      <dgm:spPr/>
    </dgm:pt>
    <dgm:pt modelId="{EC4A6AC9-3BB4-42FD-8F43-00BF32A75101}" type="pres">
      <dgm:prSet presAssocID="{86F844E7-1CB2-42EA-B3A7-0A0DEB9F52BA}" presName="composite3" presStyleCnt="0"/>
      <dgm:spPr/>
    </dgm:pt>
    <dgm:pt modelId="{4A874F81-89C7-4C90-9EDC-85CC52A43302}" type="pres">
      <dgm:prSet presAssocID="{86F844E7-1CB2-42EA-B3A7-0A0DEB9F52BA}" presName="background3" presStyleLbl="node3" presStyleIdx="2" presStyleCnt="5"/>
      <dgm:spPr/>
    </dgm:pt>
    <dgm:pt modelId="{E9B9F132-A31D-494C-B934-EF1513B7C629}" type="pres">
      <dgm:prSet presAssocID="{86F844E7-1CB2-42EA-B3A7-0A0DEB9F52BA}" presName="text3" presStyleLbl="fgAcc3" presStyleIdx="2" presStyleCnt="5">
        <dgm:presLayoutVars>
          <dgm:chPref val="3"/>
        </dgm:presLayoutVars>
      </dgm:prSet>
      <dgm:spPr/>
    </dgm:pt>
    <dgm:pt modelId="{662C76A8-069F-4391-A453-10984B2DD54D}" type="pres">
      <dgm:prSet presAssocID="{86F844E7-1CB2-42EA-B3A7-0A0DEB9F52BA}" presName="hierChild4" presStyleCnt="0"/>
      <dgm:spPr/>
    </dgm:pt>
    <dgm:pt modelId="{BBEFDC9D-6DEA-4DE7-A7E4-60ACF7D62EFE}" type="pres">
      <dgm:prSet presAssocID="{4EC75082-CB8A-4395-9006-26C8A87B1936}" presName="Name17" presStyleLbl="parChTrans1D3" presStyleIdx="3" presStyleCnt="5"/>
      <dgm:spPr/>
    </dgm:pt>
    <dgm:pt modelId="{F2722DEE-E30D-437D-A30F-78C8D37B68B5}" type="pres">
      <dgm:prSet presAssocID="{D0460A66-7756-4596-95CC-1F51CF2A280E}" presName="hierRoot3" presStyleCnt="0"/>
      <dgm:spPr/>
    </dgm:pt>
    <dgm:pt modelId="{C40EB8F3-8AA8-4E48-A2E3-0402F7805EA7}" type="pres">
      <dgm:prSet presAssocID="{D0460A66-7756-4596-95CC-1F51CF2A280E}" presName="composite3" presStyleCnt="0"/>
      <dgm:spPr/>
    </dgm:pt>
    <dgm:pt modelId="{94B121C5-16A0-4B91-AFC6-A5DD2A21DC7A}" type="pres">
      <dgm:prSet presAssocID="{D0460A66-7756-4596-95CC-1F51CF2A280E}" presName="background3" presStyleLbl="node3" presStyleIdx="3" presStyleCnt="5"/>
      <dgm:spPr/>
    </dgm:pt>
    <dgm:pt modelId="{E79779AE-7549-4A9C-BB50-8BDE24966E5D}" type="pres">
      <dgm:prSet presAssocID="{D0460A66-7756-4596-95CC-1F51CF2A280E}" presName="text3" presStyleLbl="fgAcc3" presStyleIdx="3" presStyleCnt="5">
        <dgm:presLayoutVars>
          <dgm:chPref val="3"/>
        </dgm:presLayoutVars>
      </dgm:prSet>
      <dgm:spPr/>
    </dgm:pt>
    <dgm:pt modelId="{3FAFA9F5-CF7E-4EF3-BCA3-54AC14D7C437}" type="pres">
      <dgm:prSet presAssocID="{D0460A66-7756-4596-95CC-1F51CF2A280E}" presName="hierChild4" presStyleCnt="0"/>
      <dgm:spPr/>
    </dgm:pt>
    <dgm:pt modelId="{2879809B-66EA-41B9-AACC-ACC696A42E1F}" type="pres">
      <dgm:prSet presAssocID="{F8F2B60E-B162-4F9E-AC55-B66388454BB6}" presName="Name23" presStyleLbl="parChTrans1D4" presStyleIdx="0" presStyleCnt="2"/>
      <dgm:spPr/>
    </dgm:pt>
    <dgm:pt modelId="{3E0E24AE-D806-4F90-9BD9-9453B08393BF}" type="pres">
      <dgm:prSet presAssocID="{3C611B11-F975-4181-A62C-35A97BA8375B}" presName="hierRoot4" presStyleCnt="0"/>
      <dgm:spPr/>
    </dgm:pt>
    <dgm:pt modelId="{8D6DC9E9-70C3-46DD-88BE-791A190E2F14}" type="pres">
      <dgm:prSet presAssocID="{3C611B11-F975-4181-A62C-35A97BA8375B}" presName="composite4" presStyleCnt="0"/>
      <dgm:spPr/>
    </dgm:pt>
    <dgm:pt modelId="{43DACF03-C343-4FA3-A062-28C19366EAF3}" type="pres">
      <dgm:prSet presAssocID="{3C611B11-F975-4181-A62C-35A97BA8375B}" presName="background4" presStyleLbl="node4" presStyleIdx="0" presStyleCnt="2"/>
      <dgm:spPr/>
    </dgm:pt>
    <dgm:pt modelId="{E8056BA7-F26D-4A68-AE29-86AAF5712107}" type="pres">
      <dgm:prSet presAssocID="{3C611B11-F975-4181-A62C-35A97BA8375B}" presName="text4" presStyleLbl="fgAcc4" presStyleIdx="0" presStyleCnt="2">
        <dgm:presLayoutVars>
          <dgm:chPref val="3"/>
        </dgm:presLayoutVars>
      </dgm:prSet>
      <dgm:spPr/>
    </dgm:pt>
    <dgm:pt modelId="{CAF9BB11-DEFE-4536-841F-068006ACF448}" type="pres">
      <dgm:prSet presAssocID="{3C611B11-F975-4181-A62C-35A97BA8375B}" presName="hierChild5" presStyleCnt="0"/>
      <dgm:spPr/>
    </dgm:pt>
    <dgm:pt modelId="{FBDA6E46-0045-4C82-ABFE-678E3C7455CD}" type="pres">
      <dgm:prSet presAssocID="{A57544C4-8000-4201-A32F-F04264AD438C}" presName="Name23" presStyleLbl="parChTrans1D4" presStyleIdx="1" presStyleCnt="2"/>
      <dgm:spPr/>
    </dgm:pt>
    <dgm:pt modelId="{AA842556-7B63-4EE4-89A0-EB614590D9FC}" type="pres">
      <dgm:prSet presAssocID="{EEA39ADB-9522-4AB0-AAC4-B56ADECB7D17}" presName="hierRoot4" presStyleCnt="0"/>
      <dgm:spPr/>
    </dgm:pt>
    <dgm:pt modelId="{C6CA7284-C555-4839-A868-1E71EDD8313E}" type="pres">
      <dgm:prSet presAssocID="{EEA39ADB-9522-4AB0-AAC4-B56ADECB7D17}" presName="composite4" presStyleCnt="0"/>
      <dgm:spPr/>
    </dgm:pt>
    <dgm:pt modelId="{8FC33AA4-B9CD-4EBE-AE90-8FA4D8D6234C}" type="pres">
      <dgm:prSet presAssocID="{EEA39ADB-9522-4AB0-AAC4-B56ADECB7D17}" presName="background4" presStyleLbl="node4" presStyleIdx="1" presStyleCnt="2"/>
      <dgm:spPr/>
    </dgm:pt>
    <dgm:pt modelId="{FE87155B-A9E6-4143-A11A-DE646E0B443E}" type="pres">
      <dgm:prSet presAssocID="{EEA39ADB-9522-4AB0-AAC4-B56ADECB7D17}" presName="text4" presStyleLbl="fgAcc4" presStyleIdx="1" presStyleCnt="2">
        <dgm:presLayoutVars>
          <dgm:chPref val="3"/>
        </dgm:presLayoutVars>
      </dgm:prSet>
      <dgm:spPr/>
    </dgm:pt>
    <dgm:pt modelId="{D4D035AC-392A-48C0-A333-74ED618DBA59}" type="pres">
      <dgm:prSet presAssocID="{EEA39ADB-9522-4AB0-AAC4-B56ADECB7D17}" presName="hierChild5" presStyleCnt="0"/>
      <dgm:spPr/>
    </dgm:pt>
    <dgm:pt modelId="{08242927-CEAE-4E2B-909A-01AFFCDF3071}" type="pres">
      <dgm:prSet presAssocID="{5BD5BE03-437F-4B3F-AB7B-CD102E7C5374}" presName="Name17" presStyleLbl="parChTrans1D3" presStyleIdx="4" presStyleCnt="5"/>
      <dgm:spPr/>
    </dgm:pt>
    <dgm:pt modelId="{5609143B-2DAE-41F2-8AB4-9E299D25F056}" type="pres">
      <dgm:prSet presAssocID="{EA36120B-AF62-4ED9-BE46-29E5193D5488}" presName="hierRoot3" presStyleCnt="0"/>
      <dgm:spPr/>
    </dgm:pt>
    <dgm:pt modelId="{69C04724-8545-4E6F-A59B-C9AC024D59C6}" type="pres">
      <dgm:prSet presAssocID="{EA36120B-AF62-4ED9-BE46-29E5193D5488}" presName="composite3" presStyleCnt="0"/>
      <dgm:spPr/>
    </dgm:pt>
    <dgm:pt modelId="{1D0784BF-A55F-49EB-A4AB-61D1E2E4FDE1}" type="pres">
      <dgm:prSet presAssocID="{EA36120B-AF62-4ED9-BE46-29E5193D5488}" presName="background3" presStyleLbl="node3" presStyleIdx="4" presStyleCnt="5"/>
      <dgm:spPr/>
    </dgm:pt>
    <dgm:pt modelId="{12BC2F40-DD25-4B5C-9468-CE244B4E4020}" type="pres">
      <dgm:prSet presAssocID="{EA36120B-AF62-4ED9-BE46-29E5193D5488}" presName="text3" presStyleLbl="fgAcc3" presStyleIdx="4" presStyleCnt="5">
        <dgm:presLayoutVars>
          <dgm:chPref val="3"/>
        </dgm:presLayoutVars>
      </dgm:prSet>
      <dgm:spPr/>
    </dgm:pt>
    <dgm:pt modelId="{89B0CAE7-B9B4-4201-AACD-94305664874C}" type="pres">
      <dgm:prSet presAssocID="{EA36120B-AF62-4ED9-BE46-29E5193D5488}" presName="hierChild4" presStyleCnt="0"/>
      <dgm:spPr/>
    </dgm:pt>
  </dgm:ptLst>
  <dgm:cxnLst>
    <dgm:cxn modelId="{99E32A11-2588-47B8-A743-38F8A8912C55}" type="presOf" srcId="{49E01912-BD46-4D0F-8592-FE3D48D7E89D}" destId="{3FCDAD92-4A1A-4E43-A447-BF29FCD644F7}" srcOrd="0" destOrd="0" presId="urn:microsoft.com/office/officeart/2005/8/layout/hierarchy1"/>
    <dgm:cxn modelId="{E1FB6411-FE6A-4DC3-9756-730060F7694E}" type="presOf" srcId="{4EC75082-CB8A-4395-9006-26C8A87B1936}" destId="{BBEFDC9D-6DEA-4DE7-A7E4-60ACF7D62EFE}" srcOrd="0" destOrd="0" presId="urn:microsoft.com/office/officeart/2005/8/layout/hierarchy1"/>
    <dgm:cxn modelId="{8C219F12-B95F-4BA9-9263-C0818F119F5A}" srcId="{B158152E-BEFF-4980-8922-812E4FDFB988}" destId="{6E45C97E-0752-4C2E-8864-C1ABDE78AED7}" srcOrd="0" destOrd="0" parTransId="{5532F78C-22D3-46BD-A4D8-BC33D983DD7B}" sibTransId="{68DDC965-DC66-4F23-B182-54B8B14FEDBE}"/>
    <dgm:cxn modelId="{55F47E18-23F1-47CC-97AC-61DD7AC4B396}" srcId="{F5878E92-8240-4832-97DD-72E369960135}" destId="{B158152E-BEFF-4980-8922-812E4FDFB988}" srcOrd="0" destOrd="0" parTransId="{743080A1-C7BD-4FC2-A0EC-4A03460A2A8D}" sibTransId="{C93563AA-0D76-41F2-96FF-63781EA78977}"/>
    <dgm:cxn modelId="{4C92B31E-2AFA-4ED9-964F-193EE41FD448}" srcId="{49E01912-BD46-4D0F-8592-FE3D48D7E89D}" destId="{F5878E92-8240-4832-97DD-72E369960135}" srcOrd="0" destOrd="0" parTransId="{88D4378C-6606-4083-86F1-381E9F27817F}" sibTransId="{7330FAC4-7B74-42B3-9249-DAD42979EEDB}"/>
    <dgm:cxn modelId="{7EB9A820-32E4-4F55-973E-5573ED4FAA49}" type="presOf" srcId="{BAA84567-8153-44EA-96EE-F8364BD8AA89}" destId="{988A18CE-E2CA-480C-B323-2237987DE8B2}" srcOrd="0" destOrd="0" presId="urn:microsoft.com/office/officeart/2005/8/layout/hierarchy1"/>
    <dgm:cxn modelId="{6D4B2A2B-845A-40C0-BFD5-E419781F3341}" type="presOf" srcId="{FD5C8234-7BEB-4331-8142-AE0665252614}" destId="{DA811F06-58CE-492C-989E-5E01E0D5E83B}" srcOrd="0" destOrd="0" presId="urn:microsoft.com/office/officeart/2005/8/layout/hierarchy1"/>
    <dgm:cxn modelId="{E8BAB32C-3CCF-4A19-9955-0BC47C8B939C}" srcId="{FD5C8234-7BEB-4331-8142-AE0665252614}" destId="{D0460A66-7756-4596-95CC-1F51CF2A280E}" srcOrd="1" destOrd="0" parTransId="{4EC75082-CB8A-4395-9006-26C8A87B1936}" sibTransId="{00030F7A-8A9F-4969-8FB8-2AE0D6AEF0D6}"/>
    <dgm:cxn modelId="{E933052E-543F-45FC-B1EE-EC25D55351BD}" srcId="{D0460A66-7756-4596-95CC-1F51CF2A280E}" destId="{3C611B11-F975-4181-A62C-35A97BA8375B}" srcOrd="0" destOrd="0" parTransId="{F8F2B60E-B162-4F9E-AC55-B66388454BB6}" sibTransId="{DD56E978-4BD6-4027-B974-AE4BED07D9DA}"/>
    <dgm:cxn modelId="{38995332-8D85-4726-A133-2F91CE475ABA}" type="presOf" srcId="{86F844E7-1CB2-42EA-B3A7-0A0DEB9F52BA}" destId="{E9B9F132-A31D-494C-B934-EF1513B7C629}" srcOrd="0" destOrd="0" presId="urn:microsoft.com/office/officeart/2005/8/layout/hierarchy1"/>
    <dgm:cxn modelId="{2AF63C5D-D895-4375-A881-1F496E749911}" type="presOf" srcId="{EEA39ADB-9522-4AB0-AAC4-B56ADECB7D17}" destId="{FE87155B-A9E6-4143-A11A-DE646E0B443E}" srcOrd="0" destOrd="0" presId="urn:microsoft.com/office/officeart/2005/8/layout/hierarchy1"/>
    <dgm:cxn modelId="{D2B7D761-E132-436C-9C07-8D2EE600328D}" type="presOf" srcId="{6E45C97E-0752-4C2E-8864-C1ABDE78AED7}" destId="{1967F261-E4F8-434F-8F56-14E20BD91820}" srcOrd="0" destOrd="0" presId="urn:microsoft.com/office/officeart/2005/8/layout/hierarchy1"/>
    <dgm:cxn modelId="{86ABBB62-9841-4A77-B64C-6A31DD24863C}" type="presOf" srcId="{B158152E-BEFF-4980-8922-812E4FDFB988}" destId="{04EF80DC-559A-4DD8-AB98-DF721F8BD335}" srcOrd="0" destOrd="0" presId="urn:microsoft.com/office/officeart/2005/8/layout/hierarchy1"/>
    <dgm:cxn modelId="{D0789951-88D1-4AAE-9346-0CF8E5CB65C3}" srcId="{FD5C8234-7BEB-4331-8142-AE0665252614}" destId="{86F844E7-1CB2-42EA-B3A7-0A0DEB9F52BA}" srcOrd="0" destOrd="0" parTransId="{BAA84567-8153-44EA-96EE-F8364BD8AA89}" sibTransId="{A43586C1-6B73-4EE5-8F97-22502575DA5E}"/>
    <dgm:cxn modelId="{D1611653-45CC-4A1F-8F7B-41FBC6A9D83F}" type="presOf" srcId="{CEE284AB-1277-4E42-A415-C306E49FFF4F}" destId="{8FF3FAC5-1912-45A4-81C7-8BD7CD82795D}" srcOrd="0" destOrd="0" presId="urn:microsoft.com/office/officeart/2005/8/layout/hierarchy1"/>
    <dgm:cxn modelId="{C0FF3A53-DC27-4926-9F25-9410D146D421}" type="presOf" srcId="{A57544C4-8000-4201-A32F-F04264AD438C}" destId="{FBDA6E46-0045-4C82-ABFE-678E3C7455CD}" srcOrd="0" destOrd="0" presId="urn:microsoft.com/office/officeart/2005/8/layout/hierarchy1"/>
    <dgm:cxn modelId="{6BC03759-8C52-4A83-8EB0-9B7884048E2D}" type="presOf" srcId="{3C611B11-F975-4181-A62C-35A97BA8375B}" destId="{E8056BA7-F26D-4A68-AE29-86AAF5712107}" srcOrd="0" destOrd="0" presId="urn:microsoft.com/office/officeart/2005/8/layout/hierarchy1"/>
    <dgm:cxn modelId="{D49A377E-7D71-4C04-9FA8-EFF8C6831502}" srcId="{B158152E-BEFF-4980-8922-812E4FDFB988}" destId="{F2566947-EDDF-48F4-8B42-F426CAEFADF4}" srcOrd="1" destOrd="0" parTransId="{61F7D8A4-9E1B-4260-A117-747B0D44DB98}" sibTransId="{A810D316-E79E-42C8-9CBA-D316E9144C32}"/>
    <dgm:cxn modelId="{507CDA8E-4784-4018-B8AE-0CC2C742D132}" type="presOf" srcId="{61F7D8A4-9E1B-4260-A117-747B0D44DB98}" destId="{0E5B29F5-173F-4BC0-9991-BB58131471EA}" srcOrd="0" destOrd="0" presId="urn:microsoft.com/office/officeart/2005/8/layout/hierarchy1"/>
    <dgm:cxn modelId="{156E9A95-FCA7-4275-A8E0-029C25F9EC65}" srcId="{D0460A66-7756-4596-95CC-1F51CF2A280E}" destId="{EEA39ADB-9522-4AB0-AAC4-B56ADECB7D17}" srcOrd="1" destOrd="0" parTransId="{A57544C4-8000-4201-A32F-F04264AD438C}" sibTransId="{60003845-A8DB-4ABE-9CD6-CBBFB7EC3ECA}"/>
    <dgm:cxn modelId="{9934739C-2C4D-4203-8E38-419B2705881E}" srcId="{F5878E92-8240-4832-97DD-72E369960135}" destId="{FD5C8234-7BEB-4331-8142-AE0665252614}" srcOrd="1" destOrd="0" parTransId="{CEE284AB-1277-4E42-A415-C306E49FFF4F}" sibTransId="{7ABB3E51-E9B1-4E32-B786-02420D28A10C}"/>
    <dgm:cxn modelId="{0B450DA8-615C-4E1E-9E90-BB4A033C5ED3}" srcId="{FD5C8234-7BEB-4331-8142-AE0665252614}" destId="{EA36120B-AF62-4ED9-BE46-29E5193D5488}" srcOrd="2" destOrd="0" parTransId="{5BD5BE03-437F-4B3F-AB7B-CD102E7C5374}" sibTransId="{62788087-718E-4132-8BCD-06E3F49BDB8B}"/>
    <dgm:cxn modelId="{DCFFC5AD-CDED-426C-81B9-64110026620F}" type="presOf" srcId="{F8F2B60E-B162-4F9E-AC55-B66388454BB6}" destId="{2879809B-66EA-41B9-AACC-ACC696A42E1F}" srcOrd="0" destOrd="0" presId="urn:microsoft.com/office/officeart/2005/8/layout/hierarchy1"/>
    <dgm:cxn modelId="{BD997BB0-5078-4D2E-BA61-C9233689A3FB}" type="presOf" srcId="{5BD5BE03-437F-4B3F-AB7B-CD102E7C5374}" destId="{08242927-CEAE-4E2B-909A-01AFFCDF3071}" srcOrd="0" destOrd="0" presId="urn:microsoft.com/office/officeart/2005/8/layout/hierarchy1"/>
    <dgm:cxn modelId="{CFDE1CB4-B733-44DB-80CD-2C2EE314DD70}" type="presOf" srcId="{F5878E92-8240-4832-97DD-72E369960135}" destId="{D1F57BEE-AE82-4498-A4AE-4811D240D67F}" srcOrd="0" destOrd="0" presId="urn:microsoft.com/office/officeart/2005/8/layout/hierarchy1"/>
    <dgm:cxn modelId="{166C34D5-E0E7-4F04-B0FE-F7E44A445AA2}" type="presOf" srcId="{EA36120B-AF62-4ED9-BE46-29E5193D5488}" destId="{12BC2F40-DD25-4B5C-9468-CE244B4E4020}" srcOrd="0" destOrd="0" presId="urn:microsoft.com/office/officeart/2005/8/layout/hierarchy1"/>
    <dgm:cxn modelId="{79E300DF-5405-4BF2-B92F-F6D7C54AE846}" type="presOf" srcId="{F2566947-EDDF-48F4-8B42-F426CAEFADF4}" destId="{84E24FBC-81D6-42E7-8DA4-4EFFEA1D8E04}" srcOrd="0" destOrd="0" presId="urn:microsoft.com/office/officeart/2005/8/layout/hierarchy1"/>
    <dgm:cxn modelId="{4F6321E8-0B7A-428A-9B7D-DA67B780BA23}" type="presOf" srcId="{743080A1-C7BD-4FC2-A0EC-4A03460A2A8D}" destId="{9972630A-6C88-4A55-9418-17028023D774}" srcOrd="0" destOrd="0" presId="urn:microsoft.com/office/officeart/2005/8/layout/hierarchy1"/>
    <dgm:cxn modelId="{4235BBEB-94B3-41CE-8FB2-6AFA2200D721}" type="presOf" srcId="{5532F78C-22D3-46BD-A4D8-BC33D983DD7B}" destId="{44AC591A-AD78-4CA0-95B7-D42F2227ED78}" srcOrd="0" destOrd="0" presId="urn:microsoft.com/office/officeart/2005/8/layout/hierarchy1"/>
    <dgm:cxn modelId="{84F02BED-97EF-48F6-9224-9FD247AFEB45}" type="presOf" srcId="{D0460A66-7756-4596-95CC-1F51CF2A280E}" destId="{E79779AE-7549-4A9C-BB50-8BDE24966E5D}" srcOrd="0" destOrd="0" presId="urn:microsoft.com/office/officeart/2005/8/layout/hierarchy1"/>
    <dgm:cxn modelId="{346AD57F-B424-4746-BC9A-F93E01FF2D04}" type="presParOf" srcId="{3FCDAD92-4A1A-4E43-A447-BF29FCD644F7}" destId="{91CB232B-B99E-4940-AF83-BA6A5D40C228}" srcOrd="0" destOrd="0" presId="urn:microsoft.com/office/officeart/2005/8/layout/hierarchy1"/>
    <dgm:cxn modelId="{7B1455ED-5088-42B8-9C3F-A402D59335BA}" type="presParOf" srcId="{91CB232B-B99E-4940-AF83-BA6A5D40C228}" destId="{39B71736-A363-40EE-9748-9536F001717E}" srcOrd="0" destOrd="0" presId="urn:microsoft.com/office/officeart/2005/8/layout/hierarchy1"/>
    <dgm:cxn modelId="{ED65D33A-548C-41CD-AA9B-7D6A04AE0D80}" type="presParOf" srcId="{39B71736-A363-40EE-9748-9536F001717E}" destId="{1FF12C03-E89C-4A6E-AF5D-A10072F227AB}" srcOrd="0" destOrd="0" presId="urn:microsoft.com/office/officeart/2005/8/layout/hierarchy1"/>
    <dgm:cxn modelId="{CDA927D7-28D3-4BE3-9BEF-AD5E8ED645ED}" type="presParOf" srcId="{39B71736-A363-40EE-9748-9536F001717E}" destId="{D1F57BEE-AE82-4498-A4AE-4811D240D67F}" srcOrd="1" destOrd="0" presId="urn:microsoft.com/office/officeart/2005/8/layout/hierarchy1"/>
    <dgm:cxn modelId="{A772C8F0-A696-44F0-8A34-9B52CB51AF09}" type="presParOf" srcId="{91CB232B-B99E-4940-AF83-BA6A5D40C228}" destId="{0CE2F09D-CF44-42C0-A38B-72BFDA468936}" srcOrd="1" destOrd="0" presId="urn:microsoft.com/office/officeart/2005/8/layout/hierarchy1"/>
    <dgm:cxn modelId="{E296064A-8C59-4A9E-A46A-DD865AA86CC1}" type="presParOf" srcId="{0CE2F09D-CF44-42C0-A38B-72BFDA468936}" destId="{9972630A-6C88-4A55-9418-17028023D774}" srcOrd="0" destOrd="0" presId="urn:microsoft.com/office/officeart/2005/8/layout/hierarchy1"/>
    <dgm:cxn modelId="{EA394640-FD67-4C61-9A18-8D2B152C2CBE}" type="presParOf" srcId="{0CE2F09D-CF44-42C0-A38B-72BFDA468936}" destId="{1FEFB261-8D8A-43CE-B6AA-C9B90C88EA38}" srcOrd="1" destOrd="0" presId="urn:microsoft.com/office/officeart/2005/8/layout/hierarchy1"/>
    <dgm:cxn modelId="{6CFF3EAF-8349-46B3-A262-5F6551450509}" type="presParOf" srcId="{1FEFB261-8D8A-43CE-B6AA-C9B90C88EA38}" destId="{0AD80522-60EB-4390-87BE-8F4E08216A8D}" srcOrd="0" destOrd="0" presId="urn:microsoft.com/office/officeart/2005/8/layout/hierarchy1"/>
    <dgm:cxn modelId="{893386EF-F408-48EC-BCD6-668962610008}" type="presParOf" srcId="{0AD80522-60EB-4390-87BE-8F4E08216A8D}" destId="{262FC079-CCD5-409C-9366-64E1018AD7A7}" srcOrd="0" destOrd="0" presId="urn:microsoft.com/office/officeart/2005/8/layout/hierarchy1"/>
    <dgm:cxn modelId="{F42CC226-60C2-4BB9-8040-1F3CA6CDAFC1}" type="presParOf" srcId="{0AD80522-60EB-4390-87BE-8F4E08216A8D}" destId="{04EF80DC-559A-4DD8-AB98-DF721F8BD335}" srcOrd="1" destOrd="0" presId="urn:microsoft.com/office/officeart/2005/8/layout/hierarchy1"/>
    <dgm:cxn modelId="{BD871E23-0E1C-427D-B028-D1E616C1AC8B}" type="presParOf" srcId="{1FEFB261-8D8A-43CE-B6AA-C9B90C88EA38}" destId="{19007810-1025-4DF0-9D5D-1C1545CF9509}" srcOrd="1" destOrd="0" presId="urn:microsoft.com/office/officeart/2005/8/layout/hierarchy1"/>
    <dgm:cxn modelId="{FF86E139-5192-4583-B60E-6AD7D5D13D39}" type="presParOf" srcId="{19007810-1025-4DF0-9D5D-1C1545CF9509}" destId="{44AC591A-AD78-4CA0-95B7-D42F2227ED78}" srcOrd="0" destOrd="0" presId="urn:microsoft.com/office/officeart/2005/8/layout/hierarchy1"/>
    <dgm:cxn modelId="{9DA8FCEE-3FFD-4E41-A2DF-09729221CFC2}" type="presParOf" srcId="{19007810-1025-4DF0-9D5D-1C1545CF9509}" destId="{92131E5D-8DDE-47EB-A83E-855D763DC535}" srcOrd="1" destOrd="0" presId="urn:microsoft.com/office/officeart/2005/8/layout/hierarchy1"/>
    <dgm:cxn modelId="{56ED5D79-7E01-465D-B2ED-16FDD9CC0F18}" type="presParOf" srcId="{92131E5D-8DDE-47EB-A83E-855D763DC535}" destId="{7DCD74CD-702D-46F1-BFFD-8FA940D56AF0}" srcOrd="0" destOrd="0" presId="urn:microsoft.com/office/officeart/2005/8/layout/hierarchy1"/>
    <dgm:cxn modelId="{B281922F-773B-4660-9FFC-A7EFBE3AEA9D}" type="presParOf" srcId="{7DCD74CD-702D-46F1-BFFD-8FA940D56AF0}" destId="{956C5A52-8CC3-4A58-8733-3ADBD9B4809F}" srcOrd="0" destOrd="0" presId="urn:microsoft.com/office/officeart/2005/8/layout/hierarchy1"/>
    <dgm:cxn modelId="{F99EBF67-587A-4814-B1F1-7AC8F6811C04}" type="presParOf" srcId="{7DCD74CD-702D-46F1-BFFD-8FA940D56AF0}" destId="{1967F261-E4F8-434F-8F56-14E20BD91820}" srcOrd="1" destOrd="0" presId="urn:microsoft.com/office/officeart/2005/8/layout/hierarchy1"/>
    <dgm:cxn modelId="{5118554D-6790-4868-ADF0-969A53381503}" type="presParOf" srcId="{92131E5D-8DDE-47EB-A83E-855D763DC535}" destId="{9B4B8179-990D-4C32-9A80-CDB349FF7CFD}" srcOrd="1" destOrd="0" presId="urn:microsoft.com/office/officeart/2005/8/layout/hierarchy1"/>
    <dgm:cxn modelId="{690B09FF-864C-4F15-B791-450A5540BD34}" type="presParOf" srcId="{19007810-1025-4DF0-9D5D-1C1545CF9509}" destId="{0E5B29F5-173F-4BC0-9991-BB58131471EA}" srcOrd="2" destOrd="0" presId="urn:microsoft.com/office/officeart/2005/8/layout/hierarchy1"/>
    <dgm:cxn modelId="{2CE3142C-0C17-4AFB-B833-8542E6A2B750}" type="presParOf" srcId="{19007810-1025-4DF0-9D5D-1C1545CF9509}" destId="{83057C8F-DDED-41D9-8297-0BED03B724D2}" srcOrd="3" destOrd="0" presId="urn:microsoft.com/office/officeart/2005/8/layout/hierarchy1"/>
    <dgm:cxn modelId="{53AB3493-DBFA-4DE2-ABDE-98FAEE304C4D}" type="presParOf" srcId="{83057C8F-DDED-41D9-8297-0BED03B724D2}" destId="{64A15421-93F3-436F-954F-75367F1F0547}" srcOrd="0" destOrd="0" presId="urn:microsoft.com/office/officeart/2005/8/layout/hierarchy1"/>
    <dgm:cxn modelId="{58C73247-B196-4714-B5D8-D12B833D5DB0}" type="presParOf" srcId="{64A15421-93F3-436F-954F-75367F1F0547}" destId="{4A79A66E-7C56-4977-9062-CE64CB0FB1EA}" srcOrd="0" destOrd="0" presId="urn:microsoft.com/office/officeart/2005/8/layout/hierarchy1"/>
    <dgm:cxn modelId="{F75F9EDF-7A97-41D2-B493-809D8D97412B}" type="presParOf" srcId="{64A15421-93F3-436F-954F-75367F1F0547}" destId="{84E24FBC-81D6-42E7-8DA4-4EFFEA1D8E04}" srcOrd="1" destOrd="0" presId="urn:microsoft.com/office/officeart/2005/8/layout/hierarchy1"/>
    <dgm:cxn modelId="{4CC77F41-3028-49FF-9F1F-4FD7BB16FE30}" type="presParOf" srcId="{83057C8F-DDED-41D9-8297-0BED03B724D2}" destId="{A5AB2486-89D8-4EF8-8E5E-4F5A97C6A4D4}" srcOrd="1" destOrd="0" presId="urn:microsoft.com/office/officeart/2005/8/layout/hierarchy1"/>
    <dgm:cxn modelId="{43727B38-B228-4AF8-959D-24D1853BB20A}" type="presParOf" srcId="{0CE2F09D-CF44-42C0-A38B-72BFDA468936}" destId="{8FF3FAC5-1912-45A4-81C7-8BD7CD82795D}" srcOrd="2" destOrd="0" presId="urn:microsoft.com/office/officeart/2005/8/layout/hierarchy1"/>
    <dgm:cxn modelId="{8CB00581-7D06-45FD-9178-C4CB1AB4BA1E}" type="presParOf" srcId="{0CE2F09D-CF44-42C0-A38B-72BFDA468936}" destId="{FA3DC07C-D863-487A-B68F-A513500D3FCC}" srcOrd="3" destOrd="0" presId="urn:microsoft.com/office/officeart/2005/8/layout/hierarchy1"/>
    <dgm:cxn modelId="{BE708DC9-BBE7-4CAF-A81B-E1AC76554B7B}" type="presParOf" srcId="{FA3DC07C-D863-487A-B68F-A513500D3FCC}" destId="{9B09760E-1F40-4C70-9CF8-A21EA6CEECDC}" srcOrd="0" destOrd="0" presId="urn:microsoft.com/office/officeart/2005/8/layout/hierarchy1"/>
    <dgm:cxn modelId="{3C1C14F2-B233-479B-B677-7D40564C3B05}" type="presParOf" srcId="{9B09760E-1F40-4C70-9CF8-A21EA6CEECDC}" destId="{566C811B-ECF8-4501-96D9-E246B2E04042}" srcOrd="0" destOrd="0" presId="urn:microsoft.com/office/officeart/2005/8/layout/hierarchy1"/>
    <dgm:cxn modelId="{7F018683-0DA6-43D9-A165-3043DCE08844}" type="presParOf" srcId="{9B09760E-1F40-4C70-9CF8-A21EA6CEECDC}" destId="{DA811F06-58CE-492C-989E-5E01E0D5E83B}" srcOrd="1" destOrd="0" presId="urn:microsoft.com/office/officeart/2005/8/layout/hierarchy1"/>
    <dgm:cxn modelId="{42074BAA-34E7-4ED6-B14F-9823AA1B34B7}" type="presParOf" srcId="{FA3DC07C-D863-487A-B68F-A513500D3FCC}" destId="{779A9475-3915-43FD-A3FB-7FB596595958}" srcOrd="1" destOrd="0" presId="urn:microsoft.com/office/officeart/2005/8/layout/hierarchy1"/>
    <dgm:cxn modelId="{4185DD99-CED3-4147-AAED-978AB2CDB996}" type="presParOf" srcId="{779A9475-3915-43FD-A3FB-7FB596595958}" destId="{988A18CE-E2CA-480C-B323-2237987DE8B2}" srcOrd="0" destOrd="0" presId="urn:microsoft.com/office/officeart/2005/8/layout/hierarchy1"/>
    <dgm:cxn modelId="{FF56CA20-F3BE-4D8F-B9B9-B6AB79840935}" type="presParOf" srcId="{779A9475-3915-43FD-A3FB-7FB596595958}" destId="{9569B6D2-4347-4980-8085-B894D3F2039E}" srcOrd="1" destOrd="0" presId="urn:microsoft.com/office/officeart/2005/8/layout/hierarchy1"/>
    <dgm:cxn modelId="{C63D5494-4D69-48DD-8170-CD03B72E3B84}" type="presParOf" srcId="{9569B6D2-4347-4980-8085-B894D3F2039E}" destId="{EC4A6AC9-3BB4-42FD-8F43-00BF32A75101}" srcOrd="0" destOrd="0" presId="urn:microsoft.com/office/officeart/2005/8/layout/hierarchy1"/>
    <dgm:cxn modelId="{F629CC9C-BB1D-417C-9059-41D1EC95D17F}" type="presParOf" srcId="{EC4A6AC9-3BB4-42FD-8F43-00BF32A75101}" destId="{4A874F81-89C7-4C90-9EDC-85CC52A43302}" srcOrd="0" destOrd="0" presId="urn:microsoft.com/office/officeart/2005/8/layout/hierarchy1"/>
    <dgm:cxn modelId="{C71263F3-4D8B-48CD-B3D2-4E0AB544050D}" type="presParOf" srcId="{EC4A6AC9-3BB4-42FD-8F43-00BF32A75101}" destId="{E9B9F132-A31D-494C-B934-EF1513B7C629}" srcOrd="1" destOrd="0" presId="urn:microsoft.com/office/officeart/2005/8/layout/hierarchy1"/>
    <dgm:cxn modelId="{BA1E4A3D-1E3D-4FE5-AAB1-F6AB2C802310}" type="presParOf" srcId="{9569B6D2-4347-4980-8085-B894D3F2039E}" destId="{662C76A8-069F-4391-A453-10984B2DD54D}" srcOrd="1" destOrd="0" presId="urn:microsoft.com/office/officeart/2005/8/layout/hierarchy1"/>
    <dgm:cxn modelId="{E0B6CCD6-3A9D-4183-9ED3-EF12B46F4A00}" type="presParOf" srcId="{779A9475-3915-43FD-A3FB-7FB596595958}" destId="{BBEFDC9D-6DEA-4DE7-A7E4-60ACF7D62EFE}" srcOrd="2" destOrd="0" presId="urn:microsoft.com/office/officeart/2005/8/layout/hierarchy1"/>
    <dgm:cxn modelId="{B48CB44E-5399-4744-8094-AAFA239D16E3}" type="presParOf" srcId="{779A9475-3915-43FD-A3FB-7FB596595958}" destId="{F2722DEE-E30D-437D-A30F-78C8D37B68B5}" srcOrd="3" destOrd="0" presId="urn:microsoft.com/office/officeart/2005/8/layout/hierarchy1"/>
    <dgm:cxn modelId="{3B2B2B87-FC7C-49B7-A4A3-A86747F903D1}" type="presParOf" srcId="{F2722DEE-E30D-437D-A30F-78C8D37B68B5}" destId="{C40EB8F3-8AA8-4E48-A2E3-0402F7805EA7}" srcOrd="0" destOrd="0" presId="urn:microsoft.com/office/officeart/2005/8/layout/hierarchy1"/>
    <dgm:cxn modelId="{1D40CB98-A632-4869-9ED8-4C276AB52F7D}" type="presParOf" srcId="{C40EB8F3-8AA8-4E48-A2E3-0402F7805EA7}" destId="{94B121C5-16A0-4B91-AFC6-A5DD2A21DC7A}" srcOrd="0" destOrd="0" presId="urn:microsoft.com/office/officeart/2005/8/layout/hierarchy1"/>
    <dgm:cxn modelId="{7C8D6E21-2166-4E28-B185-B7EC1B198750}" type="presParOf" srcId="{C40EB8F3-8AA8-4E48-A2E3-0402F7805EA7}" destId="{E79779AE-7549-4A9C-BB50-8BDE24966E5D}" srcOrd="1" destOrd="0" presId="urn:microsoft.com/office/officeart/2005/8/layout/hierarchy1"/>
    <dgm:cxn modelId="{1D4E46BB-2414-4CB6-9299-B95EB427099B}" type="presParOf" srcId="{F2722DEE-E30D-437D-A30F-78C8D37B68B5}" destId="{3FAFA9F5-CF7E-4EF3-BCA3-54AC14D7C437}" srcOrd="1" destOrd="0" presId="urn:microsoft.com/office/officeart/2005/8/layout/hierarchy1"/>
    <dgm:cxn modelId="{60964D78-A156-4D20-9D7C-ED785AE93B33}" type="presParOf" srcId="{3FAFA9F5-CF7E-4EF3-BCA3-54AC14D7C437}" destId="{2879809B-66EA-41B9-AACC-ACC696A42E1F}" srcOrd="0" destOrd="0" presId="urn:microsoft.com/office/officeart/2005/8/layout/hierarchy1"/>
    <dgm:cxn modelId="{D324D6D8-DA69-47AC-A545-BAA3FE5508BD}" type="presParOf" srcId="{3FAFA9F5-CF7E-4EF3-BCA3-54AC14D7C437}" destId="{3E0E24AE-D806-4F90-9BD9-9453B08393BF}" srcOrd="1" destOrd="0" presId="urn:microsoft.com/office/officeart/2005/8/layout/hierarchy1"/>
    <dgm:cxn modelId="{CCC06D2D-7364-4994-AF0C-72C1FD1619E3}" type="presParOf" srcId="{3E0E24AE-D806-4F90-9BD9-9453B08393BF}" destId="{8D6DC9E9-70C3-46DD-88BE-791A190E2F14}" srcOrd="0" destOrd="0" presId="urn:microsoft.com/office/officeart/2005/8/layout/hierarchy1"/>
    <dgm:cxn modelId="{3FC8ACFE-1B39-4B15-A87D-99465EF0532B}" type="presParOf" srcId="{8D6DC9E9-70C3-46DD-88BE-791A190E2F14}" destId="{43DACF03-C343-4FA3-A062-28C19366EAF3}" srcOrd="0" destOrd="0" presId="urn:microsoft.com/office/officeart/2005/8/layout/hierarchy1"/>
    <dgm:cxn modelId="{26204083-C68B-45B4-B575-7A132524E661}" type="presParOf" srcId="{8D6DC9E9-70C3-46DD-88BE-791A190E2F14}" destId="{E8056BA7-F26D-4A68-AE29-86AAF5712107}" srcOrd="1" destOrd="0" presId="urn:microsoft.com/office/officeart/2005/8/layout/hierarchy1"/>
    <dgm:cxn modelId="{AA13C338-F4BA-4359-8BEB-EFB0FE239DF0}" type="presParOf" srcId="{3E0E24AE-D806-4F90-9BD9-9453B08393BF}" destId="{CAF9BB11-DEFE-4536-841F-068006ACF448}" srcOrd="1" destOrd="0" presId="urn:microsoft.com/office/officeart/2005/8/layout/hierarchy1"/>
    <dgm:cxn modelId="{51F7C408-04F6-4C92-B046-02C2DCCA8B8F}" type="presParOf" srcId="{3FAFA9F5-CF7E-4EF3-BCA3-54AC14D7C437}" destId="{FBDA6E46-0045-4C82-ABFE-678E3C7455CD}" srcOrd="2" destOrd="0" presId="urn:microsoft.com/office/officeart/2005/8/layout/hierarchy1"/>
    <dgm:cxn modelId="{988E7AF5-EDFE-4200-B79E-BC9710291154}" type="presParOf" srcId="{3FAFA9F5-CF7E-4EF3-BCA3-54AC14D7C437}" destId="{AA842556-7B63-4EE4-89A0-EB614590D9FC}" srcOrd="3" destOrd="0" presId="urn:microsoft.com/office/officeart/2005/8/layout/hierarchy1"/>
    <dgm:cxn modelId="{AE33428D-84E2-4330-A57A-B3147EE36A69}" type="presParOf" srcId="{AA842556-7B63-4EE4-89A0-EB614590D9FC}" destId="{C6CA7284-C555-4839-A868-1E71EDD8313E}" srcOrd="0" destOrd="0" presId="urn:microsoft.com/office/officeart/2005/8/layout/hierarchy1"/>
    <dgm:cxn modelId="{344AABDF-2293-45AB-B3A3-71DFD2DE2C11}" type="presParOf" srcId="{C6CA7284-C555-4839-A868-1E71EDD8313E}" destId="{8FC33AA4-B9CD-4EBE-AE90-8FA4D8D6234C}" srcOrd="0" destOrd="0" presId="urn:microsoft.com/office/officeart/2005/8/layout/hierarchy1"/>
    <dgm:cxn modelId="{BE25984A-8B0D-4962-9BA9-30DE544B8982}" type="presParOf" srcId="{C6CA7284-C555-4839-A868-1E71EDD8313E}" destId="{FE87155B-A9E6-4143-A11A-DE646E0B443E}" srcOrd="1" destOrd="0" presId="urn:microsoft.com/office/officeart/2005/8/layout/hierarchy1"/>
    <dgm:cxn modelId="{E32F16C4-DED7-45F4-A8E5-DBCE2254F451}" type="presParOf" srcId="{AA842556-7B63-4EE4-89A0-EB614590D9FC}" destId="{D4D035AC-392A-48C0-A333-74ED618DBA59}" srcOrd="1" destOrd="0" presId="urn:microsoft.com/office/officeart/2005/8/layout/hierarchy1"/>
    <dgm:cxn modelId="{6AC5254F-6447-4515-9AD3-B8A3944F5F68}" type="presParOf" srcId="{779A9475-3915-43FD-A3FB-7FB596595958}" destId="{08242927-CEAE-4E2B-909A-01AFFCDF3071}" srcOrd="4" destOrd="0" presId="urn:microsoft.com/office/officeart/2005/8/layout/hierarchy1"/>
    <dgm:cxn modelId="{62FB05AB-FE34-42F0-BBC7-271A2A3F7B76}" type="presParOf" srcId="{779A9475-3915-43FD-A3FB-7FB596595958}" destId="{5609143B-2DAE-41F2-8AB4-9E299D25F056}" srcOrd="5" destOrd="0" presId="urn:microsoft.com/office/officeart/2005/8/layout/hierarchy1"/>
    <dgm:cxn modelId="{B1FC41BB-9C7E-4D5A-ABD5-9A822AA753FC}" type="presParOf" srcId="{5609143B-2DAE-41F2-8AB4-9E299D25F056}" destId="{69C04724-8545-4E6F-A59B-C9AC024D59C6}" srcOrd="0" destOrd="0" presId="urn:microsoft.com/office/officeart/2005/8/layout/hierarchy1"/>
    <dgm:cxn modelId="{F393314C-AB42-4810-9274-AC508C8C9A45}" type="presParOf" srcId="{69C04724-8545-4E6F-A59B-C9AC024D59C6}" destId="{1D0784BF-A55F-49EB-A4AB-61D1E2E4FDE1}" srcOrd="0" destOrd="0" presId="urn:microsoft.com/office/officeart/2005/8/layout/hierarchy1"/>
    <dgm:cxn modelId="{9F66CF7F-4AF1-4E7A-AACF-87EDB30670D0}" type="presParOf" srcId="{69C04724-8545-4E6F-A59B-C9AC024D59C6}" destId="{12BC2F40-DD25-4B5C-9468-CE244B4E4020}" srcOrd="1" destOrd="0" presId="urn:microsoft.com/office/officeart/2005/8/layout/hierarchy1"/>
    <dgm:cxn modelId="{FCB2942C-9627-456B-B936-5419338D05BA}" type="presParOf" srcId="{5609143B-2DAE-41F2-8AB4-9E299D25F056}" destId="{89B0CAE7-B9B4-4201-AACD-94305664874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53E03482-A5B8-471B-9483-69AED0444999}" type="doc">
      <dgm:prSet loTypeId="urn:microsoft.com/office/officeart/2018/2/layout/IconVerticalSolidList" loCatId="icon" qsTypeId="urn:microsoft.com/office/officeart/2005/8/quickstyle/simple1#22" qsCatId="simple" csTypeId="urn:microsoft.com/office/officeart/2018/5/colors/Iconchunking_neutralicontext_colorful1" csCatId="colorful" phldr="1"/>
      <dgm:spPr/>
      <dgm:t>
        <a:bodyPr/>
        <a:lstStyle/>
        <a:p>
          <a:endParaRPr lang="en-US"/>
        </a:p>
      </dgm:t>
    </dgm:pt>
    <dgm:pt modelId="{FF46EF71-2E1B-4145-89DA-1B92B4E4B642}">
      <dgm:prSet custT="1"/>
      <dgm:spPr/>
      <dgm:t>
        <a:bodyPr/>
        <a:lstStyle/>
        <a:p>
          <a:r>
            <a:rPr lang="es-CR" sz="2400" dirty="0"/>
            <a:t>Las técnicas estáticas permiten encontrar las causas de los defectos.</a:t>
          </a:r>
          <a:endParaRPr lang="en-US" sz="2400" dirty="0"/>
        </a:p>
      </dgm:t>
    </dgm:pt>
    <dgm:pt modelId="{CBD180F1-AB38-47BC-80C0-AD108DF6E0DF}" type="parTrans" cxnId="{BB82E304-0AE7-4544-A04F-9184969737BD}">
      <dgm:prSet/>
      <dgm:spPr/>
      <dgm:t>
        <a:bodyPr/>
        <a:lstStyle/>
        <a:p>
          <a:endParaRPr lang="en-US" sz="2400"/>
        </a:p>
      </dgm:t>
    </dgm:pt>
    <dgm:pt modelId="{04BB94F6-270B-4628-BC5C-821C7A4977E6}" type="sibTrans" cxnId="{BB82E304-0AE7-4544-A04F-9184969737BD}">
      <dgm:prSet/>
      <dgm:spPr/>
      <dgm:t>
        <a:bodyPr/>
        <a:lstStyle/>
        <a:p>
          <a:endParaRPr lang="en-US" sz="2400"/>
        </a:p>
      </dgm:t>
    </dgm:pt>
    <dgm:pt modelId="{C3E11656-EE7E-466F-8796-63774D37FAD5}">
      <dgm:prSet custT="1"/>
      <dgm:spPr/>
      <dgm:t>
        <a:bodyPr/>
        <a:lstStyle/>
        <a:p>
          <a:r>
            <a:rPr lang="es-CR" sz="2400" dirty="0"/>
            <a:t>El objetivo fundamental es mejorar la calidad de los productos software, ayudando a los ingenieros a reconocer y arreglar sus propios defectos en etapas tempranas del proceso de desarrollo. </a:t>
          </a:r>
          <a:endParaRPr lang="en-US" sz="2400" dirty="0"/>
        </a:p>
      </dgm:t>
    </dgm:pt>
    <dgm:pt modelId="{986AF9C3-6651-40CD-B7F5-D387F1882A19}" type="parTrans" cxnId="{5CB78327-F0A9-457F-9A1D-73C2776511AD}">
      <dgm:prSet/>
      <dgm:spPr/>
      <dgm:t>
        <a:bodyPr/>
        <a:lstStyle/>
        <a:p>
          <a:endParaRPr lang="en-US" sz="2400"/>
        </a:p>
      </dgm:t>
    </dgm:pt>
    <dgm:pt modelId="{DBD311A1-C846-4B59-B203-DD5760C66E3D}" type="sibTrans" cxnId="{5CB78327-F0A9-457F-9A1D-73C2776511AD}">
      <dgm:prSet/>
      <dgm:spPr/>
      <dgm:t>
        <a:bodyPr/>
        <a:lstStyle/>
        <a:p>
          <a:endParaRPr lang="en-US" sz="2400"/>
        </a:p>
      </dgm:t>
    </dgm:pt>
    <dgm:pt modelId="{404CE128-2703-4883-9DCC-24873A28C7FB}">
      <dgm:prSet custT="1"/>
      <dgm:spPr/>
      <dgm:t>
        <a:bodyPr/>
        <a:lstStyle/>
        <a:p>
          <a:r>
            <a:rPr lang="es-CR" sz="2400" dirty="0"/>
            <a:t>Estas pruebas, son las primeras que se aplican al software y buscan defectos sin ejecutar código.</a:t>
          </a:r>
          <a:endParaRPr lang="en-US" sz="2400" dirty="0"/>
        </a:p>
      </dgm:t>
    </dgm:pt>
    <dgm:pt modelId="{D1E874EF-2436-4D50-9511-A52D0DD2F1D1}" type="parTrans" cxnId="{4F90B83E-F602-4F7D-9F1E-A1CA43E5901C}">
      <dgm:prSet/>
      <dgm:spPr/>
      <dgm:t>
        <a:bodyPr/>
        <a:lstStyle/>
        <a:p>
          <a:endParaRPr lang="en-US" sz="2400"/>
        </a:p>
      </dgm:t>
    </dgm:pt>
    <dgm:pt modelId="{59D2B796-ED40-4109-BBC1-C25FB1B0E3FE}" type="sibTrans" cxnId="{4F90B83E-F602-4F7D-9F1E-A1CA43E5901C}">
      <dgm:prSet/>
      <dgm:spPr/>
      <dgm:t>
        <a:bodyPr/>
        <a:lstStyle/>
        <a:p>
          <a:endParaRPr lang="en-US" sz="2400"/>
        </a:p>
      </dgm:t>
    </dgm:pt>
    <dgm:pt modelId="{013B7443-DD52-49BB-8BB4-6B2505BBA8F5}" type="pres">
      <dgm:prSet presAssocID="{53E03482-A5B8-471B-9483-69AED0444999}" presName="root" presStyleCnt="0">
        <dgm:presLayoutVars>
          <dgm:dir/>
          <dgm:resizeHandles val="exact"/>
        </dgm:presLayoutVars>
      </dgm:prSet>
      <dgm:spPr/>
    </dgm:pt>
    <dgm:pt modelId="{BDB8A897-31F9-4144-8C1B-1ADCCC37C245}" type="pres">
      <dgm:prSet presAssocID="{FF46EF71-2E1B-4145-89DA-1B92B4E4B642}" presName="compNode" presStyleCnt="0"/>
      <dgm:spPr/>
    </dgm:pt>
    <dgm:pt modelId="{4669A49D-192A-4817-B30A-9B2B74B25FE1}" type="pres">
      <dgm:prSet presAssocID="{FF46EF71-2E1B-4145-89DA-1B92B4E4B642}" presName="bgRect" presStyleLbl="bgShp" presStyleIdx="0" presStyleCnt="3"/>
      <dgm:spPr/>
    </dgm:pt>
    <dgm:pt modelId="{56771A8B-C868-4BD2-8336-8A787FEC5F77}" type="pres">
      <dgm:prSet presAssocID="{FF46EF71-2E1B-4145-89DA-1B92B4E4B642}"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esconectado"/>
        </a:ext>
      </dgm:extLst>
    </dgm:pt>
    <dgm:pt modelId="{D1E417CB-3DEE-41E8-8C64-563DCA5F9A11}" type="pres">
      <dgm:prSet presAssocID="{FF46EF71-2E1B-4145-89DA-1B92B4E4B642}" presName="spaceRect" presStyleCnt="0"/>
      <dgm:spPr/>
    </dgm:pt>
    <dgm:pt modelId="{49A0B959-19C2-47DA-9062-98A98BD32DA0}" type="pres">
      <dgm:prSet presAssocID="{FF46EF71-2E1B-4145-89DA-1B92B4E4B642}" presName="parTx" presStyleLbl="revTx" presStyleIdx="0" presStyleCnt="3">
        <dgm:presLayoutVars>
          <dgm:chMax val="0"/>
          <dgm:chPref val="0"/>
        </dgm:presLayoutVars>
      </dgm:prSet>
      <dgm:spPr/>
    </dgm:pt>
    <dgm:pt modelId="{B8D2A833-D181-4938-A796-357C7ADCD6BE}" type="pres">
      <dgm:prSet presAssocID="{04BB94F6-270B-4628-BC5C-821C7A4977E6}" presName="sibTrans" presStyleCnt="0"/>
      <dgm:spPr/>
    </dgm:pt>
    <dgm:pt modelId="{7FB73881-DBAE-4CB2-B5D6-FDD0143CABD9}" type="pres">
      <dgm:prSet presAssocID="{C3E11656-EE7E-466F-8796-63774D37FAD5}" presName="compNode" presStyleCnt="0"/>
      <dgm:spPr/>
    </dgm:pt>
    <dgm:pt modelId="{8B8778FB-2489-4717-A48A-E5D95AE91EA0}" type="pres">
      <dgm:prSet presAssocID="{C3E11656-EE7E-466F-8796-63774D37FAD5}" presName="bgRect" presStyleLbl="bgShp" presStyleIdx="1" presStyleCnt="3"/>
      <dgm:spPr/>
    </dgm:pt>
    <dgm:pt modelId="{97711C9B-F17D-4D64-94FC-AB87C1DCEBCA}" type="pres">
      <dgm:prSet presAssocID="{C3E11656-EE7E-466F-8796-63774D37FAD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ana"/>
        </a:ext>
      </dgm:extLst>
    </dgm:pt>
    <dgm:pt modelId="{897D7386-BB93-4BE8-921C-24CFDFF2E083}" type="pres">
      <dgm:prSet presAssocID="{C3E11656-EE7E-466F-8796-63774D37FAD5}" presName="spaceRect" presStyleCnt="0"/>
      <dgm:spPr/>
    </dgm:pt>
    <dgm:pt modelId="{5F7E15C8-BD66-482B-B01B-AFBD5D299506}" type="pres">
      <dgm:prSet presAssocID="{C3E11656-EE7E-466F-8796-63774D37FAD5}" presName="parTx" presStyleLbl="revTx" presStyleIdx="1" presStyleCnt="3">
        <dgm:presLayoutVars>
          <dgm:chMax val="0"/>
          <dgm:chPref val="0"/>
        </dgm:presLayoutVars>
      </dgm:prSet>
      <dgm:spPr/>
    </dgm:pt>
    <dgm:pt modelId="{FB222463-4D14-424D-92CD-C0AEF50FB7F6}" type="pres">
      <dgm:prSet presAssocID="{DBD311A1-C846-4B59-B203-DD5760C66E3D}" presName="sibTrans" presStyleCnt="0"/>
      <dgm:spPr/>
    </dgm:pt>
    <dgm:pt modelId="{53B37A27-A690-49E2-AD66-5FCE1545C844}" type="pres">
      <dgm:prSet presAssocID="{404CE128-2703-4883-9DCC-24873A28C7FB}" presName="compNode" presStyleCnt="0"/>
      <dgm:spPr/>
    </dgm:pt>
    <dgm:pt modelId="{11FCC367-9A10-4C22-9D86-1872B745E3C9}" type="pres">
      <dgm:prSet presAssocID="{404CE128-2703-4883-9DCC-24873A28C7FB}" presName="bgRect" presStyleLbl="bgShp" presStyleIdx="2" presStyleCnt="3"/>
      <dgm:spPr/>
    </dgm:pt>
    <dgm:pt modelId="{391B9DD7-0E71-4267-85DD-CCF6D55D9937}" type="pres">
      <dgm:prSet presAssocID="{404CE128-2703-4883-9DCC-24873A28C7FB}"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arca de verificación"/>
        </a:ext>
      </dgm:extLst>
    </dgm:pt>
    <dgm:pt modelId="{4F91C712-C842-4C21-9E27-A5B3AD12A6F0}" type="pres">
      <dgm:prSet presAssocID="{404CE128-2703-4883-9DCC-24873A28C7FB}" presName="spaceRect" presStyleCnt="0"/>
      <dgm:spPr/>
    </dgm:pt>
    <dgm:pt modelId="{65A5B142-CFEC-437E-A8BA-599262BC2DE8}" type="pres">
      <dgm:prSet presAssocID="{404CE128-2703-4883-9DCC-24873A28C7FB}" presName="parTx" presStyleLbl="revTx" presStyleIdx="2" presStyleCnt="3">
        <dgm:presLayoutVars>
          <dgm:chMax val="0"/>
          <dgm:chPref val="0"/>
        </dgm:presLayoutVars>
      </dgm:prSet>
      <dgm:spPr/>
    </dgm:pt>
  </dgm:ptLst>
  <dgm:cxnLst>
    <dgm:cxn modelId="{FAA2DC04-A966-47C2-AD92-6F26513162B8}" type="presOf" srcId="{404CE128-2703-4883-9DCC-24873A28C7FB}" destId="{65A5B142-CFEC-437E-A8BA-599262BC2DE8}" srcOrd="0" destOrd="0" presId="urn:microsoft.com/office/officeart/2018/2/layout/IconVerticalSolidList"/>
    <dgm:cxn modelId="{BB82E304-0AE7-4544-A04F-9184969737BD}" srcId="{53E03482-A5B8-471B-9483-69AED0444999}" destId="{FF46EF71-2E1B-4145-89DA-1B92B4E4B642}" srcOrd="0" destOrd="0" parTransId="{CBD180F1-AB38-47BC-80C0-AD108DF6E0DF}" sibTransId="{04BB94F6-270B-4628-BC5C-821C7A4977E6}"/>
    <dgm:cxn modelId="{928E1123-7225-4667-AFA9-58679D5928A7}" type="presOf" srcId="{53E03482-A5B8-471B-9483-69AED0444999}" destId="{013B7443-DD52-49BB-8BB4-6B2505BBA8F5}" srcOrd="0" destOrd="0" presId="urn:microsoft.com/office/officeart/2018/2/layout/IconVerticalSolidList"/>
    <dgm:cxn modelId="{5CB78327-F0A9-457F-9A1D-73C2776511AD}" srcId="{53E03482-A5B8-471B-9483-69AED0444999}" destId="{C3E11656-EE7E-466F-8796-63774D37FAD5}" srcOrd="1" destOrd="0" parTransId="{986AF9C3-6651-40CD-B7F5-D387F1882A19}" sibTransId="{DBD311A1-C846-4B59-B203-DD5760C66E3D}"/>
    <dgm:cxn modelId="{4F90B83E-F602-4F7D-9F1E-A1CA43E5901C}" srcId="{53E03482-A5B8-471B-9483-69AED0444999}" destId="{404CE128-2703-4883-9DCC-24873A28C7FB}" srcOrd="2" destOrd="0" parTransId="{D1E874EF-2436-4D50-9511-A52D0DD2F1D1}" sibTransId="{59D2B796-ED40-4109-BBC1-C25FB1B0E3FE}"/>
    <dgm:cxn modelId="{6BE7335C-2B5A-43DE-88A4-E1F7DDD88E66}" type="presOf" srcId="{C3E11656-EE7E-466F-8796-63774D37FAD5}" destId="{5F7E15C8-BD66-482B-B01B-AFBD5D299506}" srcOrd="0" destOrd="0" presId="urn:microsoft.com/office/officeart/2018/2/layout/IconVerticalSolidList"/>
    <dgm:cxn modelId="{977409F1-4365-40EF-9231-33292A475676}" type="presOf" srcId="{FF46EF71-2E1B-4145-89DA-1B92B4E4B642}" destId="{49A0B959-19C2-47DA-9062-98A98BD32DA0}" srcOrd="0" destOrd="0" presId="urn:microsoft.com/office/officeart/2018/2/layout/IconVerticalSolidList"/>
    <dgm:cxn modelId="{5DC68BEF-D309-4931-8972-B3DC2C9CFCA1}" type="presParOf" srcId="{013B7443-DD52-49BB-8BB4-6B2505BBA8F5}" destId="{BDB8A897-31F9-4144-8C1B-1ADCCC37C245}" srcOrd="0" destOrd="0" presId="urn:microsoft.com/office/officeart/2018/2/layout/IconVerticalSolidList"/>
    <dgm:cxn modelId="{D00E7471-D110-45E3-92FA-F5B68C28ABC9}" type="presParOf" srcId="{BDB8A897-31F9-4144-8C1B-1ADCCC37C245}" destId="{4669A49D-192A-4817-B30A-9B2B74B25FE1}" srcOrd="0" destOrd="0" presId="urn:microsoft.com/office/officeart/2018/2/layout/IconVerticalSolidList"/>
    <dgm:cxn modelId="{C1763982-C2AF-45A9-B47E-E1D082F832F9}" type="presParOf" srcId="{BDB8A897-31F9-4144-8C1B-1ADCCC37C245}" destId="{56771A8B-C868-4BD2-8336-8A787FEC5F77}" srcOrd="1" destOrd="0" presId="urn:microsoft.com/office/officeart/2018/2/layout/IconVerticalSolidList"/>
    <dgm:cxn modelId="{BF9D0A89-3B46-470B-85D2-EF8AA25DFA0F}" type="presParOf" srcId="{BDB8A897-31F9-4144-8C1B-1ADCCC37C245}" destId="{D1E417CB-3DEE-41E8-8C64-563DCA5F9A11}" srcOrd="2" destOrd="0" presId="urn:microsoft.com/office/officeart/2018/2/layout/IconVerticalSolidList"/>
    <dgm:cxn modelId="{67140F02-B575-4F4C-899C-3D52956396D9}" type="presParOf" srcId="{BDB8A897-31F9-4144-8C1B-1ADCCC37C245}" destId="{49A0B959-19C2-47DA-9062-98A98BD32DA0}" srcOrd="3" destOrd="0" presId="urn:microsoft.com/office/officeart/2018/2/layout/IconVerticalSolidList"/>
    <dgm:cxn modelId="{F6C812C6-77C8-456F-A902-EE474B3B7938}" type="presParOf" srcId="{013B7443-DD52-49BB-8BB4-6B2505BBA8F5}" destId="{B8D2A833-D181-4938-A796-357C7ADCD6BE}" srcOrd="1" destOrd="0" presId="urn:microsoft.com/office/officeart/2018/2/layout/IconVerticalSolidList"/>
    <dgm:cxn modelId="{D21E636E-E874-4D09-8A73-6FAEE681247F}" type="presParOf" srcId="{013B7443-DD52-49BB-8BB4-6B2505BBA8F5}" destId="{7FB73881-DBAE-4CB2-B5D6-FDD0143CABD9}" srcOrd="2" destOrd="0" presId="urn:microsoft.com/office/officeart/2018/2/layout/IconVerticalSolidList"/>
    <dgm:cxn modelId="{54D436AE-8D31-4688-8D06-541634C45370}" type="presParOf" srcId="{7FB73881-DBAE-4CB2-B5D6-FDD0143CABD9}" destId="{8B8778FB-2489-4717-A48A-E5D95AE91EA0}" srcOrd="0" destOrd="0" presId="urn:microsoft.com/office/officeart/2018/2/layout/IconVerticalSolidList"/>
    <dgm:cxn modelId="{0B133228-2D9A-4D55-B7A0-EDDBE67E3FB0}" type="presParOf" srcId="{7FB73881-DBAE-4CB2-B5D6-FDD0143CABD9}" destId="{97711C9B-F17D-4D64-94FC-AB87C1DCEBCA}" srcOrd="1" destOrd="0" presId="urn:microsoft.com/office/officeart/2018/2/layout/IconVerticalSolidList"/>
    <dgm:cxn modelId="{7C097B38-3609-4443-90F3-983EA4799C75}" type="presParOf" srcId="{7FB73881-DBAE-4CB2-B5D6-FDD0143CABD9}" destId="{897D7386-BB93-4BE8-921C-24CFDFF2E083}" srcOrd="2" destOrd="0" presId="urn:microsoft.com/office/officeart/2018/2/layout/IconVerticalSolidList"/>
    <dgm:cxn modelId="{2402C3AF-3077-46BC-A5B7-FDD71519EDCF}" type="presParOf" srcId="{7FB73881-DBAE-4CB2-B5D6-FDD0143CABD9}" destId="{5F7E15C8-BD66-482B-B01B-AFBD5D299506}" srcOrd="3" destOrd="0" presId="urn:microsoft.com/office/officeart/2018/2/layout/IconVerticalSolidList"/>
    <dgm:cxn modelId="{675E272E-9DDD-4BC5-92AF-2A4B50709752}" type="presParOf" srcId="{013B7443-DD52-49BB-8BB4-6B2505BBA8F5}" destId="{FB222463-4D14-424D-92CD-C0AEF50FB7F6}" srcOrd="3" destOrd="0" presId="urn:microsoft.com/office/officeart/2018/2/layout/IconVerticalSolidList"/>
    <dgm:cxn modelId="{5E9E71C9-C215-4555-B592-245CEFF249A0}" type="presParOf" srcId="{013B7443-DD52-49BB-8BB4-6B2505BBA8F5}" destId="{53B37A27-A690-49E2-AD66-5FCE1545C844}" srcOrd="4" destOrd="0" presId="urn:microsoft.com/office/officeart/2018/2/layout/IconVerticalSolidList"/>
    <dgm:cxn modelId="{67F47066-A188-4EEE-AC87-D856F8AB9695}" type="presParOf" srcId="{53B37A27-A690-49E2-AD66-5FCE1545C844}" destId="{11FCC367-9A10-4C22-9D86-1872B745E3C9}" srcOrd="0" destOrd="0" presId="urn:microsoft.com/office/officeart/2018/2/layout/IconVerticalSolidList"/>
    <dgm:cxn modelId="{8ED93032-DBFD-4C5C-9EEA-12270B887700}" type="presParOf" srcId="{53B37A27-A690-49E2-AD66-5FCE1545C844}" destId="{391B9DD7-0E71-4267-85DD-CCF6D55D9937}" srcOrd="1" destOrd="0" presId="urn:microsoft.com/office/officeart/2018/2/layout/IconVerticalSolidList"/>
    <dgm:cxn modelId="{0E019255-E532-46FF-861A-B9062A39B1B1}" type="presParOf" srcId="{53B37A27-A690-49E2-AD66-5FCE1545C844}" destId="{4F91C712-C842-4C21-9E27-A5B3AD12A6F0}" srcOrd="2" destOrd="0" presId="urn:microsoft.com/office/officeart/2018/2/layout/IconVerticalSolidList"/>
    <dgm:cxn modelId="{A0E8F6F0-415C-4039-8A10-7BAFFDB91757}" type="presParOf" srcId="{53B37A27-A690-49E2-AD66-5FCE1545C844}" destId="{65A5B142-CFEC-437E-A8BA-599262BC2DE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619AD36-1E09-4178-A3D3-E1707D167788}" type="doc">
      <dgm:prSet loTypeId="urn:microsoft.com/office/officeart/2018/5/layout/CenteredIconLabelDescriptionList" loCatId="icon" qsTypeId="urn:microsoft.com/office/officeart/2005/8/quickstyle/simple1#23" qsCatId="simple" csTypeId="urn:microsoft.com/office/officeart/2005/8/colors/accent1_2#20" csCatId="accent1" phldr="1"/>
      <dgm:spPr/>
      <dgm:t>
        <a:bodyPr/>
        <a:lstStyle/>
        <a:p>
          <a:endParaRPr lang="es-CR"/>
        </a:p>
      </dgm:t>
    </dgm:pt>
    <dgm:pt modelId="{E6CBFDB1-7748-4656-85AD-5539F58EF043}">
      <dgm:prSet phldrT="[Texto]" custT="1"/>
      <dgm:spPr/>
      <dgm:t>
        <a:bodyPr/>
        <a:lstStyle/>
        <a:p>
          <a:pPr algn="just">
            <a:lnSpc>
              <a:spcPct val="100000"/>
            </a:lnSpc>
            <a:defRPr b="1"/>
          </a:pPr>
          <a:r>
            <a:rPr lang="es-CR" sz="2000" dirty="0"/>
            <a:t>Informal</a:t>
          </a:r>
        </a:p>
      </dgm:t>
    </dgm:pt>
    <dgm:pt modelId="{BFA4C55D-1C3A-4E1F-A362-E02E442FA5C8}" type="parTrans" cxnId="{829BFE4B-AB5D-48BB-8BF5-9C77DD5D687B}">
      <dgm:prSet/>
      <dgm:spPr/>
      <dgm:t>
        <a:bodyPr/>
        <a:lstStyle/>
        <a:p>
          <a:pPr algn="just"/>
          <a:endParaRPr lang="es-CR" sz="2000"/>
        </a:p>
      </dgm:t>
    </dgm:pt>
    <dgm:pt modelId="{0D3122BE-47C4-4319-B233-80EFCA173B15}" type="sibTrans" cxnId="{829BFE4B-AB5D-48BB-8BF5-9C77DD5D687B}">
      <dgm:prSet/>
      <dgm:spPr/>
      <dgm:t>
        <a:bodyPr/>
        <a:lstStyle/>
        <a:p>
          <a:pPr algn="just"/>
          <a:endParaRPr lang="es-CR" sz="2000"/>
        </a:p>
      </dgm:t>
    </dgm:pt>
    <dgm:pt modelId="{2E562146-35B3-4122-ADE0-9E2D2254B03A}">
      <dgm:prSet custT="1"/>
      <dgm:spPr/>
      <dgm:t>
        <a:bodyPr/>
        <a:lstStyle/>
        <a:p>
          <a:pPr algn="just">
            <a:lnSpc>
              <a:spcPct val="100000"/>
            </a:lnSpc>
          </a:pPr>
          <a:r>
            <a:rPr lang="es-CR" sz="1200"/>
            <a:t>Ejemplo</a:t>
          </a:r>
        </a:p>
      </dgm:t>
    </dgm:pt>
    <dgm:pt modelId="{3FD2A074-F8D5-47D7-9DCD-22AB8F36584B}" type="parTrans" cxnId="{C9B2B012-6A05-42E2-AD17-C79D8488EA15}">
      <dgm:prSet/>
      <dgm:spPr/>
      <dgm:t>
        <a:bodyPr/>
        <a:lstStyle/>
        <a:p>
          <a:pPr algn="just"/>
          <a:endParaRPr lang="es-CR" sz="2000"/>
        </a:p>
      </dgm:t>
    </dgm:pt>
    <dgm:pt modelId="{8BD38093-8062-4D88-A3DE-2DE1BEA1387A}" type="sibTrans" cxnId="{C9B2B012-6A05-42E2-AD17-C79D8488EA15}">
      <dgm:prSet/>
      <dgm:spPr/>
      <dgm:t>
        <a:bodyPr/>
        <a:lstStyle/>
        <a:p>
          <a:pPr algn="just"/>
          <a:endParaRPr lang="es-CR" sz="2000"/>
        </a:p>
      </dgm:t>
    </dgm:pt>
    <dgm:pt modelId="{DC2CA5AD-5958-44C5-9F32-B0AA599E5306}">
      <dgm:prSet custT="1"/>
      <dgm:spPr/>
      <dgm:t>
        <a:bodyPr/>
        <a:lstStyle/>
        <a:p>
          <a:pPr algn="just">
            <a:lnSpc>
              <a:spcPct val="100000"/>
            </a:lnSpc>
            <a:defRPr b="1"/>
          </a:pPr>
          <a:r>
            <a:rPr lang="es-CR" sz="2000"/>
            <a:t>Walkthrough</a:t>
          </a:r>
        </a:p>
      </dgm:t>
    </dgm:pt>
    <dgm:pt modelId="{356B3AB0-4D69-44C4-B221-CA0A7CE2CC1B}" type="parTrans" cxnId="{8A2DC0DB-FF0E-4E3D-AADD-86A57B83F893}">
      <dgm:prSet/>
      <dgm:spPr/>
      <dgm:t>
        <a:bodyPr/>
        <a:lstStyle/>
        <a:p>
          <a:pPr algn="just"/>
          <a:endParaRPr lang="es-CR" sz="2000"/>
        </a:p>
      </dgm:t>
    </dgm:pt>
    <dgm:pt modelId="{3F337596-570A-42BC-90C5-FDA5E78CD5AE}" type="sibTrans" cxnId="{8A2DC0DB-FF0E-4E3D-AADD-86A57B83F893}">
      <dgm:prSet/>
      <dgm:spPr/>
      <dgm:t>
        <a:bodyPr/>
        <a:lstStyle/>
        <a:p>
          <a:pPr algn="just"/>
          <a:endParaRPr lang="es-CR" sz="2000"/>
        </a:p>
      </dgm:t>
    </dgm:pt>
    <dgm:pt modelId="{1D8886C5-7D05-4090-A102-D370EF98ED95}">
      <dgm:prSet custT="1"/>
      <dgm:spPr/>
      <dgm:t>
        <a:bodyPr/>
        <a:lstStyle/>
        <a:p>
          <a:pPr algn="just">
            <a:lnSpc>
              <a:spcPct val="100000"/>
            </a:lnSpc>
          </a:pPr>
          <a:r>
            <a:rPr lang="es-CR" sz="1200" dirty="0"/>
            <a:t>El autor del documento bajo revisión va guiando al resto de participantes a través del documento exponiendo sus ideas para conseguir un entendimiento común y recoger respuestas.</a:t>
          </a:r>
        </a:p>
      </dgm:t>
    </dgm:pt>
    <dgm:pt modelId="{C4443A1B-5CC9-419A-BD5E-E0E9272A6CDF}" type="parTrans" cxnId="{9F4E21DA-07E3-430C-9099-091776145C44}">
      <dgm:prSet/>
      <dgm:spPr/>
      <dgm:t>
        <a:bodyPr/>
        <a:lstStyle/>
        <a:p>
          <a:pPr algn="just"/>
          <a:endParaRPr lang="es-CR" sz="2000"/>
        </a:p>
      </dgm:t>
    </dgm:pt>
    <dgm:pt modelId="{470AF4DB-53BC-4A77-9FB6-0811364D2B60}" type="sibTrans" cxnId="{9F4E21DA-07E3-430C-9099-091776145C44}">
      <dgm:prSet/>
      <dgm:spPr/>
      <dgm:t>
        <a:bodyPr/>
        <a:lstStyle/>
        <a:p>
          <a:pPr algn="just"/>
          <a:endParaRPr lang="es-CR" sz="2000"/>
        </a:p>
      </dgm:t>
    </dgm:pt>
    <dgm:pt modelId="{465D20CD-E12D-4944-BD7C-DF3C4E02012D}">
      <dgm:prSet custT="1"/>
      <dgm:spPr/>
      <dgm:t>
        <a:bodyPr/>
        <a:lstStyle/>
        <a:p>
          <a:pPr algn="just">
            <a:lnSpc>
              <a:spcPct val="100000"/>
            </a:lnSpc>
            <a:defRPr b="1"/>
          </a:pPr>
          <a:r>
            <a:rPr lang="es-CR" sz="2000"/>
            <a:t>Revisión técnica</a:t>
          </a:r>
        </a:p>
      </dgm:t>
    </dgm:pt>
    <dgm:pt modelId="{1E28C0D3-220E-4937-A106-EEBD3C59AC36}" type="parTrans" cxnId="{D12EDC57-D527-4BF1-9CAD-517E666FD064}">
      <dgm:prSet/>
      <dgm:spPr/>
      <dgm:t>
        <a:bodyPr/>
        <a:lstStyle/>
        <a:p>
          <a:pPr algn="just"/>
          <a:endParaRPr lang="es-CR" sz="2000"/>
        </a:p>
      </dgm:t>
    </dgm:pt>
    <dgm:pt modelId="{98FA21A8-717B-490B-AA30-C6241F6D59F2}" type="sibTrans" cxnId="{D12EDC57-D527-4BF1-9CAD-517E666FD064}">
      <dgm:prSet/>
      <dgm:spPr/>
      <dgm:t>
        <a:bodyPr/>
        <a:lstStyle/>
        <a:p>
          <a:pPr algn="just"/>
          <a:endParaRPr lang="es-CR" sz="2000"/>
        </a:p>
      </dgm:t>
    </dgm:pt>
    <dgm:pt modelId="{764ED02C-432B-463E-B5E7-0DB13408D8F3}">
      <dgm:prSet custT="1"/>
      <dgm:spPr/>
      <dgm:t>
        <a:bodyPr/>
        <a:lstStyle/>
        <a:p>
          <a:pPr algn="just">
            <a:lnSpc>
              <a:spcPct val="100000"/>
            </a:lnSpc>
          </a:pPr>
          <a:r>
            <a:rPr lang="es-CR" sz="1200" dirty="0"/>
            <a:t>Es una reunión que se centra en conseguir consenso sobre el contenido técnico de un documento</a:t>
          </a:r>
        </a:p>
      </dgm:t>
    </dgm:pt>
    <dgm:pt modelId="{756CABE9-BC52-485B-B107-135541AE1A19}" type="parTrans" cxnId="{3B4A465D-A688-43D9-AC11-0F62E1F234DA}">
      <dgm:prSet/>
      <dgm:spPr/>
      <dgm:t>
        <a:bodyPr/>
        <a:lstStyle/>
        <a:p>
          <a:pPr algn="just"/>
          <a:endParaRPr lang="es-CR" sz="2000"/>
        </a:p>
      </dgm:t>
    </dgm:pt>
    <dgm:pt modelId="{F1C79ED5-7795-40F9-8ABE-84F23D85161D}" type="sibTrans" cxnId="{3B4A465D-A688-43D9-AC11-0F62E1F234DA}">
      <dgm:prSet/>
      <dgm:spPr/>
      <dgm:t>
        <a:bodyPr/>
        <a:lstStyle/>
        <a:p>
          <a:pPr algn="just"/>
          <a:endParaRPr lang="es-CR" sz="2000"/>
        </a:p>
      </dgm:t>
    </dgm:pt>
    <dgm:pt modelId="{11EAD39F-D0C3-4593-AF89-6298E6B4F1DE}">
      <dgm:prSet custT="1"/>
      <dgm:spPr/>
      <dgm:t>
        <a:bodyPr/>
        <a:lstStyle/>
        <a:p>
          <a:pPr algn="just">
            <a:lnSpc>
              <a:spcPct val="100000"/>
            </a:lnSpc>
            <a:defRPr b="1"/>
          </a:pPr>
          <a:r>
            <a:rPr lang="es-CR" sz="2000" dirty="0"/>
            <a:t>Inspección</a:t>
          </a:r>
        </a:p>
      </dgm:t>
    </dgm:pt>
    <dgm:pt modelId="{73B40B36-9430-4E1F-8D76-977F0AB21023}" type="parTrans" cxnId="{DC2F2F76-C026-443F-B42D-09F897E853C2}">
      <dgm:prSet/>
      <dgm:spPr/>
      <dgm:t>
        <a:bodyPr/>
        <a:lstStyle/>
        <a:p>
          <a:pPr algn="just"/>
          <a:endParaRPr lang="es-CR" sz="2000"/>
        </a:p>
      </dgm:t>
    </dgm:pt>
    <dgm:pt modelId="{C83DF889-BD45-44F9-9BB5-15940930813F}" type="sibTrans" cxnId="{DC2F2F76-C026-443F-B42D-09F897E853C2}">
      <dgm:prSet/>
      <dgm:spPr/>
      <dgm:t>
        <a:bodyPr/>
        <a:lstStyle/>
        <a:p>
          <a:pPr algn="just"/>
          <a:endParaRPr lang="es-CR" sz="2000"/>
        </a:p>
      </dgm:t>
    </dgm:pt>
    <dgm:pt modelId="{A1AF6F1B-2E23-45E0-B362-A039504C8B88}">
      <dgm:prSet custT="1"/>
      <dgm:spPr/>
      <dgm:t>
        <a:bodyPr/>
        <a:lstStyle/>
        <a:p>
          <a:pPr algn="just">
            <a:lnSpc>
              <a:spcPct val="100000"/>
            </a:lnSpc>
          </a:pPr>
          <a:r>
            <a:rPr lang="es-CR" sz="1200" dirty="0"/>
            <a:t>Es el tipo de revisión más formal. </a:t>
          </a:r>
        </a:p>
      </dgm:t>
    </dgm:pt>
    <dgm:pt modelId="{A1C49804-DC5F-42D2-AB4E-7790A208191E}" type="parTrans" cxnId="{E5536DAE-FD60-4333-887F-EAAEF169F456}">
      <dgm:prSet/>
      <dgm:spPr/>
      <dgm:t>
        <a:bodyPr/>
        <a:lstStyle/>
        <a:p>
          <a:pPr algn="just"/>
          <a:endParaRPr lang="es-CR" sz="2000"/>
        </a:p>
      </dgm:t>
    </dgm:pt>
    <dgm:pt modelId="{6434AAB9-530E-46B8-8782-3869E85F5779}" type="sibTrans" cxnId="{E5536DAE-FD60-4333-887F-EAAEF169F456}">
      <dgm:prSet/>
      <dgm:spPr/>
      <dgm:t>
        <a:bodyPr/>
        <a:lstStyle/>
        <a:p>
          <a:pPr algn="just"/>
          <a:endParaRPr lang="es-CR" sz="2000"/>
        </a:p>
      </dgm:t>
    </dgm:pt>
    <dgm:pt modelId="{D413B176-EE94-4034-8913-F09A6C5B6584}">
      <dgm:prSet custT="1"/>
      <dgm:spPr/>
      <dgm:t>
        <a:bodyPr/>
        <a:lstStyle/>
        <a:p>
          <a:pPr algn="just"/>
          <a:r>
            <a:rPr lang="es-CR" sz="1200" dirty="0"/>
            <a:t>Dar un borrador de un documento a un colega para que lo lea</a:t>
          </a:r>
        </a:p>
      </dgm:t>
    </dgm:pt>
    <dgm:pt modelId="{18CDF53B-A3EB-4C48-B6BD-148812FBB37F}" type="parTrans" cxnId="{2C4668C9-A934-44DE-B08F-582E149D0550}">
      <dgm:prSet/>
      <dgm:spPr/>
      <dgm:t>
        <a:bodyPr/>
        <a:lstStyle/>
        <a:p>
          <a:pPr algn="just"/>
          <a:endParaRPr lang="es-CR" sz="1600"/>
        </a:p>
      </dgm:t>
    </dgm:pt>
    <dgm:pt modelId="{4FEC8A39-C5D9-49DE-80A7-D37A8DE107D2}" type="sibTrans" cxnId="{2C4668C9-A934-44DE-B08F-582E149D0550}">
      <dgm:prSet/>
      <dgm:spPr/>
      <dgm:t>
        <a:bodyPr/>
        <a:lstStyle/>
        <a:p>
          <a:pPr algn="just"/>
          <a:endParaRPr lang="es-CR" sz="1600"/>
        </a:p>
      </dgm:t>
    </dgm:pt>
    <dgm:pt modelId="{0B2B63BD-AB53-45C4-9A9E-9D92B4531628}">
      <dgm:prSet custT="1"/>
      <dgm:spPr/>
      <dgm:t>
        <a:bodyPr/>
        <a:lstStyle/>
        <a:p>
          <a:pPr algn="just">
            <a:lnSpc>
              <a:spcPct val="100000"/>
            </a:lnSpc>
          </a:pPr>
          <a:r>
            <a:rPr lang="es-CR" sz="1200" dirty="0"/>
            <a:t>También, es habitual tomar métricas que posteriormente son agrupadas y analizadas para optimizar el proceso</a:t>
          </a:r>
        </a:p>
      </dgm:t>
    </dgm:pt>
    <dgm:pt modelId="{B70F805C-AA4A-480D-A152-508107D42558}" type="parTrans" cxnId="{1CCD3A86-BFFA-40D4-9761-762B50CC5DAD}">
      <dgm:prSet/>
      <dgm:spPr/>
      <dgm:t>
        <a:bodyPr/>
        <a:lstStyle/>
        <a:p>
          <a:pPr algn="just"/>
          <a:endParaRPr lang="es-CR" sz="1600"/>
        </a:p>
      </dgm:t>
    </dgm:pt>
    <dgm:pt modelId="{753DF77E-7A8B-4852-B19D-9D16311D89BF}" type="sibTrans" cxnId="{1CCD3A86-BFFA-40D4-9761-762B50CC5DAD}">
      <dgm:prSet/>
      <dgm:spPr/>
      <dgm:t>
        <a:bodyPr/>
        <a:lstStyle/>
        <a:p>
          <a:pPr algn="just"/>
          <a:endParaRPr lang="es-CR" sz="1600"/>
        </a:p>
      </dgm:t>
    </dgm:pt>
    <dgm:pt modelId="{80654AEB-AE55-4152-B278-4A7F779D5E36}">
      <dgm:prSet custT="1"/>
      <dgm:spPr/>
      <dgm:t>
        <a:bodyPr/>
        <a:lstStyle/>
        <a:p>
          <a:pPr algn="just">
            <a:lnSpc>
              <a:spcPct val="100000"/>
            </a:lnSpc>
          </a:pPr>
          <a:r>
            <a:rPr lang="es-CR" sz="1200" dirty="0"/>
            <a:t>Los defectos encontrados son documentados en una lista de registro</a:t>
          </a:r>
        </a:p>
      </dgm:t>
    </dgm:pt>
    <dgm:pt modelId="{B6B3D16C-16C1-40E0-BCDA-231BFBB9EB13}" type="parTrans" cxnId="{A9DC82B5-AAA7-4012-A86D-25CB354EA182}">
      <dgm:prSet/>
      <dgm:spPr/>
      <dgm:t>
        <a:bodyPr/>
        <a:lstStyle/>
        <a:p>
          <a:pPr algn="just"/>
          <a:endParaRPr lang="es-CR" sz="1600"/>
        </a:p>
      </dgm:t>
    </dgm:pt>
    <dgm:pt modelId="{64E6BCB5-3D3A-4B7B-935D-C6D7ACA28EDD}" type="sibTrans" cxnId="{A9DC82B5-AAA7-4012-A86D-25CB354EA182}">
      <dgm:prSet/>
      <dgm:spPr/>
      <dgm:t>
        <a:bodyPr/>
        <a:lstStyle/>
        <a:p>
          <a:pPr algn="just"/>
          <a:endParaRPr lang="es-CR" sz="1600"/>
        </a:p>
      </dgm:t>
    </dgm:pt>
    <dgm:pt modelId="{54EF6574-7045-4F67-A7BE-848F7A1EF17D}">
      <dgm:prSet custT="1"/>
      <dgm:spPr/>
      <dgm:t>
        <a:bodyPr/>
        <a:lstStyle/>
        <a:p>
          <a:pPr algn="just">
            <a:lnSpc>
              <a:spcPct val="100000"/>
            </a:lnSpc>
          </a:pPr>
          <a:r>
            <a:rPr lang="es-CR" sz="1200" dirty="0"/>
            <a:t>El documento bajo inspección es preparado y validado minuciosamente por revisores antes de la reunión, se compara el producto con sus fuentes y otros documentos, y se usan listas de comprobación. </a:t>
          </a:r>
        </a:p>
        <a:p>
          <a:pPr algn="just">
            <a:lnSpc>
              <a:spcPct val="100000"/>
            </a:lnSpc>
          </a:pPr>
          <a:r>
            <a:rPr lang="es-CR" sz="1200" dirty="0"/>
            <a:t>La inspección es dirigida normalmente por un moderador formado, no por el propio autor del documento</a:t>
          </a:r>
        </a:p>
      </dgm:t>
    </dgm:pt>
    <dgm:pt modelId="{BC8B1B19-09CA-42DB-87DA-3EAD90CE9953}" type="parTrans" cxnId="{B8F29B8E-95BA-4AF7-9548-D653032A87B6}">
      <dgm:prSet/>
      <dgm:spPr/>
      <dgm:t>
        <a:bodyPr/>
        <a:lstStyle/>
        <a:p>
          <a:pPr algn="just"/>
          <a:endParaRPr lang="es-CR" sz="1600"/>
        </a:p>
      </dgm:t>
    </dgm:pt>
    <dgm:pt modelId="{00BD20EB-42C0-49B6-B673-306583A0C494}" type="sibTrans" cxnId="{B8F29B8E-95BA-4AF7-9548-D653032A87B6}">
      <dgm:prSet/>
      <dgm:spPr/>
      <dgm:t>
        <a:bodyPr/>
        <a:lstStyle/>
        <a:p>
          <a:pPr algn="just"/>
          <a:endParaRPr lang="es-CR" sz="1600"/>
        </a:p>
      </dgm:t>
    </dgm:pt>
    <dgm:pt modelId="{CC70681D-1582-41DE-9E61-53B16FE44DA7}">
      <dgm:prSet custT="1"/>
      <dgm:spPr/>
      <dgm:t>
        <a:bodyPr/>
        <a:lstStyle/>
        <a:p>
          <a:pPr algn="just">
            <a:lnSpc>
              <a:spcPct val="100000"/>
            </a:lnSpc>
          </a:pPr>
          <a:r>
            <a:rPr lang="es-CR" sz="1200"/>
            <a:t>Es especialmente útil si los asistentes no están relacionados con el software</a:t>
          </a:r>
        </a:p>
      </dgm:t>
    </dgm:pt>
    <dgm:pt modelId="{BE594289-9A3E-40F1-957B-CB22CDC72202}" type="parTrans" cxnId="{5CF811D0-9B6B-48AA-8953-5A5695130BD4}">
      <dgm:prSet/>
      <dgm:spPr/>
      <dgm:t>
        <a:bodyPr/>
        <a:lstStyle/>
        <a:p>
          <a:pPr algn="just"/>
          <a:endParaRPr lang="es-CR" sz="1600"/>
        </a:p>
      </dgm:t>
    </dgm:pt>
    <dgm:pt modelId="{5018FBA5-080D-47B5-AACF-B49EB620C595}" type="sibTrans" cxnId="{5CF811D0-9B6B-48AA-8953-5A5695130BD4}">
      <dgm:prSet/>
      <dgm:spPr/>
      <dgm:t>
        <a:bodyPr/>
        <a:lstStyle/>
        <a:p>
          <a:pPr algn="just"/>
          <a:endParaRPr lang="es-CR" sz="1600"/>
        </a:p>
      </dgm:t>
    </dgm:pt>
    <dgm:pt modelId="{F3509A2A-CE2E-46BE-BC66-989CA9B83E85}">
      <dgm:prSet custT="1"/>
      <dgm:spPr/>
      <dgm:t>
        <a:bodyPr/>
        <a:lstStyle/>
        <a:p>
          <a:pPr algn="just">
            <a:lnSpc>
              <a:spcPct val="100000"/>
            </a:lnSpc>
          </a:pPr>
          <a:r>
            <a:rPr lang="es-CR" sz="1200" dirty="0"/>
            <a:t>El objetivo principal es evaluar el valor de conceptos técnicos y alternativas del entorno del proyecto y del propio producto. </a:t>
          </a:r>
        </a:p>
      </dgm:t>
    </dgm:pt>
    <dgm:pt modelId="{3A70332C-C0E4-4667-87F5-9F40C8174610}" type="parTrans" cxnId="{38C1DE1E-ECC6-4AF2-92B3-E61DC8BD37EB}">
      <dgm:prSet/>
      <dgm:spPr/>
      <dgm:t>
        <a:bodyPr/>
        <a:lstStyle/>
        <a:p>
          <a:pPr algn="just"/>
          <a:endParaRPr lang="es-CR" sz="1600"/>
        </a:p>
      </dgm:t>
    </dgm:pt>
    <dgm:pt modelId="{884DE66B-9C46-4C91-9F43-274E31A3EACF}" type="sibTrans" cxnId="{38C1DE1E-ECC6-4AF2-92B3-E61DC8BD37EB}">
      <dgm:prSet/>
      <dgm:spPr/>
      <dgm:t>
        <a:bodyPr/>
        <a:lstStyle/>
        <a:p>
          <a:pPr algn="just"/>
          <a:endParaRPr lang="es-CR" sz="1600"/>
        </a:p>
      </dgm:t>
    </dgm:pt>
    <dgm:pt modelId="{CF2FA699-5758-4561-AD26-57161791A1A0}">
      <dgm:prSet custT="1"/>
      <dgm:spPr/>
      <dgm:t>
        <a:bodyPr/>
        <a:lstStyle/>
        <a:p>
          <a:pPr algn="just">
            <a:lnSpc>
              <a:spcPct val="100000"/>
            </a:lnSpc>
          </a:pPr>
          <a:r>
            <a:rPr lang="es-CR" sz="1200"/>
            <a:t>Este tipo de revisión a menudo se lleva a cabo por “pares” (peer reviews) y para facilitar su ejecución suelen utilizarse listas de comprobación o listas de registro.</a:t>
          </a:r>
        </a:p>
      </dgm:t>
    </dgm:pt>
    <dgm:pt modelId="{87246FF3-D33B-434F-96D4-F87C454FCC70}" type="parTrans" cxnId="{3B448063-B33D-4615-814A-63A8A34AD2B8}">
      <dgm:prSet/>
      <dgm:spPr/>
      <dgm:t>
        <a:bodyPr/>
        <a:lstStyle/>
        <a:p>
          <a:pPr algn="just"/>
          <a:endParaRPr lang="es-CR" sz="1600"/>
        </a:p>
      </dgm:t>
    </dgm:pt>
    <dgm:pt modelId="{365FDD8F-C872-438F-BF3D-8A2BC895F188}" type="sibTrans" cxnId="{3B448063-B33D-4615-814A-63A8A34AD2B8}">
      <dgm:prSet/>
      <dgm:spPr/>
      <dgm:t>
        <a:bodyPr/>
        <a:lstStyle/>
        <a:p>
          <a:pPr algn="just"/>
          <a:endParaRPr lang="es-CR" sz="1600"/>
        </a:p>
      </dgm:t>
    </dgm:pt>
    <dgm:pt modelId="{95102FE2-037B-42EB-88D5-D779A2A8D165}" type="pres">
      <dgm:prSet presAssocID="{9619AD36-1E09-4178-A3D3-E1707D167788}" presName="root" presStyleCnt="0">
        <dgm:presLayoutVars>
          <dgm:dir/>
          <dgm:resizeHandles val="exact"/>
        </dgm:presLayoutVars>
      </dgm:prSet>
      <dgm:spPr/>
    </dgm:pt>
    <dgm:pt modelId="{5614CA88-8354-46A8-BA83-EA8C7179C003}" type="pres">
      <dgm:prSet presAssocID="{E6CBFDB1-7748-4656-85AD-5539F58EF043}" presName="compNode" presStyleCnt="0"/>
      <dgm:spPr/>
    </dgm:pt>
    <dgm:pt modelId="{25ABE8A1-A1FF-443A-8E71-370BE2430FB4}" type="pres">
      <dgm:prSet presAssocID="{E6CBFDB1-7748-4656-85AD-5539F58EF043}"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Lápiz"/>
        </a:ext>
      </dgm:extLst>
    </dgm:pt>
    <dgm:pt modelId="{7E78ABC5-5AE7-4C9D-9BAA-0E1146AA9589}" type="pres">
      <dgm:prSet presAssocID="{E6CBFDB1-7748-4656-85AD-5539F58EF043}" presName="iconSpace" presStyleCnt="0"/>
      <dgm:spPr/>
    </dgm:pt>
    <dgm:pt modelId="{D33356C2-62A6-49A3-905A-8AC603C3D8C5}" type="pres">
      <dgm:prSet presAssocID="{E6CBFDB1-7748-4656-85AD-5539F58EF043}" presName="parTx" presStyleLbl="revTx" presStyleIdx="0" presStyleCnt="8">
        <dgm:presLayoutVars>
          <dgm:chMax val="0"/>
          <dgm:chPref val="0"/>
        </dgm:presLayoutVars>
      </dgm:prSet>
      <dgm:spPr/>
    </dgm:pt>
    <dgm:pt modelId="{E8F7D076-E3E0-488A-A3F0-48DD19444517}" type="pres">
      <dgm:prSet presAssocID="{E6CBFDB1-7748-4656-85AD-5539F58EF043}" presName="txSpace" presStyleCnt="0"/>
      <dgm:spPr/>
    </dgm:pt>
    <dgm:pt modelId="{E3FAD7BD-FFC3-4905-878B-6934ED86897E}" type="pres">
      <dgm:prSet presAssocID="{E6CBFDB1-7748-4656-85AD-5539F58EF043}" presName="desTx" presStyleLbl="revTx" presStyleIdx="1" presStyleCnt="8">
        <dgm:presLayoutVars/>
      </dgm:prSet>
      <dgm:spPr/>
    </dgm:pt>
    <dgm:pt modelId="{87C06D20-0519-459D-B5A0-1DC00EAC586B}" type="pres">
      <dgm:prSet presAssocID="{0D3122BE-47C4-4319-B233-80EFCA173B15}" presName="sibTrans" presStyleCnt="0"/>
      <dgm:spPr/>
    </dgm:pt>
    <dgm:pt modelId="{A4BB71AD-39A3-4F00-846C-A6F6367DC005}" type="pres">
      <dgm:prSet presAssocID="{DC2CA5AD-5958-44C5-9F32-B0AA599E5306}" presName="compNode" presStyleCnt="0"/>
      <dgm:spPr/>
    </dgm:pt>
    <dgm:pt modelId="{5E4AE6FF-D73E-4EC7-B323-43C84728296C}" type="pres">
      <dgm:prSet presAssocID="{DC2CA5AD-5958-44C5-9F32-B0AA599E5306}"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ca de verificación"/>
        </a:ext>
      </dgm:extLst>
    </dgm:pt>
    <dgm:pt modelId="{2B9E626B-964A-46B8-BAB2-B35990E6CCD7}" type="pres">
      <dgm:prSet presAssocID="{DC2CA5AD-5958-44C5-9F32-B0AA599E5306}" presName="iconSpace" presStyleCnt="0"/>
      <dgm:spPr/>
    </dgm:pt>
    <dgm:pt modelId="{8E967A1D-C312-4842-9510-FB0F1BC33C9C}" type="pres">
      <dgm:prSet presAssocID="{DC2CA5AD-5958-44C5-9F32-B0AA599E5306}" presName="parTx" presStyleLbl="revTx" presStyleIdx="2" presStyleCnt="8">
        <dgm:presLayoutVars>
          <dgm:chMax val="0"/>
          <dgm:chPref val="0"/>
        </dgm:presLayoutVars>
      </dgm:prSet>
      <dgm:spPr/>
    </dgm:pt>
    <dgm:pt modelId="{2096C90F-2F98-436F-B11A-24DC5D368DDA}" type="pres">
      <dgm:prSet presAssocID="{DC2CA5AD-5958-44C5-9F32-B0AA599E5306}" presName="txSpace" presStyleCnt="0"/>
      <dgm:spPr/>
    </dgm:pt>
    <dgm:pt modelId="{F8CA6E66-464F-4D67-8F3A-A69F11BFDA07}" type="pres">
      <dgm:prSet presAssocID="{DC2CA5AD-5958-44C5-9F32-B0AA599E5306}" presName="desTx" presStyleLbl="revTx" presStyleIdx="3" presStyleCnt="8">
        <dgm:presLayoutVars/>
      </dgm:prSet>
      <dgm:spPr/>
    </dgm:pt>
    <dgm:pt modelId="{5528883D-1869-4C23-A339-9369EE5C6BC5}" type="pres">
      <dgm:prSet presAssocID="{3F337596-570A-42BC-90C5-FDA5E78CD5AE}" presName="sibTrans" presStyleCnt="0"/>
      <dgm:spPr/>
    </dgm:pt>
    <dgm:pt modelId="{2FE20088-8B99-4230-8D0C-0284FC777C13}" type="pres">
      <dgm:prSet presAssocID="{465D20CD-E12D-4944-BD7C-DF3C4E02012D}" presName="compNode" presStyleCnt="0"/>
      <dgm:spPr/>
    </dgm:pt>
    <dgm:pt modelId="{43E78081-158A-4015-A920-0BA91E380560}" type="pres">
      <dgm:prSet presAssocID="{465D20CD-E12D-4944-BD7C-DF3C4E02012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esentation with Checklist"/>
        </a:ext>
      </dgm:extLst>
    </dgm:pt>
    <dgm:pt modelId="{49A0A40F-FE57-4C50-B982-19F920DFE581}" type="pres">
      <dgm:prSet presAssocID="{465D20CD-E12D-4944-BD7C-DF3C4E02012D}" presName="iconSpace" presStyleCnt="0"/>
      <dgm:spPr/>
    </dgm:pt>
    <dgm:pt modelId="{A3284AD6-9063-4428-A9C7-A5C5B0FC1EF6}" type="pres">
      <dgm:prSet presAssocID="{465D20CD-E12D-4944-BD7C-DF3C4E02012D}" presName="parTx" presStyleLbl="revTx" presStyleIdx="4" presStyleCnt="8">
        <dgm:presLayoutVars>
          <dgm:chMax val="0"/>
          <dgm:chPref val="0"/>
        </dgm:presLayoutVars>
      </dgm:prSet>
      <dgm:spPr/>
    </dgm:pt>
    <dgm:pt modelId="{DED0A2AA-BEA4-4BE1-9E7D-892ACFF87583}" type="pres">
      <dgm:prSet presAssocID="{465D20CD-E12D-4944-BD7C-DF3C4E02012D}" presName="txSpace" presStyleCnt="0"/>
      <dgm:spPr/>
    </dgm:pt>
    <dgm:pt modelId="{B3BFCFE0-2A26-4AFB-BB04-E76ABB564634}" type="pres">
      <dgm:prSet presAssocID="{465D20CD-E12D-4944-BD7C-DF3C4E02012D}" presName="desTx" presStyleLbl="revTx" presStyleIdx="5" presStyleCnt="8">
        <dgm:presLayoutVars/>
      </dgm:prSet>
      <dgm:spPr/>
    </dgm:pt>
    <dgm:pt modelId="{BFE85C12-E775-46FC-90CB-5953163D77D1}" type="pres">
      <dgm:prSet presAssocID="{98FA21A8-717B-490B-AA30-C6241F6D59F2}" presName="sibTrans" presStyleCnt="0"/>
      <dgm:spPr/>
    </dgm:pt>
    <dgm:pt modelId="{60A18524-9EF3-4863-A936-87EBC3D8DB2E}" type="pres">
      <dgm:prSet presAssocID="{11EAD39F-D0C3-4593-AF89-6298E6B4F1DE}" presName="compNode" presStyleCnt="0"/>
      <dgm:spPr/>
    </dgm:pt>
    <dgm:pt modelId="{16821C88-EEF9-401D-8FE0-855A532BC041}" type="pres">
      <dgm:prSet presAssocID="{11EAD39F-D0C3-4593-AF89-6298E6B4F1D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ss clef"/>
        </a:ext>
      </dgm:extLst>
    </dgm:pt>
    <dgm:pt modelId="{E2A700F0-A8BC-4A92-BB5B-5F77B22D929B}" type="pres">
      <dgm:prSet presAssocID="{11EAD39F-D0C3-4593-AF89-6298E6B4F1DE}" presName="iconSpace" presStyleCnt="0"/>
      <dgm:spPr/>
    </dgm:pt>
    <dgm:pt modelId="{FF5FC070-9B32-48E8-A29C-7601DF971F36}" type="pres">
      <dgm:prSet presAssocID="{11EAD39F-D0C3-4593-AF89-6298E6B4F1DE}" presName="parTx" presStyleLbl="revTx" presStyleIdx="6" presStyleCnt="8">
        <dgm:presLayoutVars>
          <dgm:chMax val="0"/>
          <dgm:chPref val="0"/>
        </dgm:presLayoutVars>
      </dgm:prSet>
      <dgm:spPr/>
    </dgm:pt>
    <dgm:pt modelId="{177C8C15-0B47-448D-9238-BC2DC502DC3A}" type="pres">
      <dgm:prSet presAssocID="{11EAD39F-D0C3-4593-AF89-6298E6B4F1DE}" presName="txSpace" presStyleCnt="0"/>
      <dgm:spPr/>
    </dgm:pt>
    <dgm:pt modelId="{62071562-129B-4D4A-8C17-BF746AEDC2FE}" type="pres">
      <dgm:prSet presAssocID="{11EAD39F-D0C3-4593-AF89-6298E6B4F1DE}" presName="desTx" presStyleLbl="revTx" presStyleIdx="7" presStyleCnt="8">
        <dgm:presLayoutVars/>
      </dgm:prSet>
      <dgm:spPr/>
    </dgm:pt>
  </dgm:ptLst>
  <dgm:cxnLst>
    <dgm:cxn modelId="{8F20B905-2895-4FF8-B704-687250B0D04D}" type="presOf" srcId="{2E562146-35B3-4122-ADE0-9E2D2254B03A}" destId="{E3FAD7BD-FFC3-4905-878B-6934ED86897E}" srcOrd="0" destOrd="0" presId="urn:microsoft.com/office/officeart/2018/5/layout/CenteredIconLabelDescriptionList"/>
    <dgm:cxn modelId="{34577F0F-6611-4A47-A14E-2E947836CA0C}" type="presOf" srcId="{80654AEB-AE55-4152-B278-4A7F779D5E36}" destId="{62071562-129B-4D4A-8C17-BF746AEDC2FE}" srcOrd="0" destOrd="2" presId="urn:microsoft.com/office/officeart/2018/5/layout/CenteredIconLabelDescriptionList"/>
    <dgm:cxn modelId="{C9B2B012-6A05-42E2-AD17-C79D8488EA15}" srcId="{E6CBFDB1-7748-4656-85AD-5539F58EF043}" destId="{2E562146-35B3-4122-ADE0-9E2D2254B03A}" srcOrd="0" destOrd="0" parTransId="{3FD2A074-F8D5-47D7-9DCD-22AB8F36584B}" sibTransId="{8BD38093-8062-4D88-A3DE-2DE1BEA1387A}"/>
    <dgm:cxn modelId="{A0744813-A569-4BFB-8E0C-0660553AD60B}" type="presOf" srcId="{11EAD39F-D0C3-4593-AF89-6298E6B4F1DE}" destId="{FF5FC070-9B32-48E8-A29C-7601DF971F36}" srcOrd="0" destOrd="0" presId="urn:microsoft.com/office/officeart/2018/5/layout/CenteredIconLabelDescriptionList"/>
    <dgm:cxn modelId="{2883A914-CF1A-41DE-A28E-1E42076520C6}" type="presOf" srcId="{764ED02C-432B-463E-B5E7-0DB13408D8F3}" destId="{B3BFCFE0-2A26-4AFB-BB04-E76ABB564634}" srcOrd="0" destOrd="0" presId="urn:microsoft.com/office/officeart/2018/5/layout/CenteredIconLabelDescriptionList"/>
    <dgm:cxn modelId="{4AA6431C-B87B-4512-A007-7E3847A2A80F}" type="presOf" srcId="{9619AD36-1E09-4178-A3D3-E1707D167788}" destId="{95102FE2-037B-42EB-88D5-D779A2A8D165}" srcOrd="0" destOrd="0" presId="urn:microsoft.com/office/officeart/2018/5/layout/CenteredIconLabelDescriptionList"/>
    <dgm:cxn modelId="{38C1DE1E-ECC6-4AF2-92B3-E61DC8BD37EB}" srcId="{465D20CD-E12D-4944-BD7C-DF3C4E02012D}" destId="{F3509A2A-CE2E-46BE-BC66-989CA9B83E85}" srcOrd="1" destOrd="0" parTransId="{3A70332C-C0E4-4667-87F5-9F40C8174610}" sibTransId="{884DE66B-9C46-4C91-9F43-274E31A3EACF}"/>
    <dgm:cxn modelId="{9433B729-3431-4745-9E35-6C1A2822CE79}" type="presOf" srcId="{DC2CA5AD-5958-44C5-9F32-B0AA599E5306}" destId="{8E967A1D-C312-4842-9510-FB0F1BC33C9C}" srcOrd="0" destOrd="0" presId="urn:microsoft.com/office/officeart/2018/5/layout/CenteredIconLabelDescriptionList"/>
    <dgm:cxn modelId="{4EF26735-0EE8-45BE-BFDF-96955836FF1E}" type="presOf" srcId="{A1AF6F1B-2E23-45E0-B362-A039504C8B88}" destId="{62071562-129B-4D4A-8C17-BF746AEDC2FE}" srcOrd="0" destOrd="0" presId="urn:microsoft.com/office/officeart/2018/5/layout/CenteredIconLabelDescriptionList"/>
    <dgm:cxn modelId="{1FF82337-9830-4ED4-AA79-0E0038B0F286}" type="presOf" srcId="{465D20CD-E12D-4944-BD7C-DF3C4E02012D}" destId="{A3284AD6-9063-4428-A9C7-A5C5B0FC1EF6}" srcOrd="0" destOrd="0" presId="urn:microsoft.com/office/officeart/2018/5/layout/CenteredIconLabelDescriptionList"/>
    <dgm:cxn modelId="{3EEF4640-128C-4E74-8226-F16F1A79792B}" type="presOf" srcId="{CC70681D-1582-41DE-9E61-53B16FE44DA7}" destId="{F8CA6E66-464F-4D67-8F3A-A69F11BFDA07}" srcOrd="0" destOrd="1" presId="urn:microsoft.com/office/officeart/2018/5/layout/CenteredIconLabelDescriptionList"/>
    <dgm:cxn modelId="{3B4A465D-A688-43D9-AC11-0F62E1F234DA}" srcId="{465D20CD-E12D-4944-BD7C-DF3C4E02012D}" destId="{764ED02C-432B-463E-B5E7-0DB13408D8F3}" srcOrd="0" destOrd="0" parTransId="{756CABE9-BC52-485B-B107-135541AE1A19}" sibTransId="{F1C79ED5-7795-40F9-8ABE-84F23D85161D}"/>
    <dgm:cxn modelId="{3B448063-B33D-4615-814A-63A8A34AD2B8}" srcId="{465D20CD-E12D-4944-BD7C-DF3C4E02012D}" destId="{CF2FA699-5758-4561-AD26-57161791A1A0}" srcOrd="2" destOrd="0" parTransId="{87246FF3-D33B-434F-96D4-F87C454FCC70}" sibTransId="{365FDD8F-C872-438F-BF3D-8A2BC895F188}"/>
    <dgm:cxn modelId="{829BFE4B-AB5D-48BB-8BF5-9C77DD5D687B}" srcId="{9619AD36-1E09-4178-A3D3-E1707D167788}" destId="{E6CBFDB1-7748-4656-85AD-5539F58EF043}" srcOrd="0" destOrd="0" parTransId="{BFA4C55D-1C3A-4E1F-A362-E02E442FA5C8}" sibTransId="{0D3122BE-47C4-4319-B233-80EFCA173B15}"/>
    <dgm:cxn modelId="{D2F51054-2DED-4FB3-81D8-D2318BC42E46}" type="presOf" srcId="{D413B176-EE94-4034-8913-F09A6C5B6584}" destId="{E3FAD7BD-FFC3-4905-878B-6934ED86897E}" srcOrd="0" destOrd="1" presId="urn:microsoft.com/office/officeart/2018/5/layout/CenteredIconLabelDescriptionList"/>
    <dgm:cxn modelId="{DC2F2F76-C026-443F-B42D-09F897E853C2}" srcId="{9619AD36-1E09-4178-A3D3-E1707D167788}" destId="{11EAD39F-D0C3-4593-AF89-6298E6B4F1DE}" srcOrd="3" destOrd="0" parTransId="{73B40B36-9430-4E1F-8D76-977F0AB21023}" sibTransId="{C83DF889-BD45-44F9-9BB5-15940930813F}"/>
    <dgm:cxn modelId="{D12EDC57-D527-4BF1-9CAD-517E666FD064}" srcId="{9619AD36-1E09-4178-A3D3-E1707D167788}" destId="{465D20CD-E12D-4944-BD7C-DF3C4E02012D}" srcOrd="2" destOrd="0" parTransId="{1E28C0D3-220E-4937-A106-EEBD3C59AC36}" sibTransId="{98FA21A8-717B-490B-AA30-C6241F6D59F2}"/>
    <dgm:cxn modelId="{0DE6BD7D-B6DF-48C6-AD8C-CD8153B54436}" type="presOf" srcId="{E6CBFDB1-7748-4656-85AD-5539F58EF043}" destId="{D33356C2-62A6-49A3-905A-8AC603C3D8C5}" srcOrd="0" destOrd="0" presId="urn:microsoft.com/office/officeart/2018/5/layout/CenteredIconLabelDescriptionList"/>
    <dgm:cxn modelId="{1CCD3A86-BFFA-40D4-9761-762B50CC5DAD}" srcId="{11EAD39F-D0C3-4593-AF89-6298E6B4F1DE}" destId="{0B2B63BD-AB53-45C4-9A9E-9D92B4531628}" srcOrd="3" destOrd="0" parTransId="{B70F805C-AA4A-480D-A152-508107D42558}" sibTransId="{753DF77E-7A8B-4852-B19D-9D16311D89BF}"/>
    <dgm:cxn modelId="{F6A8A688-A2AA-427F-932C-535B96409B2B}" type="presOf" srcId="{1D8886C5-7D05-4090-A102-D370EF98ED95}" destId="{F8CA6E66-464F-4D67-8F3A-A69F11BFDA07}" srcOrd="0" destOrd="0" presId="urn:microsoft.com/office/officeart/2018/5/layout/CenteredIconLabelDescriptionList"/>
    <dgm:cxn modelId="{B8F29B8E-95BA-4AF7-9548-D653032A87B6}" srcId="{11EAD39F-D0C3-4593-AF89-6298E6B4F1DE}" destId="{54EF6574-7045-4F67-A7BE-848F7A1EF17D}" srcOrd="1" destOrd="0" parTransId="{BC8B1B19-09CA-42DB-87DA-3EAD90CE9953}" sibTransId="{00BD20EB-42C0-49B6-B673-306583A0C494}"/>
    <dgm:cxn modelId="{755E6E9C-903D-4DF8-A6C3-1CF5B1FC3184}" type="presOf" srcId="{0B2B63BD-AB53-45C4-9A9E-9D92B4531628}" destId="{62071562-129B-4D4A-8C17-BF746AEDC2FE}" srcOrd="0" destOrd="3" presId="urn:microsoft.com/office/officeart/2018/5/layout/CenteredIconLabelDescriptionList"/>
    <dgm:cxn modelId="{BFEB68A9-6CDB-4A05-A2C9-3576187A6DEF}" type="presOf" srcId="{F3509A2A-CE2E-46BE-BC66-989CA9B83E85}" destId="{B3BFCFE0-2A26-4AFB-BB04-E76ABB564634}" srcOrd="0" destOrd="1" presId="urn:microsoft.com/office/officeart/2018/5/layout/CenteredIconLabelDescriptionList"/>
    <dgm:cxn modelId="{E5536DAE-FD60-4333-887F-EAAEF169F456}" srcId="{11EAD39F-D0C3-4593-AF89-6298E6B4F1DE}" destId="{A1AF6F1B-2E23-45E0-B362-A039504C8B88}" srcOrd="0" destOrd="0" parTransId="{A1C49804-DC5F-42D2-AB4E-7790A208191E}" sibTransId="{6434AAB9-530E-46B8-8782-3869E85F5779}"/>
    <dgm:cxn modelId="{A9DC82B5-AAA7-4012-A86D-25CB354EA182}" srcId="{11EAD39F-D0C3-4593-AF89-6298E6B4F1DE}" destId="{80654AEB-AE55-4152-B278-4A7F779D5E36}" srcOrd="2" destOrd="0" parTransId="{B6B3D16C-16C1-40E0-BCDA-231BFBB9EB13}" sibTransId="{64E6BCB5-3D3A-4B7B-935D-C6D7ACA28EDD}"/>
    <dgm:cxn modelId="{099F24BD-6BFE-4CE5-9C52-18E709F8098A}" type="presOf" srcId="{54EF6574-7045-4F67-A7BE-848F7A1EF17D}" destId="{62071562-129B-4D4A-8C17-BF746AEDC2FE}" srcOrd="0" destOrd="1" presId="urn:microsoft.com/office/officeart/2018/5/layout/CenteredIconLabelDescriptionList"/>
    <dgm:cxn modelId="{187AA5BF-664B-4858-A37B-E5379CFFE489}" type="presOf" srcId="{CF2FA699-5758-4561-AD26-57161791A1A0}" destId="{B3BFCFE0-2A26-4AFB-BB04-E76ABB564634}" srcOrd="0" destOrd="2" presId="urn:microsoft.com/office/officeart/2018/5/layout/CenteredIconLabelDescriptionList"/>
    <dgm:cxn modelId="{2C4668C9-A934-44DE-B08F-582E149D0550}" srcId="{2E562146-35B3-4122-ADE0-9E2D2254B03A}" destId="{D413B176-EE94-4034-8913-F09A6C5B6584}" srcOrd="0" destOrd="0" parTransId="{18CDF53B-A3EB-4C48-B6BD-148812FBB37F}" sibTransId="{4FEC8A39-C5D9-49DE-80A7-D37A8DE107D2}"/>
    <dgm:cxn modelId="{5CF811D0-9B6B-48AA-8953-5A5695130BD4}" srcId="{DC2CA5AD-5958-44C5-9F32-B0AA599E5306}" destId="{CC70681D-1582-41DE-9E61-53B16FE44DA7}" srcOrd="1" destOrd="0" parTransId="{BE594289-9A3E-40F1-957B-CB22CDC72202}" sibTransId="{5018FBA5-080D-47B5-AACF-B49EB620C595}"/>
    <dgm:cxn modelId="{9F4E21DA-07E3-430C-9099-091776145C44}" srcId="{DC2CA5AD-5958-44C5-9F32-B0AA599E5306}" destId="{1D8886C5-7D05-4090-A102-D370EF98ED95}" srcOrd="0" destOrd="0" parTransId="{C4443A1B-5CC9-419A-BD5E-E0E9272A6CDF}" sibTransId="{470AF4DB-53BC-4A77-9FB6-0811364D2B60}"/>
    <dgm:cxn modelId="{8A2DC0DB-FF0E-4E3D-AADD-86A57B83F893}" srcId="{9619AD36-1E09-4178-A3D3-E1707D167788}" destId="{DC2CA5AD-5958-44C5-9F32-B0AA599E5306}" srcOrd="1" destOrd="0" parTransId="{356B3AB0-4D69-44C4-B221-CA0A7CE2CC1B}" sibTransId="{3F337596-570A-42BC-90C5-FDA5E78CD5AE}"/>
    <dgm:cxn modelId="{D29605C4-FE6D-4ACE-B280-315B8D352EF8}" type="presParOf" srcId="{95102FE2-037B-42EB-88D5-D779A2A8D165}" destId="{5614CA88-8354-46A8-BA83-EA8C7179C003}" srcOrd="0" destOrd="0" presId="urn:microsoft.com/office/officeart/2018/5/layout/CenteredIconLabelDescriptionList"/>
    <dgm:cxn modelId="{2A16CA24-FA61-4F51-B5C9-557C9795B1E8}" type="presParOf" srcId="{5614CA88-8354-46A8-BA83-EA8C7179C003}" destId="{25ABE8A1-A1FF-443A-8E71-370BE2430FB4}" srcOrd="0" destOrd="0" presId="urn:microsoft.com/office/officeart/2018/5/layout/CenteredIconLabelDescriptionList"/>
    <dgm:cxn modelId="{5BF6172D-E62C-47E7-9340-12BFBC9EA3C6}" type="presParOf" srcId="{5614CA88-8354-46A8-BA83-EA8C7179C003}" destId="{7E78ABC5-5AE7-4C9D-9BAA-0E1146AA9589}" srcOrd="1" destOrd="0" presId="urn:microsoft.com/office/officeart/2018/5/layout/CenteredIconLabelDescriptionList"/>
    <dgm:cxn modelId="{9B6CFFD1-2AE0-4E9F-B7A3-F1CDCFA84263}" type="presParOf" srcId="{5614CA88-8354-46A8-BA83-EA8C7179C003}" destId="{D33356C2-62A6-49A3-905A-8AC603C3D8C5}" srcOrd="2" destOrd="0" presId="urn:microsoft.com/office/officeart/2018/5/layout/CenteredIconLabelDescriptionList"/>
    <dgm:cxn modelId="{41186239-A9E9-4870-A640-415452594956}" type="presParOf" srcId="{5614CA88-8354-46A8-BA83-EA8C7179C003}" destId="{E8F7D076-E3E0-488A-A3F0-48DD19444517}" srcOrd="3" destOrd="0" presId="urn:microsoft.com/office/officeart/2018/5/layout/CenteredIconLabelDescriptionList"/>
    <dgm:cxn modelId="{BF5ABF91-27C7-42FF-BA88-CC159E63952C}" type="presParOf" srcId="{5614CA88-8354-46A8-BA83-EA8C7179C003}" destId="{E3FAD7BD-FFC3-4905-878B-6934ED86897E}" srcOrd="4" destOrd="0" presId="urn:microsoft.com/office/officeart/2018/5/layout/CenteredIconLabelDescriptionList"/>
    <dgm:cxn modelId="{5FF8FAD1-274C-4E88-885D-C5D2864FB184}" type="presParOf" srcId="{95102FE2-037B-42EB-88D5-D779A2A8D165}" destId="{87C06D20-0519-459D-B5A0-1DC00EAC586B}" srcOrd="1" destOrd="0" presId="urn:microsoft.com/office/officeart/2018/5/layout/CenteredIconLabelDescriptionList"/>
    <dgm:cxn modelId="{987A1002-0F52-4969-B649-4F4D78DC69EB}" type="presParOf" srcId="{95102FE2-037B-42EB-88D5-D779A2A8D165}" destId="{A4BB71AD-39A3-4F00-846C-A6F6367DC005}" srcOrd="2" destOrd="0" presId="urn:microsoft.com/office/officeart/2018/5/layout/CenteredIconLabelDescriptionList"/>
    <dgm:cxn modelId="{5A382C76-7C65-4D74-B3B1-2C0A3A4AAFE2}" type="presParOf" srcId="{A4BB71AD-39A3-4F00-846C-A6F6367DC005}" destId="{5E4AE6FF-D73E-4EC7-B323-43C84728296C}" srcOrd="0" destOrd="0" presId="urn:microsoft.com/office/officeart/2018/5/layout/CenteredIconLabelDescriptionList"/>
    <dgm:cxn modelId="{93466755-9BAC-45B0-976A-32CCD109D323}" type="presParOf" srcId="{A4BB71AD-39A3-4F00-846C-A6F6367DC005}" destId="{2B9E626B-964A-46B8-BAB2-B35990E6CCD7}" srcOrd="1" destOrd="0" presId="urn:microsoft.com/office/officeart/2018/5/layout/CenteredIconLabelDescriptionList"/>
    <dgm:cxn modelId="{5C7C3C8D-6845-40BD-A726-364F2C05B5A1}" type="presParOf" srcId="{A4BB71AD-39A3-4F00-846C-A6F6367DC005}" destId="{8E967A1D-C312-4842-9510-FB0F1BC33C9C}" srcOrd="2" destOrd="0" presId="urn:microsoft.com/office/officeart/2018/5/layout/CenteredIconLabelDescriptionList"/>
    <dgm:cxn modelId="{90B7B414-26EB-42CB-8A1B-B7AD3183D017}" type="presParOf" srcId="{A4BB71AD-39A3-4F00-846C-A6F6367DC005}" destId="{2096C90F-2F98-436F-B11A-24DC5D368DDA}" srcOrd="3" destOrd="0" presId="urn:microsoft.com/office/officeart/2018/5/layout/CenteredIconLabelDescriptionList"/>
    <dgm:cxn modelId="{E757958C-B8AF-492D-8E7A-9C09CAA03A46}" type="presParOf" srcId="{A4BB71AD-39A3-4F00-846C-A6F6367DC005}" destId="{F8CA6E66-464F-4D67-8F3A-A69F11BFDA07}" srcOrd="4" destOrd="0" presId="urn:microsoft.com/office/officeart/2018/5/layout/CenteredIconLabelDescriptionList"/>
    <dgm:cxn modelId="{3BDBFCE5-25AF-4B04-9683-B3B2F497D5E7}" type="presParOf" srcId="{95102FE2-037B-42EB-88D5-D779A2A8D165}" destId="{5528883D-1869-4C23-A339-9369EE5C6BC5}" srcOrd="3" destOrd="0" presId="urn:microsoft.com/office/officeart/2018/5/layout/CenteredIconLabelDescriptionList"/>
    <dgm:cxn modelId="{9842218A-5AC6-4957-B1EE-ACF185C681EC}" type="presParOf" srcId="{95102FE2-037B-42EB-88D5-D779A2A8D165}" destId="{2FE20088-8B99-4230-8D0C-0284FC777C13}" srcOrd="4" destOrd="0" presId="urn:microsoft.com/office/officeart/2018/5/layout/CenteredIconLabelDescriptionList"/>
    <dgm:cxn modelId="{297D5345-7E58-41F0-B9D9-12FB81577E41}" type="presParOf" srcId="{2FE20088-8B99-4230-8D0C-0284FC777C13}" destId="{43E78081-158A-4015-A920-0BA91E380560}" srcOrd="0" destOrd="0" presId="urn:microsoft.com/office/officeart/2018/5/layout/CenteredIconLabelDescriptionList"/>
    <dgm:cxn modelId="{DC5FF8EC-90E7-4597-8E89-791DD204B4A0}" type="presParOf" srcId="{2FE20088-8B99-4230-8D0C-0284FC777C13}" destId="{49A0A40F-FE57-4C50-B982-19F920DFE581}" srcOrd="1" destOrd="0" presId="urn:microsoft.com/office/officeart/2018/5/layout/CenteredIconLabelDescriptionList"/>
    <dgm:cxn modelId="{AE0A2101-B06A-4A77-80CE-090735020B0E}" type="presParOf" srcId="{2FE20088-8B99-4230-8D0C-0284FC777C13}" destId="{A3284AD6-9063-4428-A9C7-A5C5B0FC1EF6}" srcOrd="2" destOrd="0" presId="urn:microsoft.com/office/officeart/2018/5/layout/CenteredIconLabelDescriptionList"/>
    <dgm:cxn modelId="{A057DFA7-136C-41AE-9EB0-CEC796A8E320}" type="presParOf" srcId="{2FE20088-8B99-4230-8D0C-0284FC777C13}" destId="{DED0A2AA-BEA4-4BE1-9E7D-892ACFF87583}" srcOrd="3" destOrd="0" presId="urn:microsoft.com/office/officeart/2018/5/layout/CenteredIconLabelDescriptionList"/>
    <dgm:cxn modelId="{7E57BB38-34C6-40F7-9095-E5919CB42F9A}" type="presParOf" srcId="{2FE20088-8B99-4230-8D0C-0284FC777C13}" destId="{B3BFCFE0-2A26-4AFB-BB04-E76ABB564634}" srcOrd="4" destOrd="0" presId="urn:microsoft.com/office/officeart/2018/5/layout/CenteredIconLabelDescriptionList"/>
    <dgm:cxn modelId="{D022D9E8-99B3-4F76-BBFE-AFDC65671626}" type="presParOf" srcId="{95102FE2-037B-42EB-88D5-D779A2A8D165}" destId="{BFE85C12-E775-46FC-90CB-5953163D77D1}" srcOrd="5" destOrd="0" presId="urn:microsoft.com/office/officeart/2018/5/layout/CenteredIconLabelDescriptionList"/>
    <dgm:cxn modelId="{2E056770-C03B-4A00-BD45-A707617D00F0}" type="presParOf" srcId="{95102FE2-037B-42EB-88D5-D779A2A8D165}" destId="{60A18524-9EF3-4863-A936-87EBC3D8DB2E}" srcOrd="6" destOrd="0" presId="urn:microsoft.com/office/officeart/2018/5/layout/CenteredIconLabelDescriptionList"/>
    <dgm:cxn modelId="{D11D706A-80E8-44FD-AC1D-C30BF76090C8}" type="presParOf" srcId="{60A18524-9EF3-4863-A936-87EBC3D8DB2E}" destId="{16821C88-EEF9-401D-8FE0-855A532BC041}" srcOrd="0" destOrd="0" presId="urn:microsoft.com/office/officeart/2018/5/layout/CenteredIconLabelDescriptionList"/>
    <dgm:cxn modelId="{8D980618-D1DD-44D5-9D7C-4A84AF75E28E}" type="presParOf" srcId="{60A18524-9EF3-4863-A936-87EBC3D8DB2E}" destId="{E2A700F0-A8BC-4A92-BB5B-5F77B22D929B}" srcOrd="1" destOrd="0" presId="urn:microsoft.com/office/officeart/2018/5/layout/CenteredIconLabelDescriptionList"/>
    <dgm:cxn modelId="{7B334DE0-7487-4631-BDBB-686971137445}" type="presParOf" srcId="{60A18524-9EF3-4863-A936-87EBC3D8DB2E}" destId="{FF5FC070-9B32-48E8-A29C-7601DF971F36}" srcOrd="2" destOrd="0" presId="urn:microsoft.com/office/officeart/2018/5/layout/CenteredIconLabelDescriptionList"/>
    <dgm:cxn modelId="{8BB0455E-20B3-4362-9AEC-5346E1D32CBD}" type="presParOf" srcId="{60A18524-9EF3-4863-A936-87EBC3D8DB2E}" destId="{177C8C15-0B47-448D-9238-BC2DC502DC3A}" srcOrd="3" destOrd="0" presId="urn:microsoft.com/office/officeart/2018/5/layout/CenteredIconLabelDescriptionList"/>
    <dgm:cxn modelId="{420F40D5-BFE2-4BE3-82B3-FA499600BB42}" type="presParOf" srcId="{60A18524-9EF3-4863-A936-87EBC3D8DB2E}" destId="{62071562-129B-4D4A-8C17-BF746AEDC2FE}"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9E01912-BD46-4D0F-8592-FE3D48D7E89D}" type="doc">
      <dgm:prSet loTypeId="urn:microsoft.com/office/officeart/2005/8/layout/hierarchy1" loCatId="hierarchy" qsTypeId="urn:microsoft.com/office/officeart/2005/8/quickstyle/simple1#24" qsCatId="simple" csTypeId="urn:microsoft.com/office/officeart/2005/8/colors/accent1_2#21" csCatId="accent1" phldr="1"/>
      <dgm:spPr/>
      <dgm:t>
        <a:bodyPr/>
        <a:lstStyle/>
        <a:p>
          <a:endParaRPr lang="es-ES"/>
        </a:p>
      </dgm:t>
    </dgm:pt>
    <dgm:pt modelId="{F5878E92-8240-4832-97DD-72E369960135}">
      <dgm:prSet phldrT="[Texto]"/>
      <dgm:spPr/>
      <dgm:t>
        <a:bodyPr/>
        <a:lstStyle/>
        <a:p>
          <a:r>
            <a:rPr lang="es-ES" dirty="0">
              <a:solidFill>
                <a:sysClr val="windowText" lastClr="000000"/>
              </a:solidFill>
            </a:rPr>
            <a:t>Pruebas</a:t>
          </a:r>
        </a:p>
      </dgm:t>
    </dgm:pt>
    <dgm:pt modelId="{88D4378C-6606-4083-86F1-381E9F27817F}" type="parTrans" cxnId="{4C92B31E-2AFA-4ED9-964F-193EE41FD448}">
      <dgm:prSet/>
      <dgm:spPr/>
      <dgm:t>
        <a:bodyPr/>
        <a:lstStyle/>
        <a:p>
          <a:endParaRPr lang="es-ES">
            <a:solidFill>
              <a:sysClr val="windowText" lastClr="000000"/>
            </a:solidFill>
          </a:endParaRPr>
        </a:p>
      </dgm:t>
    </dgm:pt>
    <dgm:pt modelId="{7330FAC4-7B74-42B3-9249-DAD42979EEDB}" type="sibTrans" cxnId="{4C92B31E-2AFA-4ED9-964F-193EE41FD448}">
      <dgm:prSet/>
      <dgm:spPr/>
      <dgm:t>
        <a:bodyPr/>
        <a:lstStyle/>
        <a:p>
          <a:endParaRPr lang="es-ES">
            <a:solidFill>
              <a:sysClr val="windowText" lastClr="000000"/>
            </a:solidFill>
          </a:endParaRPr>
        </a:p>
      </dgm:t>
    </dgm:pt>
    <dgm:pt modelId="{B158152E-BEFF-4980-8922-812E4FDFB988}">
      <dgm:prSet phldrT="[Texto]"/>
      <dgm:spPr/>
      <dgm:t>
        <a:bodyPr/>
        <a:lstStyle/>
        <a:p>
          <a:r>
            <a:rPr lang="es-ES" dirty="0">
              <a:solidFill>
                <a:sysClr val="windowText" lastClr="000000"/>
              </a:solidFill>
            </a:rPr>
            <a:t>Estáticas</a:t>
          </a:r>
        </a:p>
      </dgm:t>
    </dgm:pt>
    <dgm:pt modelId="{743080A1-C7BD-4FC2-A0EC-4A03460A2A8D}" type="parTrans" cxnId="{55F47E18-23F1-47CC-97AC-61DD7AC4B396}">
      <dgm:prSet/>
      <dgm:spPr/>
      <dgm:t>
        <a:bodyPr/>
        <a:lstStyle/>
        <a:p>
          <a:endParaRPr lang="es-ES">
            <a:solidFill>
              <a:sysClr val="windowText" lastClr="000000"/>
            </a:solidFill>
          </a:endParaRPr>
        </a:p>
      </dgm:t>
    </dgm:pt>
    <dgm:pt modelId="{C93563AA-0D76-41F2-96FF-63781EA78977}" type="sibTrans" cxnId="{55F47E18-23F1-47CC-97AC-61DD7AC4B396}">
      <dgm:prSet/>
      <dgm:spPr/>
      <dgm:t>
        <a:bodyPr/>
        <a:lstStyle/>
        <a:p>
          <a:endParaRPr lang="es-ES">
            <a:solidFill>
              <a:sysClr val="windowText" lastClr="000000"/>
            </a:solidFill>
          </a:endParaRPr>
        </a:p>
      </dgm:t>
    </dgm:pt>
    <dgm:pt modelId="{6E45C97E-0752-4C2E-8864-C1ABDE78AED7}">
      <dgm:prSet phldrT="[Texto]"/>
      <dgm:spPr/>
      <dgm:t>
        <a:bodyPr/>
        <a:lstStyle/>
        <a:p>
          <a:r>
            <a:rPr lang="es-ES" dirty="0">
              <a:solidFill>
                <a:sysClr val="windowText" lastClr="000000"/>
              </a:solidFill>
            </a:rPr>
            <a:t>Análisis estático</a:t>
          </a:r>
        </a:p>
      </dgm:t>
    </dgm:pt>
    <dgm:pt modelId="{5532F78C-22D3-46BD-A4D8-BC33D983DD7B}" type="parTrans" cxnId="{8C219F12-B95F-4BA9-9263-C0818F119F5A}">
      <dgm:prSet/>
      <dgm:spPr/>
      <dgm:t>
        <a:bodyPr/>
        <a:lstStyle/>
        <a:p>
          <a:endParaRPr lang="es-ES">
            <a:solidFill>
              <a:sysClr val="windowText" lastClr="000000"/>
            </a:solidFill>
          </a:endParaRPr>
        </a:p>
      </dgm:t>
    </dgm:pt>
    <dgm:pt modelId="{68DDC965-DC66-4F23-B182-54B8B14FEDBE}" type="sibTrans" cxnId="{8C219F12-B95F-4BA9-9263-C0818F119F5A}">
      <dgm:prSet/>
      <dgm:spPr/>
      <dgm:t>
        <a:bodyPr/>
        <a:lstStyle/>
        <a:p>
          <a:endParaRPr lang="es-ES">
            <a:solidFill>
              <a:sysClr val="windowText" lastClr="000000"/>
            </a:solidFill>
          </a:endParaRPr>
        </a:p>
      </dgm:t>
    </dgm:pt>
    <dgm:pt modelId="{F2566947-EDDF-48F4-8B42-F426CAEFADF4}">
      <dgm:prSet phldrT="[Texto]"/>
      <dgm:spPr/>
      <dgm:t>
        <a:bodyPr/>
        <a:lstStyle/>
        <a:p>
          <a:r>
            <a:rPr lang="es-ES" dirty="0">
              <a:solidFill>
                <a:sysClr val="windowText" lastClr="000000"/>
              </a:solidFill>
            </a:rPr>
            <a:t>Revisión</a:t>
          </a:r>
        </a:p>
      </dgm:t>
    </dgm:pt>
    <dgm:pt modelId="{61F7D8A4-9E1B-4260-A117-747B0D44DB98}" type="parTrans" cxnId="{D49A377E-7D71-4C04-9FA8-EFF8C6831502}">
      <dgm:prSet/>
      <dgm:spPr/>
      <dgm:t>
        <a:bodyPr/>
        <a:lstStyle/>
        <a:p>
          <a:endParaRPr lang="es-ES">
            <a:solidFill>
              <a:sysClr val="windowText" lastClr="000000"/>
            </a:solidFill>
          </a:endParaRPr>
        </a:p>
      </dgm:t>
    </dgm:pt>
    <dgm:pt modelId="{A810D316-E79E-42C8-9CBA-D316E9144C32}" type="sibTrans" cxnId="{D49A377E-7D71-4C04-9FA8-EFF8C6831502}">
      <dgm:prSet/>
      <dgm:spPr/>
      <dgm:t>
        <a:bodyPr/>
        <a:lstStyle/>
        <a:p>
          <a:endParaRPr lang="es-ES">
            <a:solidFill>
              <a:sysClr val="windowText" lastClr="000000"/>
            </a:solidFill>
          </a:endParaRPr>
        </a:p>
      </dgm:t>
    </dgm:pt>
    <dgm:pt modelId="{FD5C8234-7BEB-4331-8142-AE0665252614}">
      <dgm:prSet phldrT="[Texto]"/>
      <dgm:spPr>
        <a:solidFill>
          <a:srgbClr val="00B050">
            <a:alpha val="90000"/>
          </a:srgbClr>
        </a:solidFill>
      </dgm:spPr>
      <dgm:t>
        <a:bodyPr/>
        <a:lstStyle/>
        <a:p>
          <a:r>
            <a:rPr lang="es-ES" dirty="0">
              <a:solidFill>
                <a:sysClr val="windowText" lastClr="000000"/>
              </a:solidFill>
            </a:rPr>
            <a:t>Dinámicas</a:t>
          </a:r>
        </a:p>
      </dgm:t>
    </dgm:pt>
    <dgm:pt modelId="{CEE284AB-1277-4E42-A415-C306E49FFF4F}" type="parTrans" cxnId="{9934739C-2C4D-4203-8E38-419B2705881E}">
      <dgm:prSet/>
      <dgm:spPr/>
      <dgm:t>
        <a:bodyPr/>
        <a:lstStyle/>
        <a:p>
          <a:endParaRPr lang="es-ES">
            <a:solidFill>
              <a:sysClr val="windowText" lastClr="000000"/>
            </a:solidFill>
          </a:endParaRPr>
        </a:p>
      </dgm:t>
    </dgm:pt>
    <dgm:pt modelId="{7ABB3E51-E9B1-4E32-B786-02420D28A10C}" type="sibTrans" cxnId="{9934739C-2C4D-4203-8E38-419B2705881E}">
      <dgm:prSet/>
      <dgm:spPr/>
      <dgm:t>
        <a:bodyPr/>
        <a:lstStyle/>
        <a:p>
          <a:endParaRPr lang="es-ES">
            <a:solidFill>
              <a:sysClr val="windowText" lastClr="000000"/>
            </a:solidFill>
          </a:endParaRPr>
        </a:p>
      </dgm:t>
    </dgm:pt>
    <dgm:pt modelId="{86F844E7-1CB2-42EA-B3A7-0A0DEB9F52BA}">
      <dgm:prSet phldrT="[Texto]"/>
      <dgm:spPr/>
      <dgm:t>
        <a:bodyPr/>
        <a:lstStyle/>
        <a:p>
          <a:r>
            <a:rPr lang="es-ES" dirty="0">
              <a:solidFill>
                <a:sysClr val="windowText" lastClr="000000"/>
              </a:solidFill>
            </a:rPr>
            <a:t>Caja Blanca</a:t>
          </a:r>
        </a:p>
      </dgm:t>
    </dgm:pt>
    <dgm:pt modelId="{BAA84567-8153-44EA-96EE-F8364BD8AA89}" type="parTrans" cxnId="{D0789951-88D1-4AAE-9346-0CF8E5CB65C3}">
      <dgm:prSet/>
      <dgm:spPr/>
      <dgm:t>
        <a:bodyPr/>
        <a:lstStyle/>
        <a:p>
          <a:endParaRPr lang="es-ES">
            <a:solidFill>
              <a:sysClr val="windowText" lastClr="000000"/>
            </a:solidFill>
          </a:endParaRPr>
        </a:p>
      </dgm:t>
    </dgm:pt>
    <dgm:pt modelId="{A43586C1-6B73-4EE5-8F97-22502575DA5E}" type="sibTrans" cxnId="{D0789951-88D1-4AAE-9346-0CF8E5CB65C3}">
      <dgm:prSet/>
      <dgm:spPr/>
      <dgm:t>
        <a:bodyPr/>
        <a:lstStyle/>
        <a:p>
          <a:endParaRPr lang="es-ES">
            <a:solidFill>
              <a:sysClr val="windowText" lastClr="000000"/>
            </a:solidFill>
          </a:endParaRPr>
        </a:p>
      </dgm:t>
    </dgm:pt>
    <dgm:pt modelId="{D0460A66-7756-4596-95CC-1F51CF2A280E}">
      <dgm:prSet phldrT="[Texto]"/>
      <dgm:spPr/>
      <dgm:t>
        <a:bodyPr/>
        <a:lstStyle/>
        <a:p>
          <a:r>
            <a:rPr lang="es-ES" dirty="0">
              <a:solidFill>
                <a:sysClr val="windowText" lastClr="000000"/>
              </a:solidFill>
            </a:rPr>
            <a:t>Caja Negra</a:t>
          </a:r>
        </a:p>
      </dgm:t>
    </dgm:pt>
    <dgm:pt modelId="{4EC75082-CB8A-4395-9006-26C8A87B1936}" type="parTrans" cxnId="{E8BAB32C-3CCF-4A19-9955-0BC47C8B939C}">
      <dgm:prSet/>
      <dgm:spPr/>
      <dgm:t>
        <a:bodyPr/>
        <a:lstStyle/>
        <a:p>
          <a:endParaRPr lang="es-ES">
            <a:solidFill>
              <a:sysClr val="windowText" lastClr="000000"/>
            </a:solidFill>
          </a:endParaRPr>
        </a:p>
      </dgm:t>
    </dgm:pt>
    <dgm:pt modelId="{00030F7A-8A9F-4969-8FB8-2AE0D6AEF0D6}" type="sibTrans" cxnId="{E8BAB32C-3CCF-4A19-9955-0BC47C8B939C}">
      <dgm:prSet/>
      <dgm:spPr/>
      <dgm:t>
        <a:bodyPr/>
        <a:lstStyle/>
        <a:p>
          <a:endParaRPr lang="es-ES">
            <a:solidFill>
              <a:sysClr val="windowText" lastClr="000000"/>
            </a:solidFill>
          </a:endParaRPr>
        </a:p>
      </dgm:t>
    </dgm:pt>
    <dgm:pt modelId="{EA36120B-AF62-4ED9-BE46-29E5193D5488}">
      <dgm:prSet phldrT="[Texto]"/>
      <dgm:spPr/>
      <dgm:t>
        <a:bodyPr/>
        <a:lstStyle/>
        <a:p>
          <a:r>
            <a:rPr lang="es-ES" dirty="0">
              <a:solidFill>
                <a:sysClr val="windowText" lastClr="000000"/>
              </a:solidFill>
            </a:rPr>
            <a:t>Basadas en la experiencia</a:t>
          </a:r>
        </a:p>
      </dgm:t>
    </dgm:pt>
    <dgm:pt modelId="{5BD5BE03-437F-4B3F-AB7B-CD102E7C5374}" type="parTrans" cxnId="{0B450DA8-615C-4E1E-9E90-BB4A033C5ED3}">
      <dgm:prSet/>
      <dgm:spPr/>
      <dgm:t>
        <a:bodyPr/>
        <a:lstStyle/>
        <a:p>
          <a:endParaRPr lang="es-ES">
            <a:solidFill>
              <a:sysClr val="windowText" lastClr="000000"/>
            </a:solidFill>
          </a:endParaRPr>
        </a:p>
      </dgm:t>
    </dgm:pt>
    <dgm:pt modelId="{62788087-718E-4132-8BCD-06E3F49BDB8B}" type="sibTrans" cxnId="{0B450DA8-615C-4E1E-9E90-BB4A033C5ED3}">
      <dgm:prSet/>
      <dgm:spPr/>
      <dgm:t>
        <a:bodyPr/>
        <a:lstStyle/>
        <a:p>
          <a:endParaRPr lang="es-ES">
            <a:solidFill>
              <a:sysClr val="windowText" lastClr="000000"/>
            </a:solidFill>
          </a:endParaRPr>
        </a:p>
      </dgm:t>
    </dgm:pt>
    <dgm:pt modelId="{3C611B11-F975-4181-A62C-35A97BA8375B}">
      <dgm:prSet phldrT="[Texto]"/>
      <dgm:spPr/>
      <dgm:t>
        <a:bodyPr/>
        <a:lstStyle/>
        <a:p>
          <a:r>
            <a:rPr lang="es-ES" dirty="0">
              <a:solidFill>
                <a:sysClr val="windowText" lastClr="000000"/>
              </a:solidFill>
            </a:rPr>
            <a:t>Funcional</a:t>
          </a:r>
        </a:p>
      </dgm:t>
    </dgm:pt>
    <dgm:pt modelId="{F8F2B60E-B162-4F9E-AC55-B66388454BB6}" type="parTrans" cxnId="{E933052E-543F-45FC-B1EE-EC25D55351BD}">
      <dgm:prSet/>
      <dgm:spPr/>
      <dgm:t>
        <a:bodyPr/>
        <a:lstStyle/>
        <a:p>
          <a:endParaRPr lang="es-ES">
            <a:solidFill>
              <a:sysClr val="windowText" lastClr="000000"/>
            </a:solidFill>
          </a:endParaRPr>
        </a:p>
      </dgm:t>
    </dgm:pt>
    <dgm:pt modelId="{DD56E978-4BD6-4027-B974-AE4BED07D9DA}" type="sibTrans" cxnId="{E933052E-543F-45FC-B1EE-EC25D55351BD}">
      <dgm:prSet/>
      <dgm:spPr/>
      <dgm:t>
        <a:bodyPr/>
        <a:lstStyle/>
        <a:p>
          <a:endParaRPr lang="es-ES">
            <a:solidFill>
              <a:sysClr val="windowText" lastClr="000000"/>
            </a:solidFill>
          </a:endParaRPr>
        </a:p>
      </dgm:t>
    </dgm:pt>
    <dgm:pt modelId="{EEA39ADB-9522-4AB0-AAC4-B56ADECB7D17}">
      <dgm:prSet phldrT="[Texto]"/>
      <dgm:spPr/>
      <dgm:t>
        <a:bodyPr/>
        <a:lstStyle/>
        <a:p>
          <a:r>
            <a:rPr lang="es-ES" dirty="0">
              <a:solidFill>
                <a:sysClr val="windowText" lastClr="000000"/>
              </a:solidFill>
            </a:rPr>
            <a:t>No funcional</a:t>
          </a:r>
        </a:p>
      </dgm:t>
    </dgm:pt>
    <dgm:pt modelId="{A57544C4-8000-4201-A32F-F04264AD438C}" type="parTrans" cxnId="{156E9A95-FCA7-4275-A8E0-029C25F9EC65}">
      <dgm:prSet/>
      <dgm:spPr/>
      <dgm:t>
        <a:bodyPr/>
        <a:lstStyle/>
        <a:p>
          <a:endParaRPr lang="es-ES">
            <a:solidFill>
              <a:sysClr val="windowText" lastClr="000000"/>
            </a:solidFill>
          </a:endParaRPr>
        </a:p>
      </dgm:t>
    </dgm:pt>
    <dgm:pt modelId="{60003845-A8DB-4ABE-9CD6-CBBFB7EC3ECA}" type="sibTrans" cxnId="{156E9A95-FCA7-4275-A8E0-029C25F9EC65}">
      <dgm:prSet/>
      <dgm:spPr/>
      <dgm:t>
        <a:bodyPr/>
        <a:lstStyle/>
        <a:p>
          <a:endParaRPr lang="es-ES">
            <a:solidFill>
              <a:sysClr val="windowText" lastClr="000000"/>
            </a:solidFill>
          </a:endParaRPr>
        </a:p>
      </dgm:t>
    </dgm:pt>
    <dgm:pt modelId="{3FCDAD92-4A1A-4E43-A447-BF29FCD644F7}" type="pres">
      <dgm:prSet presAssocID="{49E01912-BD46-4D0F-8592-FE3D48D7E89D}" presName="hierChild1" presStyleCnt="0">
        <dgm:presLayoutVars>
          <dgm:chPref val="1"/>
          <dgm:dir/>
          <dgm:animOne val="branch"/>
          <dgm:animLvl val="lvl"/>
          <dgm:resizeHandles/>
        </dgm:presLayoutVars>
      </dgm:prSet>
      <dgm:spPr/>
    </dgm:pt>
    <dgm:pt modelId="{91CB232B-B99E-4940-AF83-BA6A5D40C228}" type="pres">
      <dgm:prSet presAssocID="{F5878E92-8240-4832-97DD-72E369960135}" presName="hierRoot1" presStyleCnt="0"/>
      <dgm:spPr/>
    </dgm:pt>
    <dgm:pt modelId="{39B71736-A363-40EE-9748-9536F001717E}" type="pres">
      <dgm:prSet presAssocID="{F5878E92-8240-4832-97DD-72E369960135}" presName="composite" presStyleCnt="0"/>
      <dgm:spPr/>
    </dgm:pt>
    <dgm:pt modelId="{1FF12C03-E89C-4A6E-AF5D-A10072F227AB}" type="pres">
      <dgm:prSet presAssocID="{F5878E92-8240-4832-97DD-72E369960135}" presName="background" presStyleLbl="node0" presStyleIdx="0" presStyleCnt="1"/>
      <dgm:spPr/>
    </dgm:pt>
    <dgm:pt modelId="{D1F57BEE-AE82-4498-A4AE-4811D240D67F}" type="pres">
      <dgm:prSet presAssocID="{F5878E92-8240-4832-97DD-72E369960135}" presName="text" presStyleLbl="fgAcc0" presStyleIdx="0" presStyleCnt="1">
        <dgm:presLayoutVars>
          <dgm:chPref val="3"/>
        </dgm:presLayoutVars>
      </dgm:prSet>
      <dgm:spPr/>
    </dgm:pt>
    <dgm:pt modelId="{0CE2F09D-CF44-42C0-A38B-72BFDA468936}" type="pres">
      <dgm:prSet presAssocID="{F5878E92-8240-4832-97DD-72E369960135}" presName="hierChild2" presStyleCnt="0"/>
      <dgm:spPr/>
    </dgm:pt>
    <dgm:pt modelId="{9972630A-6C88-4A55-9418-17028023D774}" type="pres">
      <dgm:prSet presAssocID="{743080A1-C7BD-4FC2-A0EC-4A03460A2A8D}" presName="Name10" presStyleLbl="parChTrans1D2" presStyleIdx="0" presStyleCnt="2"/>
      <dgm:spPr/>
    </dgm:pt>
    <dgm:pt modelId="{1FEFB261-8D8A-43CE-B6AA-C9B90C88EA38}" type="pres">
      <dgm:prSet presAssocID="{B158152E-BEFF-4980-8922-812E4FDFB988}" presName="hierRoot2" presStyleCnt="0"/>
      <dgm:spPr/>
    </dgm:pt>
    <dgm:pt modelId="{0AD80522-60EB-4390-87BE-8F4E08216A8D}" type="pres">
      <dgm:prSet presAssocID="{B158152E-BEFF-4980-8922-812E4FDFB988}" presName="composite2" presStyleCnt="0"/>
      <dgm:spPr/>
    </dgm:pt>
    <dgm:pt modelId="{262FC079-CCD5-409C-9366-64E1018AD7A7}" type="pres">
      <dgm:prSet presAssocID="{B158152E-BEFF-4980-8922-812E4FDFB988}" presName="background2" presStyleLbl="node2" presStyleIdx="0" presStyleCnt="2"/>
      <dgm:spPr/>
    </dgm:pt>
    <dgm:pt modelId="{04EF80DC-559A-4DD8-AB98-DF721F8BD335}" type="pres">
      <dgm:prSet presAssocID="{B158152E-BEFF-4980-8922-812E4FDFB988}" presName="text2" presStyleLbl="fgAcc2" presStyleIdx="0" presStyleCnt="2">
        <dgm:presLayoutVars>
          <dgm:chPref val="3"/>
        </dgm:presLayoutVars>
      </dgm:prSet>
      <dgm:spPr/>
    </dgm:pt>
    <dgm:pt modelId="{19007810-1025-4DF0-9D5D-1C1545CF9509}" type="pres">
      <dgm:prSet presAssocID="{B158152E-BEFF-4980-8922-812E4FDFB988}" presName="hierChild3" presStyleCnt="0"/>
      <dgm:spPr/>
    </dgm:pt>
    <dgm:pt modelId="{44AC591A-AD78-4CA0-95B7-D42F2227ED78}" type="pres">
      <dgm:prSet presAssocID="{5532F78C-22D3-46BD-A4D8-BC33D983DD7B}" presName="Name17" presStyleLbl="parChTrans1D3" presStyleIdx="0" presStyleCnt="5"/>
      <dgm:spPr/>
    </dgm:pt>
    <dgm:pt modelId="{92131E5D-8DDE-47EB-A83E-855D763DC535}" type="pres">
      <dgm:prSet presAssocID="{6E45C97E-0752-4C2E-8864-C1ABDE78AED7}" presName="hierRoot3" presStyleCnt="0"/>
      <dgm:spPr/>
    </dgm:pt>
    <dgm:pt modelId="{7DCD74CD-702D-46F1-BFFD-8FA940D56AF0}" type="pres">
      <dgm:prSet presAssocID="{6E45C97E-0752-4C2E-8864-C1ABDE78AED7}" presName="composite3" presStyleCnt="0"/>
      <dgm:spPr/>
    </dgm:pt>
    <dgm:pt modelId="{956C5A52-8CC3-4A58-8733-3ADBD9B4809F}" type="pres">
      <dgm:prSet presAssocID="{6E45C97E-0752-4C2E-8864-C1ABDE78AED7}" presName="background3" presStyleLbl="node3" presStyleIdx="0" presStyleCnt="5"/>
      <dgm:spPr/>
    </dgm:pt>
    <dgm:pt modelId="{1967F261-E4F8-434F-8F56-14E20BD91820}" type="pres">
      <dgm:prSet presAssocID="{6E45C97E-0752-4C2E-8864-C1ABDE78AED7}" presName="text3" presStyleLbl="fgAcc3" presStyleIdx="0" presStyleCnt="5">
        <dgm:presLayoutVars>
          <dgm:chPref val="3"/>
        </dgm:presLayoutVars>
      </dgm:prSet>
      <dgm:spPr/>
    </dgm:pt>
    <dgm:pt modelId="{9B4B8179-990D-4C32-9A80-CDB349FF7CFD}" type="pres">
      <dgm:prSet presAssocID="{6E45C97E-0752-4C2E-8864-C1ABDE78AED7}" presName="hierChild4" presStyleCnt="0"/>
      <dgm:spPr/>
    </dgm:pt>
    <dgm:pt modelId="{0E5B29F5-173F-4BC0-9991-BB58131471EA}" type="pres">
      <dgm:prSet presAssocID="{61F7D8A4-9E1B-4260-A117-747B0D44DB98}" presName="Name17" presStyleLbl="parChTrans1D3" presStyleIdx="1" presStyleCnt="5"/>
      <dgm:spPr/>
    </dgm:pt>
    <dgm:pt modelId="{83057C8F-DDED-41D9-8297-0BED03B724D2}" type="pres">
      <dgm:prSet presAssocID="{F2566947-EDDF-48F4-8B42-F426CAEFADF4}" presName="hierRoot3" presStyleCnt="0"/>
      <dgm:spPr/>
    </dgm:pt>
    <dgm:pt modelId="{64A15421-93F3-436F-954F-75367F1F0547}" type="pres">
      <dgm:prSet presAssocID="{F2566947-EDDF-48F4-8B42-F426CAEFADF4}" presName="composite3" presStyleCnt="0"/>
      <dgm:spPr/>
    </dgm:pt>
    <dgm:pt modelId="{4A79A66E-7C56-4977-9062-CE64CB0FB1EA}" type="pres">
      <dgm:prSet presAssocID="{F2566947-EDDF-48F4-8B42-F426CAEFADF4}" presName="background3" presStyleLbl="node3" presStyleIdx="1" presStyleCnt="5"/>
      <dgm:spPr/>
    </dgm:pt>
    <dgm:pt modelId="{84E24FBC-81D6-42E7-8DA4-4EFFEA1D8E04}" type="pres">
      <dgm:prSet presAssocID="{F2566947-EDDF-48F4-8B42-F426CAEFADF4}" presName="text3" presStyleLbl="fgAcc3" presStyleIdx="1" presStyleCnt="5">
        <dgm:presLayoutVars>
          <dgm:chPref val="3"/>
        </dgm:presLayoutVars>
      </dgm:prSet>
      <dgm:spPr/>
    </dgm:pt>
    <dgm:pt modelId="{A5AB2486-89D8-4EF8-8E5E-4F5A97C6A4D4}" type="pres">
      <dgm:prSet presAssocID="{F2566947-EDDF-48F4-8B42-F426CAEFADF4}" presName="hierChild4" presStyleCnt="0"/>
      <dgm:spPr/>
    </dgm:pt>
    <dgm:pt modelId="{8FF3FAC5-1912-45A4-81C7-8BD7CD82795D}" type="pres">
      <dgm:prSet presAssocID="{CEE284AB-1277-4E42-A415-C306E49FFF4F}" presName="Name10" presStyleLbl="parChTrans1D2" presStyleIdx="1" presStyleCnt="2"/>
      <dgm:spPr/>
    </dgm:pt>
    <dgm:pt modelId="{FA3DC07C-D863-487A-B68F-A513500D3FCC}" type="pres">
      <dgm:prSet presAssocID="{FD5C8234-7BEB-4331-8142-AE0665252614}" presName="hierRoot2" presStyleCnt="0"/>
      <dgm:spPr/>
    </dgm:pt>
    <dgm:pt modelId="{9B09760E-1F40-4C70-9CF8-A21EA6CEECDC}" type="pres">
      <dgm:prSet presAssocID="{FD5C8234-7BEB-4331-8142-AE0665252614}" presName="composite2" presStyleCnt="0"/>
      <dgm:spPr/>
    </dgm:pt>
    <dgm:pt modelId="{566C811B-ECF8-4501-96D9-E246B2E04042}" type="pres">
      <dgm:prSet presAssocID="{FD5C8234-7BEB-4331-8142-AE0665252614}" presName="background2" presStyleLbl="node2" presStyleIdx="1" presStyleCnt="2"/>
      <dgm:spPr/>
    </dgm:pt>
    <dgm:pt modelId="{DA811F06-58CE-492C-989E-5E01E0D5E83B}" type="pres">
      <dgm:prSet presAssocID="{FD5C8234-7BEB-4331-8142-AE0665252614}" presName="text2" presStyleLbl="fgAcc2" presStyleIdx="1" presStyleCnt="2">
        <dgm:presLayoutVars>
          <dgm:chPref val="3"/>
        </dgm:presLayoutVars>
      </dgm:prSet>
      <dgm:spPr/>
    </dgm:pt>
    <dgm:pt modelId="{779A9475-3915-43FD-A3FB-7FB596595958}" type="pres">
      <dgm:prSet presAssocID="{FD5C8234-7BEB-4331-8142-AE0665252614}" presName="hierChild3" presStyleCnt="0"/>
      <dgm:spPr/>
    </dgm:pt>
    <dgm:pt modelId="{988A18CE-E2CA-480C-B323-2237987DE8B2}" type="pres">
      <dgm:prSet presAssocID="{BAA84567-8153-44EA-96EE-F8364BD8AA89}" presName="Name17" presStyleLbl="parChTrans1D3" presStyleIdx="2" presStyleCnt="5"/>
      <dgm:spPr/>
    </dgm:pt>
    <dgm:pt modelId="{9569B6D2-4347-4980-8085-B894D3F2039E}" type="pres">
      <dgm:prSet presAssocID="{86F844E7-1CB2-42EA-B3A7-0A0DEB9F52BA}" presName="hierRoot3" presStyleCnt="0"/>
      <dgm:spPr/>
    </dgm:pt>
    <dgm:pt modelId="{EC4A6AC9-3BB4-42FD-8F43-00BF32A75101}" type="pres">
      <dgm:prSet presAssocID="{86F844E7-1CB2-42EA-B3A7-0A0DEB9F52BA}" presName="composite3" presStyleCnt="0"/>
      <dgm:spPr/>
    </dgm:pt>
    <dgm:pt modelId="{4A874F81-89C7-4C90-9EDC-85CC52A43302}" type="pres">
      <dgm:prSet presAssocID="{86F844E7-1CB2-42EA-B3A7-0A0DEB9F52BA}" presName="background3" presStyleLbl="node3" presStyleIdx="2" presStyleCnt="5"/>
      <dgm:spPr/>
    </dgm:pt>
    <dgm:pt modelId="{E9B9F132-A31D-494C-B934-EF1513B7C629}" type="pres">
      <dgm:prSet presAssocID="{86F844E7-1CB2-42EA-B3A7-0A0DEB9F52BA}" presName="text3" presStyleLbl="fgAcc3" presStyleIdx="2" presStyleCnt="5">
        <dgm:presLayoutVars>
          <dgm:chPref val="3"/>
        </dgm:presLayoutVars>
      </dgm:prSet>
      <dgm:spPr/>
    </dgm:pt>
    <dgm:pt modelId="{662C76A8-069F-4391-A453-10984B2DD54D}" type="pres">
      <dgm:prSet presAssocID="{86F844E7-1CB2-42EA-B3A7-0A0DEB9F52BA}" presName="hierChild4" presStyleCnt="0"/>
      <dgm:spPr/>
    </dgm:pt>
    <dgm:pt modelId="{BBEFDC9D-6DEA-4DE7-A7E4-60ACF7D62EFE}" type="pres">
      <dgm:prSet presAssocID="{4EC75082-CB8A-4395-9006-26C8A87B1936}" presName="Name17" presStyleLbl="parChTrans1D3" presStyleIdx="3" presStyleCnt="5"/>
      <dgm:spPr/>
    </dgm:pt>
    <dgm:pt modelId="{F2722DEE-E30D-437D-A30F-78C8D37B68B5}" type="pres">
      <dgm:prSet presAssocID="{D0460A66-7756-4596-95CC-1F51CF2A280E}" presName="hierRoot3" presStyleCnt="0"/>
      <dgm:spPr/>
    </dgm:pt>
    <dgm:pt modelId="{C40EB8F3-8AA8-4E48-A2E3-0402F7805EA7}" type="pres">
      <dgm:prSet presAssocID="{D0460A66-7756-4596-95CC-1F51CF2A280E}" presName="composite3" presStyleCnt="0"/>
      <dgm:spPr/>
    </dgm:pt>
    <dgm:pt modelId="{94B121C5-16A0-4B91-AFC6-A5DD2A21DC7A}" type="pres">
      <dgm:prSet presAssocID="{D0460A66-7756-4596-95CC-1F51CF2A280E}" presName="background3" presStyleLbl="node3" presStyleIdx="3" presStyleCnt="5"/>
      <dgm:spPr/>
    </dgm:pt>
    <dgm:pt modelId="{E79779AE-7549-4A9C-BB50-8BDE24966E5D}" type="pres">
      <dgm:prSet presAssocID="{D0460A66-7756-4596-95CC-1F51CF2A280E}" presName="text3" presStyleLbl="fgAcc3" presStyleIdx="3" presStyleCnt="5">
        <dgm:presLayoutVars>
          <dgm:chPref val="3"/>
        </dgm:presLayoutVars>
      </dgm:prSet>
      <dgm:spPr/>
    </dgm:pt>
    <dgm:pt modelId="{3FAFA9F5-CF7E-4EF3-BCA3-54AC14D7C437}" type="pres">
      <dgm:prSet presAssocID="{D0460A66-7756-4596-95CC-1F51CF2A280E}" presName="hierChild4" presStyleCnt="0"/>
      <dgm:spPr/>
    </dgm:pt>
    <dgm:pt modelId="{2879809B-66EA-41B9-AACC-ACC696A42E1F}" type="pres">
      <dgm:prSet presAssocID="{F8F2B60E-B162-4F9E-AC55-B66388454BB6}" presName="Name23" presStyleLbl="parChTrans1D4" presStyleIdx="0" presStyleCnt="2"/>
      <dgm:spPr/>
    </dgm:pt>
    <dgm:pt modelId="{3E0E24AE-D806-4F90-9BD9-9453B08393BF}" type="pres">
      <dgm:prSet presAssocID="{3C611B11-F975-4181-A62C-35A97BA8375B}" presName="hierRoot4" presStyleCnt="0"/>
      <dgm:spPr/>
    </dgm:pt>
    <dgm:pt modelId="{8D6DC9E9-70C3-46DD-88BE-791A190E2F14}" type="pres">
      <dgm:prSet presAssocID="{3C611B11-F975-4181-A62C-35A97BA8375B}" presName="composite4" presStyleCnt="0"/>
      <dgm:spPr/>
    </dgm:pt>
    <dgm:pt modelId="{43DACF03-C343-4FA3-A062-28C19366EAF3}" type="pres">
      <dgm:prSet presAssocID="{3C611B11-F975-4181-A62C-35A97BA8375B}" presName="background4" presStyleLbl="node4" presStyleIdx="0" presStyleCnt="2"/>
      <dgm:spPr/>
    </dgm:pt>
    <dgm:pt modelId="{E8056BA7-F26D-4A68-AE29-86AAF5712107}" type="pres">
      <dgm:prSet presAssocID="{3C611B11-F975-4181-A62C-35A97BA8375B}" presName="text4" presStyleLbl="fgAcc4" presStyleIdx="0" presStyleCnt="2">
        <dgm:presLayoutVars>
          <dgm:chPref val="3"/>
        </dgm:presLayoutVars>
      </dgm:prSet>
      <dgm:spPr/>
    </dgm:pt>
    <dgm:pt modelId="{CAF9BB11-DEFE-4536-841F-068006ACF448}" type="pres">
      <dgm:prSet presAssocID="{3C611B11-F975-4181-A62C-35A97BA8375B}" presName="hierChild5" presStyleCnt="0"/>
      <dgm:spPr/>
    </dgm:pt>
    <dgm:pt modelId="{FBDA6E46-0045-4C82-ABFE-678E3C7455CD}" type="pres">
      <dgm:prSet presAssocID="{A57544C4-8000-4201-A32F-F04264AD438C}" presName="Name23" presStyleLbl="parChTrans1D4" presStyleIdx="1" presStyleCnt="2"/>
      <dgm:spPr/>
    </dgm:pt>
    <dgm:pt modelId="{AA842556-7B63-4EE4-89A0-EB614590D9FC}" type="pres">
      <dgm:prSet presAssocID="{EEA39ADB-9522-4AB0-AAC4-B56ADECB7D17}" presName="hierRoot4" presStyleCnt="0"/>
      <dgm:spPr/>
    </dgm:pt>
    <dgm:pt modelId="{C6CA7284-C555-4839-A868-1E71EDD8313E}" type="pres">
      <dgm:prSet presAssocID="{EEA39ADB-9522-4AB0-AAC4-B56ADECB7D17}" presName="composite4" presStyleCnt="0"/>
      <dgm:spPr/>
    </dgm:pt>
    <dgm:pt modelId="{8FC33AA4-B9CD-4EBE-AE90-8FA4D8D6234C}" type="pres">
      <dgm:prSet presAssocID="{EEA39ADB-9522-4AB0-AAC4-B56ADECB7D17}" presName="background4" presStyleLbl="node4" presStyleIdx="1" presStyleCnt="2"/>
      <dgm:spPr/>
    </dgm:pt>
    <dgm:pt modelId="{FE87155B-A9E6-4143-A11A-DE646E0B443E}" type="pres">
      <dgm:prSet presAssocID="{EEA39ADB-9522-4AB0-AAC4-B56ADECB7D17}" presName="text4" presStyleLbl="fgAcc4" presStyleIdx="1" presStyleCnt="2">
        <dgm:presLayoutVars>
          <dgm:chPref val="3"/>
        </dgm:presLayoutVars>
      </dgm:prSet>
      <dgm:spPr/>
    </dgm:pt>
    <dgm:pt modelId="{D4D035AC-392A-48C0-A333-74ED618DBA59}" type="pres">
      <dgm:prSet presAssocID="{EEA39ADB-9522-4AB0-AAC4-B56ADECB7D17}" presName="hierChild5" presStyleCnt="0"/>
      <dgm:spPr/>
    </dgm:pt>
    <dgm:pt modelId="{08242927-CEAE-4E2B-909A-01AFFCDF3071}" type="pres">
      <dgm:prSet presAssocID="{5BD5BE03-437F-4B3F-AB7B-CD102E7C5374}" presName="Name17" presStyleLbl="parChTrans1D3" presStyleIdx="4" presStyleCnt="5"/>
      <dgm:spPr/>
    </dgm:pt>
    <dgm:pt modelId="{5609143B-2DAE-41F2-8AB4-9E299D25F056}" type="pres">
      <dgm:prSet presAssocID="{EA36120B-AF62-4ED9-BE46-29E5193D5488}" presName="hierRoot3" presStyleCnt="0"/>
      <dgm:spPr/>
    </dgm:pt>
    <dgm:pt modelId="{69C04724-8545-4E6F-A59B-C9AC024D59C6}" type="pres">
      <dgm:prSet presAssocID="{EA36120B-AF62-4ED9-BE46-29E5193D5488}" presName="composite3" presStyleCnt="0"/>
      <dgm:spPr/>
    </dgm:pt>
    <dgm:pt modelId="{1D0784BF-A55F-49EB-A4AB-61D1E2E4FDE1}" type="pres">
      <dgm:prSet presAssocID="{EA36120B-AF62-4ED9-BE46-29E5193D5488}" presName="background3" presStyleLbl="node3" presStyleIdx="4" presStyleCnt="5"/>
      <dgm:spPr/>
    </dgm:pt>
    <dgm:pt modelId="{12BC2F40-DD25-4B5C-9468-CE244B4E4020}" type="pres">
      <dgm:prSet presAssocID="{EA36120B-AF62-4ED9-BE46-29E5193D5488}" presName="text3" presStyleLbl="fgAcc3" presStyleIdx="4" presStyleCnt="5">
        <dgm:presLayoutVars>
          <dgm:chPref val="3"/>
        </dgm:presLayoutVars>
      </dgm:prSet>
      <dgm:spPr/>
    </dgm:pt>
    <dgm:pt modelId="{89B0CAE7-B9B4-4201-AACD-94305664874C}" type="pres">
      <dgm:prSet presAssocID="{EA36120B-AF62-4ED9-BE46-29E5193D5488}" presName="hierChild4" presStyleCnt="0"/>
      <dgm:spPr/>
    </dgm:pt>
  </dgm:ptLst>
  <dgm:cxnLst>
    <dgm:cxn modelId="{99E32A11-2588-47B8-A743-38F8A8912C55}" type="presOf" srcId="{49E01912-BD46-4D0F-8592-FE3D48D7E89D}" destId="{3FCDAD92-4A1A-4E43-A447-BF29FCD644F7}" srcOrd="0" destOrd="0" presId="urn:microsoft.com/office/officeart/2005/8/layout/hierarchy1"/>
    <dgm:cxn modelId="{E1FB6411-FE6A-4DC3-9756-730060F7694E}" type="presOf" srcId="{4EC75082-CB8A-4395-9006-26C8A87B1936}" destId="{BBEFDC9D-6DEA-4DE7-A7E4-60ACF7D62EFE}" srcOrd="0" destOrd="0" presId="urn:microsoft.com/office/officeart/2005/8/layout/hierarchy1"/>
    <dgm:cxn modelId="{8C219F12-B95F-4BA9-9263-C0818F119F5A}" srcId="{B158152E-BEFF-4980-8922-812E4FDFB988}" destId="{6E45C97E-0752-4C2E-8864-C1ABDE78AED7}" srcOrd="0" destOrd="0" parTransId="{5532F78C-22D3-46BD-A4D8-BC33D983DD7B}" sibTransId="{68DDC965-DC66-4F23-B182-54B8B14FEDBE}"/>
    <dgm:cxn modelId="{55F47E18-23F1-47CC-97AC-61DD7AC4B396}" srcId="{F5878E92-8240-4832-97DD-72E369960135}" destId="{B158152E-BEFF-4980-8922-812E4FDFB988}" srcOrd="0" destOrd="0" parTransId="{743080A1-C7BD-4FC2-A0EC-4A03460A2A8D}" sibTransId="{C93563AA-0D76-41F2-96FF-63781EA78977}"/>
    <dgm:cxn modelId="{4C92B31E-2AFA-4ED9-964F-193EE41FD448}" srcId="{49E01912-BD46-4D0F-8592-FE3D48D7E89D}" destId="{F5878E92-8240-4832-97DD-72E369960135}" srcOrd="0" destOrd="0" parTransId="{88D4378C-6606-4083-86F1-381E9F27817F}" sibTransId="{7330FAC4-7B74-42B3-9249-DAD42979EEDB}"/>
    <dgm:cxn modelId="{7EB9A820-32E4-4F55-973E-5573ED4FAA49}" type="presOf" srcId="{BAA84567-8153-44EA-96EE-F8364BD8AA89}" destId="{988A18CE-E2CA-480C-B323-2237987DE8B2}" srcOrd="0" destOrd="0" presId="urn:microsoft.com/office/officeart/2005/8/layout/hierarchy1"/>
    <dgm:cxn modelId="{6D4B2A2B-845A-40C0-BFD5-E419781F3341}" type="presOf" srcId="{FD5C8234-7BEB-4331-8142-AE0665252614}" destId="{DA811F06-58CE-492C-989E-5E01E0D5E83B}" srcOrd="0" destOrd="0" presId="urn:microsoft.com/office/officeart/2005/8/layout/hierarchy1"/>
    <dgm:cxn modelId="{E8BAB32C-3CCF-4A19-9955-0BC47C8B939C}" srcId="{FD5C8234-7BEB-4331-8142-AE0665252614}" destId="{D0460A66-7756-4596-95CC-1F51CF2A280E}" srcOrd="1" destOrd="0" parTransId="{4EC75082-CB8A-4395-9006-26C8A87B1936}" sibTransId="{00030F7A-8A9F-4969-8FB8-2AE0D6AEF0D6}"/>
    <dgm:cxn modelId="{E933052E-543F-45FC-B1EE-EC25D55351BD}" srcId="{D0460A66-7756-4596-95CC-1F51CF2A280E}" destId="{3C611B11-F975-4181-A62C-35A97BA8375B}" srcOrd="0" destOrd="0" parTransId="{F8F2B60E-B162-4F9E-AC55-B66388454BB6}" sibTransId="{DD56E978-4BD6-4027-B974-AE4BED07D9DA}"/>
    <dgm:cxn modelId="{38995332-8D85-4726-A133-2F91CE475ABA}" type="presOf" srcId="{86F844E7-1CB2-42EA-B3A7-0A0DEB9F52BA}" destId="{E9B9F132-A31D-494C-B934-EF1513B7C629}" srcOrd="0" destOrd="0" presId="urn:microsoft.com/office/officeart/2005/8/layout/hierarchy1"/>
    <dgm:cxn modelId="{2AF63C5D-D895-4375-A881-1F496E749911}" type="presOf" srcId="{EEA39ADB-9522-4AB0-AAC4-B56ADECB7D17}" destId="{FE87155B-A9E6-4143-A11A-DE646E0B443E}" srcOrd="0" destOrd="0" presId="urn:microsoft.com/office/officeart/2005/8/layout/hierarchy1"/>
    <dgm:cxn modelId="{D2B7D761-E132-436C-9C07-8D2EE600328D}" type="presOf" srcId="{6E45C97E-0752-4C2E-8864-C1ABDE78AED7}" destId="{1967F261-E4F8-434F-8F56-14E20BD91820}" srcOrd="0" destOrd="0" presId="urn:microsoft.com/office/officeart/2005/8/layout/hierarchy1"/>
    <dgm:cxn modelId="{86ABBB62-9841-4A77-B64C-6A31DD24863C}" type="presOf" srcId="{B158152E-BEFF-4980-8922-812E4FDFB988}" destId="{04EF80DC-559A-4DD8-AB98-DF721F8BD335}" srcOrd="0" destOrd="0" presId="urn:microsoft.com/office/officeart/2005/8/layout/hierarchy1"/>
    <dgm:cxn modelId="{D0789951-88D1-4AAE-9346-0CF8E5CB65C3}" srcId="{FD5C8234-7BEB-4331-8142-AE0665252614}" destId="{86F844E7-1CB2-42EA-B3A7-0A0DEB9F52BA}" srcOrd="0" destOrd="0" parTransId="{BAA84567-8153-44EA-96EE-F8364BD8AA89}" sibTransId="{A43586C1-6B73-4EE5-8F97-22502575DA5E}"/>
    <dgm:cxn modelId="{D1611653-45CC-4A1F-8F7B-41FBC6A9D83F}" type="presOf" srcId="{CEE284AB-1277-4E42-A415-C306E49FFF4F}" destId="{8FF3FAC5-1912-45A4-81C7-8BD7CD82795D}" srcOrd="0" destOrd="0" presId="urn:microsoft.com/office/officeart/2005/8/layout/hierarchy1"/>
    <dgm:cxn modelId="{C0FF3A53-DC27-4926-9F25-9410D146D421}" type="presOf" srcId="{A57544C4-8000-4201-A32F-F04264AD438C}" destId="{FBDA6E46-0045-4C82-ABFE-678E3C7455CD}" srcOrd="0" destOrd="0" presId="urn:microsoft.com/office/officeart/2005/8/layout/hierarchy1"/>
    <dgm:cxn modelId="{6BC03759-8C52-4A83-8EB0-9B7884048E2D}" type="presOf" srcId="{3C611B11-F975-4181-A62C-35A97BA8375B}" destId="{E8056BA7-F26D-4A68-AE29-86AAF5712107}" srcOrd="0" destOrd="0" presId="urn:microsoft.com/office/officeart/2005/8/layout/hierarchy1"/>
    <dgm:cxn modelId="{D49A377E-7D71-4C04-9FA8-EFF8C6831502}" srcId="{B158152E-BEFF-4980-8922-812E4FDFB988}" destId="{F2566947-EDDF-48F4-8B42-F426CAEFADF4}" srcOrd="1" destOrd="0" parTransId="{61F7D8A4-9E1B-4260-A117-747B0D44DB98}" sibTransId="{A810D316-E79E-42C8-9CBA-D316E9144C32}"/>
    <dgm:cxn modelId="{507CDA8E-4784-4018-B8AE-0CC2C742D132}" type="presOf" srcId="{61F7D8A4-9E1B-4260-A117-747B0D44DB98}" destId="{0E5B29F5-173F-4BC0-9991-BB58131471EA}" srcOrd="0" destOrd="0" presId="urn:microsoft.com/office/officeart/2005/8/layout/hierarchy1"/>
    <dgm:cxn modelId="{156E9A95-FCA7-4275-A8E0-029C25F9EC65}" srcId="{D0460A66-7756-4596-95CC-1F51CF2A280E}" destId="{EEA39ADB-9522-4AB0-AAC4-B56ADECB7D17}" srcOrd="1" destOrd="0" parTransId="{A57544C4-8000-4201-A32F-F04264AD438C}" sibTransId="{60003845-A8DB-4ABE-9CD6-CBBFB7EC3ECA}"/>
    <dgm:cxn modelId="{9934739C-2C4D-4203-8E38-419B2705881E}" srcId="{F5878E92-8240-4832-97DD-72E369960135}" destId="{FD5C8234-7BEB-4331-8142-AE0665252614}" srcOrd="1" destOrd="0" parTransId="{CEE284AB-1277-4E42-A415-C306E49FFF4F}" sibTransId="{7ABB3E51-E9B1-4E32-B786-02420D28A10C}"/>
    <dgm:cxn modelId="{0B450DA8-615C-4E1E-9E90-BB4A033C5ED3}" srcId="{FD5C8234-7BEB-4331-8142-AE0665252614}" destId="{EA36120B-AF62-4ED9-BE46-29E5193D5488}" srcOrd="2" destOrd="0" parTransId="{5BD5BE03-437F-4B3F-AB7B-CD102E7C5374}" sibTransId="{62788087-718E-4132-8BCD-06E3F49BDB8B}"/>
    <dgm:cxn modelId="{DCFFC5AD-CDED-426C-81B9-64110026620F}" type="presOf" srcId="{F8F2B60E-B162-4F9E-AC55-B66388454BB6}" destId="{2879809B-66EA-41B9-AACC-ACC696A42E1F}" srcOrd="0" destOrd="0" presId="urn:microsoft.com/office/officeart/2005/8/layout/hierarchy1"/>
    <dgm:cxn modelId="{BD997BB0-5078-4D2E-BA61-C9233689A3FB}" type="presOf" srcId="{5BD5BE03-437F-4B3F-AB7B-CD102E7C5374}" destId="{08242927-CEAE-4E2B-909A-01AFFCDF3071}" srcOrd="0" destOrd="0" presId="urn:microsoft.com/office/officeart/2005/8/layout/hierarchy1"/>
    <dgm:cxn modelId="{CFDE1CB4-B733-44DB-80CD-2C2EE314DD70}" type="presOf" srcId="{F5878E92-8240-4832-97DD-72E369960135}" destId="{D1F57BEE-AE82-4498-A4AE-4811D240D67F}" srcOrd="0" destOrd="0" presId="urn:microsoft.com/office/officeart/2005/8/layout/hierarchy1"/>
    <dgm:cxn modelId="{166C34D5-E0E7-4F04-B0FE-F7E44A445AA2}" type="presOf" srcId="{EA36120B-AF62-4ED9-BE46-29E5193D5488}" destId="{12BC2F40-DD25-4B5C-9468-CE244B4E4020}" srcOrd="0" destOrd="0" presId="urn:microsoft.com/office/officeart/2005/8/layout/hierarchy1"/>
    <dgm:cxn modelId="{79E300DF-5405-4BF2-B92F-F6D7C54AE846}" type="presOf" srcId="{F2566947-EDDF-48F4-8B42-F426CAEFADF4}" destId="{84E24FBC-81D6-42E7-8DA4-4EFFEA1D8E04}" srcOrd="0" destOrd="0" presId="urn:microsoft.com/office/officeart/2005/8/layout/hierarchy1"/>
    <dgm:cxn modelId="{4F6321E8-0B7A-428A-9B7D-DA67B780BA23}" type="presOf" srcId="{743080A1-C7BD-4FC2-A0EC-4A03460A2A8D}" destId="{9972630A-6C88-4A55-9418-17028023D774}" srcOrd="0" destOrd="0" presId="urn:microsoft.com/office/officeart/2005/8/layout/hierarchy1"/>
    <dgm:cxn modelId="{4235BBEB-94B3-41CE-8FB2-6AFA2200D721}" type="presOf" srcId="{5532F78C-22D3-46BD-A4D8-BC33D983DD7B}" destId="{44AC591A-AD78-4CA0-95B7-D42F2227ED78}" srcOrd="0" destOrd="0" presId="urn:microsoft.com/office/officeart/2005/8/layout/hierarchy1"/>
    <dgm:cxn modelId="{84F02BED-97EF-48F6-9224-9FD247AFEB45}" type="presOf" srcId="{D0460A66-7756-4596-95CC-1F51CF2A280E}" destId="{E79779AE-7549-4A9C-BB50-8BDE24966E5D}" srcOrd="0" destOrd="0" presId="urn:microsoft.com/office/officeart/2005/8/layout/hierarchy1"/>
    <dgm:cxn modelId="{346AD57F-B424-4746-BC9A-F93E01FF2D04}" type="presParOf" srcId="{3FCDAD92-4A1A-4E43-A447-BF29FCD644F7}" destId="{91CB232B-B99E-4940-AF83-BA6A5D40C228}" srcOrd="0" destOrd="0" presId="urn:microsoft.com/office/officeart/2005/8/layout/hierarchy1"/>
    <dgm:cxn modelId="{7B1455ED-5088-42B8-9C3F-A402D59335BA}" type="presParOf" srcId="{91CB232B-B99E-4940-AF83-BA6A5D40C228}" destId="{39B71736-A363-40EE-9748-9536F001717E}" srcOrd="0" destOrd="0" presId="urn:microsoft.com/office/officeart/2005/8/layout/hierarchy1"/>
    <dgm:cxn modelId="{ED65D33A-548C-41CD-AA9B-7D6A04AE0D80}" type="presParOf" srcId="{39B71736-A363-40EE-9748-9536F001717E}" destId="{1FF12C03-E89C-4A6E-AF5D-A10072F227AB}" srcOrd="0" destOrd="0" presId="urn:microsoft.com/office/officeart/2005/8/layout/hierarchy1"/>
    <dgm:cxn modelId="{CDA927D7-28D3-4BE3-9BEF-AD5E8ED645ED}" type="presParOf" srcId="{39B71736-A363-40EE-9748-9536F001717E}" destId="{D1F57BEE-AE82-4498-A4AE-4811D240D67F}" srcOrd="1" destOrd="0" presId="urn:microsoft.com/office/officeart/2005/8/layout/hierarchy1"/>
    <dgm:cxn modelId="{A772C8F0-A696-44F0-8A34-9B52CB51AF09}" type="presParOf" srcId="{91CB232B-B99E-4940-AF83-BA6A5D40C228}" destId="{0CE2F09D-CF44-42C0-A38B-72BFDA468936}" srcOrd="1" destOrd="0" presId="urn:microsoft.com/office/officeart/2005/8/layout/hierarchy1"/>
    <dgm:cxn modelId="{E296064A-8C59-4A9E-A46A-DD865AA86CC1}" type="presParOf" srcId="{0CE2F09D-CF44-42C0-A38B-72BFDA468936}" destId="{9972630A-6C88-4A55-9418-17028023D774}" srcOrd="0" destOrd="0" presId="urn:microsoft.com/office/officeart/2005/8/layout/hierarchy1"/>
    <dgm:cxn modelId="{EA394640-FD67-4C61-9A18-8D2B152C2CBE}" type="presParOf" srcId="{0CE2F09D-CF44-42C0-A38B-72BFDA468936}" destId="{1FEFB261-8D8A-43CE-B6AA-C9B90C88EA38}" srcOrd="1" destOrd="0" presId="urn:microsoft.com/office/officeart/2005/8/layout/hierarchy1"/>
    <dgm:cxn modelId="{6CFF3EAF-8349-46B3-A262-5F6551450509}" type="presParOf" srcId="{1FEFB261-8D8A-43CE-B6AA-C9B90C88EA38}" destId="{0AD80522-60EB-4390-87BE-8F4E08216A8D}" srcOrd="0" destOrd="0" presId="urn:microsoft.com/office/officeart/2005/8/layout/hierarchy1"/>
    <dgm:cxn modelId="{893386EF-F408-48EC-BCD6-668962610008}" type="presParOf" srcId="{0AD80522-60EB-4390-87BE-8F4E08216A8D}" destId="{262FC079-CCD5-409C-9366-64E1018AD7A7}" srcOrd="0" destOrd="0" presId="urn:microsoft.com/office/officeart/2005/8/layout/hierarchy1"/>
    <dgm:cxn modelId="{F42CC226-60C2-4BB9-8040-1F3CA6CDAFC1}" type="presParOf" srcId="{0AD80522-60EB-4390-87BE-8F4E08216A8D}" destId="{04EF80DC-559A-4DD8-AB98-DF721F8BD335}" srcOrd="1" destOrd="0" presId="urn:microsoft.com/office/officeart/2005/8/layout/hierarchy1"/>
    <dgm:cxn modelId="{BD871E23-0E1C-427D-B028-D1E616C1AC8B}" type="presParOf" srcId="{1FEFB261-8D8A-43CE-B6AA-C9B90C88EA38}" destId="{19007810-1025-4DF0-9D5D-1C1545CF9509}" srcOrd="1" destOrd="0" presId="urn:microsoft.com/office/officeart/2005/8/layout/hierarchy1"/>
    <dgm:cxn modelId="{FF86E139-5192-4583-B60E-6AD7D5D13D39}" type="presParOf" srcId="{19007810-1025-4DF0-9D5D-1C1545CF9509}" destId="{44AC591A-AD78-4CA0-95B7-D42F2227ED78}" srcOrd="0" destOrd="0" presId="urn:microsoft.com/office/officeart/2005/8/layout/hierarchy1"/>
    <dgm:cxn modelId="{9DA8FCEE-3FFD-4E41-A2DF-09729221CFC2}" type="presParOf" srcId="{19007810-1025-4DF0-9D5D-1C1545CF9509}" destId="{92131E5D-8DDE-47EB-A83E-855D763DC535}" srcOrd="1" destOrd="0" presId="urn:microsoft.com/office/officeart/2005/8/layout/hierarchy1"/>
    <dgm:cxn modelId="{56ED5D79-7E01-465D-B2ED-16FDD9CC0F18}" type="presParOf" srcId="{92131E5D-8DDE-47EB-A83E-855D763DC535}" destId="{7DCD74CD-702D-46F1-BFFD-8FA940D56AF0}" srcOrd="0" destOrd="0" presId="urn:microsoft.com/office/officeart/2005/8/layout/hierarchy1"/>
    <dgm:cxn modelId="{B281922F-773B-4660-9FFC-A7EFBE3AEA9D}" type="presParOf" srcId="{7DCD74CD-702D-46F1-BFFD-8FA940D56AF0}" destId="{956C5A52-8CC3-4A58-8733-3ADBD9B4809F}" srcOrd="0" destOrd="0" presId="urn:microsoft.com/office/officeart/2005/8/layout/hierarchy1"/>
    <dgm:cxn modelId="{F99EBF67-587A-4814-B1F1-7AC8F6811C04}" type="presParOf" srcId="{7DCD74CD-702D-46F1-BFFD-8FA940D56AF0}" destId="{1967F261-E4F8-434F-8F56-14E20BD91820}" srcOrd="1" destOrd="0" presId="urn:microsoft.com/office/officeart/2005/8/layout/hierarchy1"/>
    <dgm:cxn modelId="{5118554D-6790-4868-ADF0-969A53381503}" type="presParOf" srcId="{92131E5D-8DDE-47EB-A83E-855D763DC535}" destId="{9B4B8179-990D-4C32-9A80-CDB349FF7CFD}" srcOrd="1" destOrd="0" presId="urn:microsoft.com/office/officeart/2005/8/layout/hierarchy1"/>
    <dgm:cxn modelId="{690B09FF-864C-4F15-B791-450A5540BD34}" type="presParOf" srcId="{19007810-1025-4DF0-9D5D-1C1545CF9509}" destId="{0E5B29F5-173F-4BC0-9991-BB58131471EA}" srcOrd="2" destOrd="0" presId="urn:microsoft.com/office/officeart/2005/8/layout/hierarchy1"/>
    <dgm:cxn modelId="{2CE3142C-0C17-4AFB-B833-8542E6A2B750}" type="presParOf" srcId="{19007810-1025-4DF0-9D5D-1C1545CF9509}" destId="{83057C8F-DDED-41D9-8297-0BED03B724D2}" srcOrd="3" destOrd="0" presId="urn:microsoft.com/office/officeart/2005/8/layout/hierarchy1"/>
    <dgm:cxn modelId="{53AB3493-DBFA-4DE2-ABDE-98FAEE304C4D}" type="presParOf" srcId="{83057C8F-DDED-41D9-8297-0BED03B724D2}" destId="{64A15421-93F3-436F-954F-75367F1F0547}" srcOrd="0" destOrd="0" presId="urn:microsoft.com/office/officeart/2005/8/layout/hierarchy1"/>
    <dgm:cxn modelId="{58C73247-B196-4714-B5D8-D12B833D5DB0}" type="presParOf" srcId="{64A15421-93F3-436F-954F-75367F1F0547}" destId="{4A79A66E-7C56-4977-9062-CE64CB0FB1EA}" srcOrd="0" destOrd="0" presId="urn:microsoft.com/office/officeart/2005/8/layout/hierarchy1"/>
    <dgm:cxn modelId="{F75F9EDF-7A97-41D2-B493-809D8D97412B}" type="presParOf" srcId="{64A15421-93F3-436F-954F-75367F1F0547}" destId="{84E24FBC-81D6-42E7-8DA4-4EFFEA1D8E04}" srcOrd="1" destOrd="0" presId="urn:microsoft.com/office/officeart/2005/8/layout/hierarchy1"/>
    <dgm:cxn modelId="{4CC77F41-3028-49FF-9F1F-4FD7BB16FE30}" type="presParOf" srcId="{83057C8F-DDED-41D9-8297-0BED03B724D2}" destId="{A5AB2486-89D8-4EF8-8E5E-4F5A97C6A4D4}" srcOrd="1" destOrd="0" presId="urn:microsoft.com/office/officeart/2005/8/layout/hierarchy1"/>
    <dgm:cxn modelId="{43727B38-B228-4AF8-959D-24D1853BB20A}" type="presParOf" srcId="{0CE2F09D-CF44-42C0-A38B-72BFDA468936}" destId="{8FF3FAC5-1912-45A4-81C7-8BD7CD82795D}" srcOrd="2" destOrd="0" presId="urn:microsoft.com/office/officeart/2005/8/layout/hierarchy1"/>
    <dgm:cxn modelId="{8CB00581-7D06-45FD-9178-C4CB1AB4BA1E}" type="presParOf" srcId="{0CE2F09D-CF44-42C0-A38B-72BFDA468936}" destId="{FA3DC07C-D863-487A-B68F-A513500D3FCC}" srcOrd="3" destOrd="0" presId="urn:microsoft.com/office/officeart/2005/8/layout/hierarchy1"/>
    <dgm:cxn modelId="{BE708DC9-BBE7-4CAF-A81B-E1AC76554B7B}" type="presParOf" srcId="{FA3DC07C-D863-487A-B68F-A513500D3FCC}" destId="{9B09760E-1F40-4C70-9CF8-A21EA6CEECDC}" srcOrd="0" destOrd="0" presId="urn:microsoft.com/office/officeart/2005/8/layout/hierarchy1"/>
    <dgm:cxn modelId="{3C1C14F2-B233-479B-B677-7D40564C3B05}" type="presParOf" srcId="{9B09760E-1F40-4C70-9CF8-A21EA6CEECDC}" destId="{566C811B-ECF8-4501-96D9-E246B2E04042}" srcOrd="0" destOrd="0" presId="urn:microsoft.com/office/officeart/2005/8/layout/hierarchy1"/>
    <dgm:cxn modelId="{7F018683-0DA6-43D9-A165-3043DCE08844}" type="presParOf" srcId="{9B09760E-1F40-4C70-9CF8-A21EA6CEECDC}" destId="{DA811F06-58CE-492C-989E-5E01E0D5E83B}" srcOrd="1" destOrd="0" presId="urn:microsoft.com/office/officeart/2005/8/layout/hierarchy1"/>
    <dgm:cxn modelId="{42074BAA-34E7-4ED6-B14F-9823AA1B34B7}" type="presParOf" srcId="{FA3DC07C-D863-487A-B68F-A513500D3FCC}" destId="{779A9475-3915-43FD-A3FB-7FB596595958}" srcOrd="1" destOrd="0" presId="urn:microsoft.com/office/officeart/2005/8/layout/hierarchy1"/>
    <dgm:cxn modelId="{4185DD99-CED3-4147-AAED-978AB2CDB996}" type="presParOf" srcId="{779A9475-3915-43FD-A3FB-7FB596595958}" destId="{988A18CE-E2CA-480C-B323-2237987DE8B2}" srcOrd="0" destOrd="0" presId="urn:microsoft.com/office/officeart/2005/8/layout/hierarchy1"/>
    <dgm:cxn modelId="{FF56CA20-F3BE-4D8F-B9B9-B6AB79840935}" type="presParOf" srcId="{779A9475-3915-43FD-A3FB-7FB596595958}" destId="{9569B6D2-4347-4980-8085-B894D3F2039E}" srcOrd="1" destOrd="0" presId="urn:microsoft.com/office/officeart/2005/8/layout/hierarchy1"/>
    <dgm:cxn modelId="{C63D5494-4D69-48DD-8170-CD03B72E3B84}" type="presParOf" srcId="{9569B6D2-4347-4980-8085-B894D3F2039E}" destId="{EC4A6AC9-3BB4-42FD-8F43-00BF32A75101}" srcOrd="0" destOrd="0" presId="urn:microsoft.com/office/officeart/2005/8/layout/hierarchy1"/>
    <dgm:cxn modelId="{F629CC9C-BB1D-417C-9059-41D1EC95D17F}" type="presParOf" srcId="{EC4A6AC9-3BB4-42FD-8F43-00BF32A75101}" destId="{4A874F81-89C7-4C90-9EDC-85CC52A43302}" srcOrd="0" destOrd="0" presId="urn:microsoft.com/office/officeart/2005/8/layout/hierarchy1"/>
    <dgm:cxn modelId="{C71263F3-4D8B-48CD-B3D2-4E0AB544050D}" type="presParOf" srcId="{EC4A6AC9-3BB4-42FD-8F43-00BF32A75101}" destId="{E9B9F132-A31D-494C-B934-EF1513B7C629}" srcOrd="1" destOrd="0" presId="urn:microsoft.com/office/officeart/2005/8/layout/hierarchy1"/>
    <dgm:cxn modelId="{BA1E4A3D-1E3D-4FE5-AAB1-F6AB2C802310}" type="presParOf" srcId="{9569B6D2-4347-4980-8085-B894D3F2039E}" destId="{662C76A8-069F-4391-A453-10984B2DD54D}" srcOrd="1" destOrd="0" presId="urn:microsoft.com/office/officeart/2005/8/layout/hierarchy1"/>
    <dgm:cxn modelId="{E0B6CCD6-3A9D-4183-9ED3-EF12B46F4A00}" type="presParOf" srcId="{779A9475-3915-43FD-A3FB-7FB596595958}" destId="{BBEFDC9D-6DEA-4DE7-A7E4-60ACF7D62EFE}" srcOrd="2" destOrd="0" presId="urn:microsoft.com/office/officeart/2005/8/layout/hierarchy1"/>
    <dgm:cxn modelId="{B48CB44E-5399-4744-8094-AAFA239D16E3}" type="presParOf" srcId="{779A9475-3915-43FD-A3FB-7FB596595958}" destId="{F2722DEE-E30D-437D-A30F-78C8D37B68B5}" srcOrd="3" destOrd="0" presId="urn:microsoft.com/office/officeart/2005/8/layout/hierarchy1"/>
    <dgm:cxn modelId="{3B2B2B87-FC7C-49B7-A4A3-A86747F903D1}" type="presParOf" srcId="{F2722DEE-E30D-437D-A30F-78C8D37B68B5}" destId="{C40EB8F3-8AA8-4E48-A2E3-0402F7805EA7}" srcOrd="0" destOrd="0" presId="urn:microsoft.com/office/officeart/2005/8/layout/hierarchy1"/>
    <dgm:cxn modelId="{1D40CB98-A632-4869-9ED8-4C276AB52F7D}" type="presParOf" srcId="{C40EB8F3-8AA8-4E48-A2E3-0402F7805EA7}" destId="{94B121C5-16A0-4B91-AFC6-A5DD2A21DC7A}" srcOrd="0" destOrd="0" presId="urn:microsoft.com/office/officeart/2005/8/layout/hierarchy1"/>
    <dgm:cxn modelId="{7C8D6E21-2166-4E28-B185-B7EC1B198750}" type="presParOf" srcId="{C40EB8F3-8AA8-4E48-A2E3-0402F7805EA7}" destId="{E79779AE-7549-4A9C-BB50-8BDE24966E5D}" srcOrd="1" destOrd="0" presId="urn:microsoft.com/office/officeart/2005/8/layout/hierarchy1"/>
    <dgm:cxn modelId="{1D4E46BB-2414-4CB6-9299-B95EB427099B}" type="presParOf" srcId="{F2722DEE-E30D-437D-A30F-78C8D37B68B5}" destId="{3FAFA9F5-CF7E-4EF3-BCA3-54AC14D7C437}" srcOrd="1" destOrd="0" presId="urn:microsoft.com/office/officeart/2005/8/layout/hierarchy1"/>
    <dgm:cxn modelId="{60964D78-A156-4D20-9D7C-ED785AE93B33}" type="presParOf" srcId="{3FAFA9F5-CF7E-4EF3-BCA3-54AC14D7C437}" destId="{2879809B-66EA-41B9-AACC-ACC696A42E1F}" srcOrd="0" destOrd="0" presId="urn:microsoft.com/office/officeart/2005/8/layout/hierarchy1"/>
    <dgm:cxn modelId="{D324D6D8-DA69-47AC-A545-BAA3FE5508BD}" type="presParOf" srcId="{3FAFA9F5-CF7E-4EF3-BCA3-54AC14D7C437}" destId="{3E0E24AE-D806-4F90-9BD9-9453B08393BF}" srcOrd="1" destOrd="0" presId="urn:microsoft.com/office/officeart/2005/8/layout/hierarchy1"/>
    <dgm:cxn modelId="{CCC06D2D-7364-4994-AF0C-72C1FD1619E3}" type="presParOf" srcId="{3E0E24AE-D806-4F90-9BD9-9453B08393BF}" destId="{8D6DC9E9-70C3-46DD-88BE-791A190E2F14}" srcOrd="0" destOrd="0" presId="urn:microsoft.com/office/officeart/2005/8/layout/hierarchy1"/>
    <dgm:cxn modelId="{3FC8ACFE-1B39-4B15-A87D-99465EF0532B}" type="presParOf" srcId="{8D6DC9E9-70C3-46DD-88BE-791A190E2F14}" destId="{43DACF03-C343-4FA3-A062-28C19366EAF3}" srcOrd="0" destOrd="0" presId="urn:microsoft.com/office/officeart/2005/8/layout/hierarchy1"/>
    <dgm:cxn modelId="{26204083-C68B-45B4-B575-7A132524E661}" type="presParOf" srcId="{8D6DC9E9-70C3-46DD-88BE-791A190E2F14}" destId="{E8056BA7-F26D-4A68-AE29-86AAF5712107}" srcOrd="1" destOrd="0" presId="urn:microsoft.com/office/officeart/2005/8/layout/hierarchy1"/>
    <dgm:cxn modelId="{AA13C338-F4BA-4359-8BEB-EFB0FE239DF0}" type="presParOf" srcId="{3E0E24AE-D806-4F90-9BD9-9453B08393BF}" destId="{CAF9BB11-DEFE-4536-841F-068006ACF448}" srcOrd="1" destOrd="0" presId="urn:microsoft.com/office/officeart/2005/8/layout/hierarchy1"/>
    <dgm:cxn modelId="{51F7C408-04F6-4C92-B046-02C2DCCA8B8F}" type="presParOf" srcId="{3FAFA9F5-CF7E-4EF3-BCA3-54AC14D7C437}" destId="{FBDA6E46-0045-4C82-ABFE-678E3C7455CD}" srcOrd="2" destOrd="0" presId="urn:microsoft.com/office/officeart/2005/8/layout/hierarchy1"/>
    <dgm:cxn modelId="{988E7AF5-EDFE-4200-B79E-BC9710291154}" type="presParOf" srcId="{3FAFA9F5-CF7E-4EF3-BCA3-54AC14D7C437}" destId="{AA842556-7B63-4EE4-89A0-EB614590D9FC}" srcOrd="3" destOrd="0" presId="urn:microsoft.com/office/officeart/2005/8/layout/hierarchy1"/>
    <dgm:cxn modelId="{AE33428D-84E2-4330-A57A-B3147EE36A69}" type="presParOf" srcId="{AA842556-7B63-4EE4-89A0-EB614590D9FC}" destId="{C6CA7284-C555-4839-A868-1E71EDD8313E}" srcOrd="0" destOrd="0" presId="urn:microsoft.com/office/officeart/2005/8/layout/hierarchy1"/>
    <dgm:cxn modelId="{344AABDF-2293-45AB-B3A3-71DFD2DE2C11}" type="presParOf" srcId="{C6CA7284-C555-4839-A868-1E71EDD8313E}" destId="{8FC33AA4-B9CD-4EBE-AE90-8FA4D8D6234C}" srcOrd="0" destOrd="0" presId="urn:microsoft.com/office/officeart/2005/8/layout/hierarchy1"/>
    <dgm:cxn modelId="{BE25984A-8B0D-4962-9BA9-30DE544B8982}" type="presParOf" srcId="{C6CA7284-C555-4839-A868-1E71EDD8313E}" destId="{FE87155B-A9E6-4143-A11A-DE646E0B443E}" srcOrd="1" destOrd="0" presId="urn:microsoft.com/office/officeart/2005/8/layout/hierarchy1"/>
    <dgm:cxn modelId="{E32F16C4-DED7-45F4-A8E5-DBCE2254F451}" type="presParOf" srcId="{AA842556-7B63-4EE4-89A0-EB614590D9FC}" destId="{D4D035AC-392A-48C0-A333-74ED618DBA59}" srcOrd="1" destOrd="0" presId="urn:microsoft.com/office/officeart/2005/8/layout/hierarchy1"/>
    <dgm:cxn modelId="{6AC5254F-6447-4515-9AD3-B8A3944F5F68}" type="presParOf" srcId="{779A9475-3915-43FD-A3FB-7FB596595958}" destId="{08242927-CEAE-4E2B-909A-01AFFCDF3071}" srcOrd="4" destOrd="0" presId="urn:microsoft.com/office/officeart/2005/8/layout/hierarchy1"/>
    <dgm:cxn modelId="{62FB05AB-FE34-42F0-BBC7-271A2A3F7B76}" type="presParOf" srcId="{779A9475-3915-43FD-A3FB-7FB596595958}" destId="{5609143B-2DAE-41F2-8AB4-9E299D25F056}" srcOrd="5" destOrd="0" presId="urn:microsoft.com/office/officeart/2005/8/layout/hierarchy1"/>
    <dgm:cxn modelId="{B1FC41BB-9C7E-4D5A-ABD5-9A822AA753FC}" type="presParOf" srcId="{5609143B-2DAE-41F2-8AB4-9E299D25F056}" destId="{69C04724-8545-4E6F-A59B-C9AC024D59C6}" srcOrd="0" destOrd="0" presId="urn:microsoft.com/office/officeart/2005/8/layout/hierarchy1"/>
    <dgm:cxn modelId="{F393314C-AB42-4810-9274-AC508C8C9A45}" type="presParOf" srcId="{69C04724-8545-4E6F-A59B-C9AC024D59C6}" destId="{1D0784BF-A55F-49EB-A4AB-61D1E2E4FDE1}" srcOrd="0" destOrd="0" presId="urn:microsoft.com/office/officeart/2005/8/layout/hierarchy1"/>
    <dgm:cxn modelId="{9F66CF7F-4AF1-4E7A-AACF-87EDB30670D0}" type="presParOf" srcId="{69C04724-8545-4E6F-A59B-C9AC024D59C6}" destId="{12BC2F40-DD25-4B5C-9468-CE244B4E4020}" srcOrd="1" destOrd="0" presId="urn:microsoft.com/office/officeart/2005/8/layout/hierarchy1"/>
    <dgm:cxn modelId="{FCB2942C-9627-456B-B936-5419338D05BA}" type="presParOf" srcId="{5609143B-2DAE-41F2-8AB4-9E299D25F056}" destId="{89B0CAE7-B9B4-4201-AACD-94305664874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DB282266-954E-4500-A51F-59307B7AD150}" type="doc">
      <dgm:prSet loTypeId="urn:microsoft.com/office/officeart/2005/8/layout/hProcess7" loCatId="process" qsTypeId="urn:microsoft.com/office/officeart/2005/8/quickstyle/simple1#25" qsCatId="simple" csTypeId="urn:microsoft.com/office/officeart/2018/5/colors/Iconchunking_neutralbg_colorful1" csCatId="colorful" phldr="1"/>
      <dgm:spPr/>
      <dgm:t>
        <a:bodyPr/>
        <a:lstStyle/>
        <a:p>
          <a:endParaRPr lang="en-US"/>
        </a:p>
      </dgm:t>
    </dgm:pt>
    <dgm:pt modelId="{6652183F-FA61-4243-AB1D-E0C19A0BB07B}">
      <dgm:prSet custT="1"/>
      <dgm:spPr/>
      <dgm:t>
        <a:bodyPr/>
        <a:lstStyle/>
        <a:p>
          <a:pPr>
            <a:defRPr b="1"/>
          </a:pPr>
          <a:r>
            <a:rPr lang="es-CR" sz="3600" dirty="0"/>
            <a:t>Funcionales</a:t>
          </a:r>
          <a:endParaRPr lang="en-US" sz="4400" dirty="0"/>
        </a:p>
      </dgm:t>
    </dgm:pt>
    <dgm:pt modelId="{F2990BCC-AD5D-4C09-B4A6-AB91AA92BD2F}" type="parTrans" cxnId="{1F5D223B-0AFC-4984-B308-DD8706055C28}">
      <dgm:prSet/>
      <dgm:spPr/>
      <dgm:t>
        <a:bodyPr/>
        <a:lstStyle/>
        <a:p>
          <a:endParaRPr lang="en-US" sz="2000"/>
        </a:p>
      </dgm:t>
    </dgm:pt>
    <dgm:pt modelId="{24D7067A-4790-4AF8-9498-2853BC62A021}" type="sibTrans" cxnId="{1F5D223B-0AFC-4984-B308-DD8706055C28}">
      <dgm:prSet/>
      <dgm:spPr/>
      <dgm:t>
        <a:bodyPr/>
        <a:lstStyle/>
        <a:p>
          <a:endParaRPr lang="en-US" sz="2000"/>
        </a:p>
      </dgm:t>
    </dgm:pt>
    <dgm:pt modelId="{1B477D91-D743-429B-BAB5-B3C4929904F9}">
      <dgm:prSet custT="1"/>
      <dgm:spPr/>
      <dgm:t>
        <a:bodyPr/>
        <a:lstStyle/>
        <a:p>
          <a:r>
            <a:rPr lang="es-CR" sz="2000" dirty="0"/>
            <a:t>Es una prueba basada en la ejecución, revisión y retroalimentación de las funcionalidades previamente diseñadas para el software</a:t>
          </a:r>
          <a:endParaRPr lang="en-US" sz="2000" dirty="0"/>
        </a:p>
      </dgm:t>
    </dgm:pt>
    <dgm:pt modelId="{1EC4D2F5-74FF-4C71-B51A-9CE56E89B899}" type="parTrans" cxnId="{F3EBA39E-154C-415D-BBD2-8620FDB0CD85}">
      <dgm:prSet/>
      <dgm:spPr/>
      <dgm:t>
        <a:bodyPr/>
        <a:lstStyle/>
        <a:p>
          <a:endParaRPr lang="en-US" sz="2000"/>
        </a:p>
      </dgm:t>
    </dgm:pt>
    <dgm:pt modelId="{E906372A-4354-4EC2-B270-8289109FE010}" type="sibTrans" cxnId="{F3EBA39E-154C-415D-BBD2-8620FDB0CD85}">
      <dgm:prSet/>
      <dgm:spPr/>
      <dgm:t>
        <a:bodyPr/>
        <a:lstStyle/>
        <a:p>
          <a:endParaRPr lang="en-US" sz="2000"/>
        </a:p>
      </dgm:t>
    </dgm:pt>
    <dgm:pt modelId="{A501AC6E-498F-46EC-BA7F-ADB8BC5D53B1}">
      <dgm:prSet custT="1"/>
      <dgm:spPr/>
      <dgm:t>
        <a:bodyPr/>
        <a:lstStyle/>
        <a:p>
          <a:r>
            <a:rPr lang="es-CR" sz="2000" dirty="0"/>
            <a:t>Son pruebas específicas, concretas y exhaustivas para probar y validar que el software hace lo que debe y sobre todo, lo que se ha especificado.</a:t>
          </a:r>
          <a:endParaRPr lang="en-US" sz="2000" dirty="0"/>
        </a:p>
      </dgm:t>
    </dgm:pt>
    <dgm:pt modelId="{16A6DE83-23EF-4ED5-857A-F1DB65CF19C2}" type="parTrans" cxnId="{92652735-0955-49FC-8370-F93B40371F8D}">
      <dgm:prSet/>
      <dgm:spPr/>
      <dgm:t>
        <a:bodyPr/>
        <a:lstStyle/>
        <a:p>
          <a:endParaRPr lang="en-US" sz="2000"/>
        </a:p>
      </dgm:t>
    </dgm:pt>
    <dgm:pt modelId="{020565B8-DE03-4C04-8709-DF5D3B01E9BD}" type="sibTrans" cxnId="{92652735-0955-49FC-8370-F93B40371F8D}">
      <dgm:prSet/>
      <dgm:spPr/>
      <dgm:t>
        <a:bodyPr/>
        <a:lstStyle/>
        <a:p>
          <a:endParaRPr lang="en-US" sz="2000"/>
        </a:p>
      </dgm:t>
    </dgm:pt>
    <dgm:pt modelId="{2F663E27-7C27-4635-8623-B809D3C2D694}">
      <dgm:prSet custT="1"/>
      <dgm:spPr/>
      <dgm:t>
        <a:bodyPr/>
        <a:lstStyle/>
        <a:p>
          <a:r>
            <a:rPr lang="es-CR" sz="2000"/>
            <a:t>Se basan en el análisis de la especificación funcional de un componente o de un sistema.</a:t>
          </a:r>
          <a:endParaRPr lang="en-US" sz="2000"/>
        </a:p>
      </dgm:t>
    </dgm:pt>
    <dgm:pt modelId="{B6C2C1C5-E9BB-443A-9BA8-10E5A24986B9}" type="parTrans" cxnId="{5CE80E4E-5E6B-434D-B30A-0B5CE841775A}">
      <dgm:prSet/>
      <dgm:spPr/>
      <dgm:t>
        <a:bodyPr/>
        <a:lstStyle/>
        <a:p>
          <a:endParaRPr lang="en-US" sz="2000"/>
        </a:p>
      </dgm:t>
    </dgm:pt>
    <dgm:pt modelId="{500C366F-EBAC-4F35-9295-4B2BF9129645}" type="sibTrans" cxnId="{5CE80E4E-5E6B-434D-B30A-0B5CE841775A}">
      <dgm:prSet/>
      <dgm:spPr/>
      <dgm:t>
        <a:bodyPr/>
        <a:lstStyle/>
        <a:p>
          <a:endParaRPr lang="en-US" sz="2000"/>
        </a:p>
      </dgm:t>
    </dgm:pt>
    <dgm:pt modelId="{EB4F3456-8F97-45B8-9985-A94267B1E8FF}">
      <dgm:prSet custT="1"/>
      <dgm:spPr/>
      <dgm:t>
        <a:bodyPr/>
        <a:lstStyle/>
        <a:p>
          <a:r>
            <a:rPr lang="es-CR" sz="2000"/>
            <a:t>Se clasifican en:</a:t>
          </a:r>
          <a:endParaRPr lang="en-US" sz="2000"/>
        </a:p>
      </dgm:t>
    </dgm:pt>
    <dgm:pt modelId="{EB670CC2-672A-448A-9F49-1A88BCC330B8}" type="parTrans" cxnId="{76D59C86-2098-4216-BF54-3A61EDE80C63}">
      <dgm:prSet/>
      <dgm:spPr/>
      <dgm:t>
        <a:bodyPr/>
        <a:lstStyle/>
        <a:p>
          <a:endParaRPr lang="en-US" sz="2000"/>
        </a:p>
      </dgm:t>
    </dgm:pt>
    <dgm:pt modelId="{CC5D5B07-E2B3-49C2-BAC5-BDAF5A8586EF}" type="sibTrans" cxnId="{76D59C86-2098-4216-BF54-3A61EDE80C63}">
      <dgm:prSet/>
      <dgm:spPr/>
      <dgm:t>
        <a:bodyPr/>
        <a:lstStyle/>
        <a:p>
          <a:endParaRPr lang="en-US" sz="2000"/>
        </a:p>
      </dgm:t>
    </dgm:pt>
    <dgm:pt modelId="{4DA987FA-A67D-4A05-ABBC-BA691A427FAB}">
      <dgm:prSet custT="1"/>
      <dgm:spPr/>
      <dgm:t>
        <a:bodyPr/>
        <a:lstStyle/>
        <a:p>
          <a:r>
            <a:rPr lang="es-CR" sz="1600"/>
            <a:t>Manuales</a:t>
          </a:r>
          <a:endParaRPr lang="en-US" sz="1600"/>
        </a:p>
      </dgm:t>
    </dgm:pt>
    <dgm:pt modelId="{BF2A6B30-2EFD-4C1C-8758-AC299085A16A}" type="parTrans" cxnId="{E6250370-5052-472F-924C-188BA6B4D9E0}">
      <dgm:prSet/>
      <dgm:spPr/>
      <dgm:t>
        <a:bodyPr/>
        <a:lstStyle/>
        <a:p>
          <a:endParaRPr lang="en-US" sz="2000"/>
        </a:p>
      </dgm:t>
    </dgm:pt>
    <dgm:pt modelId="{9B1B2BBA-8E29-4149-9DF2-A661CD0FEECD}" type="sibTrans" cxnId="{E6250370-5052-472F-924C-188BA6B4D9E0}">
      <dgm:prSet/>
      <dgm:spPr/>
      <dgm:t>
        <a:bodyPr/>
        <a:lstStyle/>
        <a:p>
          <a:endParaRPr lang="en-US" sz="2000"/>
        </a:p>
      </dgm:t>
    </dgm:pt>
    <dgm:pt modelId="{17F6DB19-6558-4743-A653-D6C9B77144D0}">
      <dgm:prSet custT="1"/>
      <dgm:spPr/>
      <dgm:t>
        <a:bodyPr/>
        <a:lstStyle/>
        <a:p>
          <a:r>
            <a:rPr lang="es-CR" sz="1600"/>
            <a:t>Automáticas</a:t>
          </a:r>
          <a:endParaRPr lang="en-US" sz="1600"/>
        </a:p>
      </dgm:t>
    </dgm:pt>
    <dgm:pt modelId="{CB99E738-0CFC-4AD2-B7C3-6054CA2A0E1B}" type="parTrans" cxnId="{D13537DD-D80D-451C-90CF-1723BDC1C23C}">
      <dgm:prSet/>
      <dgm:spPr/>
      <dgm:t>
        <a:bodyPr/>
        <a:lstStyle/>
        <a:p>
          <a:endParaRPr lang="en-US" sz="2000"/>
        </a:p>
      </dgm:t>
    </dgm:pt>
    <dgm:pt modelId="{16D93F31-7C85-4D27-927D-CF5C7A5236B1}" type="sibTrans" cxnId="{D13537DD-D80D-451C-90CF-1723BDC1C23C}">
      <dgm:prSet/>
      <dgm:spPr/>
      <dgm:t>
        <a:bodyPr/>
        <a:lstStyle/>
        <a:p>
          <a:endParaRPr lang="en-US" sz="2000"/>
        </a:p>
      </dgm:t>
    </dgm:pt>
    <dgm:pt modelId="{7AFB2EB0-2F42-4B57-A9E3-5736A2D732DA}">
      <dgm:prSet custT="1"/>
      <dgm:spPr/>
      <dgm:t>
        <a:bodyPr/>
        <a:lstStyle/>
        <a:p>
          <a:pPr>
            <a:defRPr b="1"/>
          </a:pPr>
          <a:r>
            <a:rPr lang="es-CR" sz="3600" dirty="0"/>
            <a:t>No funcionales</a:t>
          </a:r>
          <a:endParaRPr lang="en-US" sz="3600" dirty="0"/>
        </a:p>
      </dgm:t>
    </dgm:pt>
    <dgm:pt modelId="{EC868357-0A94-4673-A3A3-26DB3CAE6BFD}" type="parTrans" cxnId="{7BEF0D1A-915C-49A8-A572-A9C2B277393D}">
      <dgm:prSet/>
      <dgm:spPr/>
      <dgm:t>
        <a:bodyPr/>
        <a:lstStyle/>
        <a:p>
          <a:endParaRPr lang="en-US" sz="2000"/>
        </a:p>
      </dgm:t>
    </dgm:pt>
    <dgm:pt modelId="{2D8FFC26-FB93-41C4-994E-53674F962F97}" type="sibTrans" cxnId="{7BEF0D1A-915C-49A8-A572-A9C2B277393D}">
      <dgm:prSet/>
      <dgm:spPr/>
      <dgm:t>
        <a:bodyPr/>
        <a:lstStyle/>
        <a:p>
          <a:endParaRPr lang="en-US" sz="2000"/>
        </a:p>
      </dgm:t>
    </dgm:pt>
    <dgm:pt modelId="{C3C134E9-BBAA-4198-9F25-94CD88F372E6}">
      <dgm:prSet custT="1"/>
      <dgm:spPr/>
      <dgm:t>
        <a:bodyPr/>
        <a:lstStyle/>
        <a:p>
          <a:r>
            <a:rPr lang="es-CR" sz="2000" dirty="0"/>
            <a:t>Se encargan de ver el comportamiento de la aplicación bajo situaciones similares a las de producción.</a:t>
          </a:r>
          <a:endParaRPr lang="en-US" sz="2000" dirty="0"/>
        </a:p>
      </dgm:t>
    </dgm:pt>
    <dgm:pt modelId="{84926B19-135C-4E71-8962-B116D4BDE115}" type="parTrans" cxnId="{A1EAA352-4F28-404B-BFDC-960EA99B65F9}">
      <dgm:prSet/>
      <dgm:spPr/>
      <dgm:t>
        <a:bodyPr/>
        <a:lstStyle/>
        <a:p>
          <a:endParaRPr lang="en-US" sz="2000"/>
        </a:p>
      </dgm:t>
    </dgm:pt>
    <dgm:pt modelId="{07AE277E-67DF-4F1B-8B5F-04247F94DAA0}" type="sibTrans" cxnId="{A1EAA352-4F28-404B-BFDC-960EA99B65F9}">
      <dgm:prSet/>
      <dgm:spPr/>
      <dgm:t>
        <a:bodyPr/>
        <a:lstStyle/>
        <a:p>
          <a:endParaRPr lang="en-US" sz="2000"/>
        </a:p>
      </dgm:t>
    </dgm:pt>
    <dgm:pt modelId="{3444623B-1B09-4A60-9557-D0BF89D4D17F}">
      <dgm:prSet custT="1"/>
      <dgm:spPr/>
      <dgm:t>
        <a:bodyPr/>
        <a:lstStyle/>
        <a:p>
          <a:r>
            <a:rPr lang="es-CR" sz="2000"/>
            <a:t>Ejemplos</a:t>
          </a:r>
          <a:endParaRPr lang="en-US" sz="2000"/>
        </a:p>
      </dgm:t>
    </dgm:pt>
    <dgm:pt modelId="{C9739062-98E0-426A-889D-DFAEC8645971}" type="parTrans" cxnId="{9A7FB75C-D01C-4365-8647-3DB50FB7B16B}">
      <dgm:prSet/>
      <dgm:spPr/>
      <dgm:t>
        <a:bodyPr/>
        <a:lstStyle/>
        <a:p>
          <a:endParaRPr lang="en-US" sz="2000"/>
        </a:p>
      </dgm:t>
    </dgm:pt>
    <dgm:pt modelId="{96219940-0B2F-4AF6-A92B-E962071BEB6B}" type="sibTrans" cxnId="{9A7FB75C-D01C-4365-8647-3DB50FB7B16B}">
      <dgm:prSet/>
      <dgm:spPr/>
      <dgm:t>
        <a:bodyPr/>
        <a:lstStyle/>
        <a:p>
          <a:endParaRPr lang="en-US" sz="2000"/>
        </a:p>
      </dgm:t>
    </dgm:pt>
    <dgm:pt modelId="{73132DD4-F4F7-411E-88FA-CB8B88095357}">
      <dgm:prSet custT="1"/>
      <dgm:spPr/>
      <dgm:t>
        <a:bodyPr/>
        <a:lstStyle/>
        <a:p>
          <a:r>
            <a:rPr lang="es-CR" sz="1600"/>
            <a:t>Usabilidad</a:t>
          </a:r>
          <a:endParaRPr lang="en-US" sz="1600"/>
        </a:p>
      </dgm:t>
    </dgm:pt>
    <dgm:pt modelId="{4B06CB7E-D45A-4885-A0D8-B4EE908E067F}" type="parTrans" cxnId="{AAF4A405-EE8B-4D4E-A36A-B6E449612143}">
      <dgm:prSet/>
      <dgm:spPr/>
      <dgm:t>
        <a:bodyPr/>
        <a:lstStyle/>
        <a:p>
          <a:endParaRPr lang="en-US" sz="2000"/>
        </a:p>
      </dgm:t>
    </dgm:pt>
    <dgm:pt modelId="{AE227316-93A4-4249-8B7E-332EE0047FF3}" type="sibTrans" cxnId="{AAF4A405-EE8B-4D4E-A36A-B6E449612143}">
      <dgm:prSet/>
      <dgm:spPr/>
      <dgm:t>
        <a:bodyPr/>
        <a:lstStyle/>
        <a:p>
          <a:endParaRPr lang="en-US" sz="2000"/>
        </a:p>
      </dgm:t>
    </dgm:pt>
    <dgm:pt modelId="{28C02B3D-6EA0-4767-886B-6CD7E6B75DC1}">
      <dgm:prSet custT="1"/>
      <dgm:spPr/>
      <dgm:t>
        <a:bodyPr/>
        <a:lstStyle/>
        <a:p>
          <a:r>
            <a:rPr lang="es-CR" sz="1600"/>
            <a:t>Mantenibilidad</a:t>
          </a:r>
          <a:endParaRPr lang="en-US" sz="1600"/>
        </a:p>
      </dgm:t>
    </dgm:pt>
    <dgm:pt modelId="{E5583AB8-6382-4D76-8DE1-54481AA3C952}" type="parTrans" cxnId="{6B310F9D-B37E-4A64-8942-69221D3AA561}">
      <dgm:prSet/>
      <dgm:spPr/>
      <dgm:t>
        <a:bodyPr/>
        <a:lstStyle/>
        <a:p>
          <a:endParaRPr lang="en-US" sz="2000"/>
        </a:p>
      </dgm:t>
    </dgm:pt>
    <dgm:pt modelId="{91272C4F-481C-4DCC-AA51-C07EC11897BE}" type="sibTrans" cxnId="{6B310F9D-B37E-4A64-8942-69221D3AA561}">
      <dgm:prSet/>
      <dgm:spPr/>
      <dgm:t>
        <a:bodyPr/>
        <a:lstStyle/>
        <a:p>
          <a:endParaRPr lang="en-US" sz="2000"/>
        </a:p>
      </dgm:t>
    </dgm:pt>
    <dgm:pt modelId="{87EE4DE5-9810-4FA4-B199-47B5698E704B}">
      <dgm:prSet custT="1"/>
      <dgm:spPr/>
      <dgm:t>
        <a:bodyPr/>
        <a:lstStyle/>
        <a:p>
          <a:r>
            <a:rPr lang="es-CR" sz="1600"/>
            <a:t>Seguridad</a:t>
          </a:r>
          <a:endParaRPr lang="en-US" sz="1600"/>
        </a:p>
      </dgm:t>
    </dgm:pt>
    <dgm:pt modelId="{3D8947C3-CE15-4869-822C-665FD07F8065}" type="parTrans" cxnId="{E2BEED55-316D-4B32-BA6E-FE3E50692FC0}">
      <dgm:prSet/>
      <dgm:spPr/>
      <dgm:t>
        <a:bodyPr/>
        <a:lstStyle/>
        <a:p>
          <a:endParaRPr lang="en-US" sz="2000"/>
        </a:p>
      </dgm:t>
    </dgm:pt>
    <dgm:pt modelId="{483B630D-B7EF-4D21-BCA9-A8DB49B2B44A}" type="sibTrans" cxnId="{E2BEED55-316D-4B32-BA6E-FE3E50692FC0}">
      <dgm:prSet/>
      <dgm:spPr/>
      <dgm:t>
        <a:bodyPr/>
        <a:lstStyle/>
        <a:p>
          <a:endParaRPr lang="en-US" sz="2000"/>
        </a:p>
      </dgm:t>
    </dgm:pt>
    <dgm:pt modelId="{D44C4AA8-9ACB-4009-9E44-8B1FCCCDC6C7}">
      <dgm:prSet custT="1"/>
      <dgm:spPr/>
      <dgm:t>
        <a:bodyPr/>
        <a:lstStyle/>
        <a:p>
          <a:r>
            <a:rPr lang="es-CR" sz="1600"/>
            <a:t>Rendimiento</a:t>
          </a:r>
          <a:endParaRPr lang="en-US" sz="1600"/>
        </a:p>
      </dgm:t>
    </dgm:pt>
    <dgm:pt modelId="{DE256B54-C16F-485D-B262-6C69F6E15F7B}" type="parTrans" cxnId="{7148E36F-591D-46BC-9B96-01F33BE4C9FD}">
      <dgm:prSet/>
      <dgm:spPr/>
      <dgm:t>
        <a:bodyPr/>
        <a:lstStyle/>
        <a:p>
          <a:endParaRPr lang="en-US" sz="2000"/>
        </a:p>
      </dgm:t>
    </dgm:pt>
    <dgm:pt modelId="{3CC98DBD-43A4-4C06-A4D5-811C55847085}" type="sibTrans" cxnId="{7148E36F-591D-46BC-9B96-01F33BE4C9FD}">
      <dgm:prSet/>
      <dgm:spPr/>
      <dgm:t>
        <a:bodyPr/>
        <a:lstStyle/>
        <a:p>
          <a:endParaRPr lang="en-US" sz="2000"/>
        </a:p>
      </dgm:t>
    </dgm:pt>
    <dgm:pt modelId="{B2A969E7-1DDA-4CC7-B2F0-53735B2BF50F}">
      <dgm:prSet custT="1"/>
      <dgm:spPr/>
      <dgm:t>
        <a:bodyPr/>
        <a:lstStyle/>
        <a:p>
          <a:r>
            <a:rPr lang="es-CR" sz="1600"/>
            <a:t>Carga</a:t>
          </a:r>
          <a:endParaRPr lang="en-US" sz="1600"/>
        </a:p>
      </dgm:t>
    </dgm:pt>
    <dgm:pt modelId="{6A1BE89D-DFCA-47AD-9BFE-F173C802CC90}" type="parTrans" cxnId="{2F789FA7-45ED-4359-9C49-30FAD972D773}">
      <dgm:prSet/>
      <dgm:spPr/>
      <dgm:t>
        <a:bodyPr/>
        <a:lstStyle/>
        <a:p>
          <a:endParaRPr lang="en-US" sz="2000"/>
        </a:p>
      </dgm:t>
    </dgm:pt>
    <dgm:pt modelId="{8977A94C-DF61-4C20-A8C1-BB943BF5A416}" type="sibTrans" cxnId="{2F789FA7-45ED-4359-9C49-30FAD972D773}">
      <dgm:prSet/>
      <dgm:spPr/>
      <dgm:t>
        <a:bodyPr/>
        <a:lstStyle/>
        <a:p>
          <a:endParaRPr lang="en-US" sz="2000"/>
        </a:p>
      </dgm:t>
    </dgm:pt>
    <dgm:pt modelId="{ACE77DA9-7D56-4B81-8E3D-9878CAF83CD2}">
      <dgm:prSet custT="1"/>
      <dgm:spPr/>
      <dgm:t>
        <a:bodyPr/>
        <a:lstStyle/>
        <a:p>
          <a:r>
            <a:rPr lang="es-CR" sz="1600"/>
            <a:t>Estrés</a:t>
          </a:r>
          <a:endParaRPr lang="en-US" sz="1600"/>
        </a:p>
      </dgm:t>
    </dgm:pt>
    <dgm:pt modelId="{DC7C9826-BD4F-4101-9B5F-13A1AB31604A}" type="parTrans" cxnId="{F9083E03-F0AA-4902-AAD1-901068E0FF75}">
      <dgm:prSet/>
      <dgm:spPr/>
      <dgm:t>
        <a:bodyPr/>
        <a:lstStyle/>
        <a:p>
          <a:endParaRPr lang="en-US" sz="2000"/>
        </a:p>
      </dgm:t>
    </dgm:pt>
    <dgm:pt modelId="{3BCC6213-4BE6-4D2E-A3A2-2AB3962DDD09}" type="sibTrans" cxnId="{F9083E03-F0AA-4902-AAD1-901068E0FF75}">
      <dgm:prSet/>
      <dgm:spPr/>
      <dgm:t>
        <a:bodyPr/>
        <a:lstStyle/>
        <a:p>
          <a:endParaRPr lang="en-US" sz="2000"/>
        </a:p>
      </dgm:t>
    </dgm:pt>
    <dgm:pt modelId="{B95E8262-313D-48DB-B887-5130EB17BE35}" type="pres">
      <dgm:prSet presAssocID="{DB282266-954E-4500-A51F-59307B7AD150}" presName="Name0" presStyleCnt="0">
        <dgm:presLayoutVars>
          <dgm:dir/>
          <dgm:animLvl val="lvl"/>
          <dgm:resizeHandles val="exact"/>
        </dgm:presLayoutVars>
      </dgm:prSet>
      <dgm:spPr/>
    </dgm:pt>
    <dgm:pt modelId="{964CABEF-9638-4162-A38F-E6428616AEEF}" type="pres">
      <dgm:prSet presAssocID="{6652183F-FA61-4243-AB1D-E0C19A0BB07B}" presName="compositeNode" presStyleCnt="0">
        <dgm:presLayoutVars>
          <dgm:bulletEnabled val="1"/>
        </dgm:presLayoutVars>
      </dgm:prSet>
      <dgm:spPr/>
    </dgm:pt>
    <dgm:pt modelId="{450ED2F9-B6CD-4E90-8FE5-AFB1C77EA369}" type="pres">
      <dgm:prSet presAssocID="{6652183F-FA61-4243-AB1D-E0C19A0BB07B}" presName="bgRect" presStyleLbl="node1" presStyleIdx="0" presStyleCnt="2"/>
      <dgm:spPr/>
    </dgm:pt>
    <dgm:pt modelId="{51BFD99D-7D2D-413A-BE5F-660654D68499}" type="pres">
      <dgm:prSet presAssocID="{6652183F-FA61-4243-AB1D-E0C19A0BB07B}" presName="parentNode" presStyleLbl="node1" presStyleIdx="0" presStyleCnt="2">
        <dgm:presLayoutVars>
          <dgm:chMax val="0"/>
          <dgm:bulletEnabled val="1"/>
        </dgm:presLayoutVars>
      </dgm:prSet>
      <dgm:spPr/>
    </dgm:pt>
    <dgm:pt modelId="{514ED082-D86C-4CAF-AB90-D827CC58FA89}" type="pres">
      <dgm:prSet presAssocID="{6652183F-FA61-4243-AB1D-E0C19A0BB07B}" presName="childNode" presStyleLbl="node1" presStyleIdx="0" presStyleCnt="2">
        <dgm:presLayoutVars>
          <dgm:bulletEnabled val="1"/>
        </dgm:presLayoutVars>
      </dgm:prSet>
      <dgm:spPr/>
    </dgm:pt>
    <dgm:pt modelId="{EF01B9BE-873E-4C6E-9CAF-ED58BAA282AD}" type="pres">
      <dgm:prSet presAssocID="{24D7067A-4790-4AF8-9498-2853BC62A021}" presName="hSp" presStyleCnt="0"/>
      <dgm:spPr/>
    </dgm:pt>
    <dgm:pt modelId="{75AF3F09-F2FB-4DA3-9B87-5FF9211172AA}" type="pres">
      <dgm:prSet presAssocID="{24D7067A-4790-4AF8-9498-2853BC62A021}" presName="vProcSp" presStyleCnt="0"/>
      <dgm:spPr/>
    </dgm:pt>
    <dgm:pt modelId="{16532DC4-44EA-4EA2-9D11-AD81F176C197}" type="pres">
      <dgm:prSet presAssocID="{24D7067A-4790-4AF8-9498-2853BC62A021}" presName="vSp1" presStyleCnt="0"/>
      <dgm:spPr/>
    </dgm:pt>
    <dgm:pt modelId="{7413E83E-C6CE-4B25-9DF9-2FD905CE2E78}" type="pres">
      <dgm:prSet presAssocID="{24D7067A-4790-4AF8-9498-2853BC62A021}" presName="simulatedConn" presStyleLbl="solidFgAcc1" presStyleIdx="0" presStyleCnt="1"/>
      <dgm:spPr/>
    </dgm:pt>
    <dgm:pt modelId="{D9B0054B-B873-4750-888A-6DB0015F0D8F}" type="pres">
      <dgm:prSet presAssocID="{24D7067A-4790-4AF8-9498-2853BC62A021}" presName="vSp2" presStyleCnt="0"/>
      <dgm:spPr/>
    </dgm:pt>
    <dgm:pt modelId="{682937AA-7310-480C-93BD-6A198D5F8A5E}" type="pres">
      <dgm:prSet presAssocID="{24D7067A-4790-4AF8-9498-2853BC62A021}" presName="sibTrans" presStyleCnt="0"/>
      <dgm:spPr/>
    </dgm:pt>
    <dgm:pt modelId="{F4647EB2-3282-4BD2-A12D-CECFC2FC1299}" type="pres">
      <dgm:prSet presAssocID="{7AFB2EB0-2F42-4B57-A9E3-5736A2D732DA}" presName="compositeNode" presStyleCnt="0">
        <dgm:presLayoutVars>
          <dgm:bulletEnabled val="1"/>
        </dgm:presLayoutVars>
      </dgm:prSet>
      <dgm:spPr/>
    </dgm:pt>
    <dgm:pt modelId="{464B1DC9-4D6D-4FF1-BCA5-FE6EC7C0F744}" type="pres">
      <dgm:prSet presAssocID="{7AFB2EB0-2F42-4B57-A9E3-5736A2D732DA}" presName="bgRect" presStyleLbl="node1" presStyleIdx="1" presStyleCnt="2"/>
      <dgm:spPr/>
    </dgm:pt>
    <dgm:pt modelId="{E3B39282-8B72-4041-A4CB-D2E883F6777B}" type="pres">
      <dgm:prSet presAssocID="{7AFB2EB0-2F42-4B57-A9E3-5736A2D732DA}" presName="parentNode" presStyleLbl="node1" presStyleIdx="1" presStyleCnt="2">
        <dgm:presLayoutVars>
          <dgm:chMax val="0"/>
          <dgm:bulletEnabled val="1"/>
        </dgm:presLayoutVars>
      </dgm:prSet>
      <dgm:spPr/>
    </dgm:pt>
    <dgm:pt modelId="{0157B513-7A00-4501-8836-30D99E4010CF}" type="pres">
      <dgm:prSet presAssocID="{7AFB2EB0-2F42-4B57-A9E3-5736A2D732DA}" presName="childNode" presStyleLbl="node1" presStyleIdx="1" presStyleCnt="2">
        <dgm:presLayoutVars>
          <dgm:bulletEnabled val="1"/>
        </dgm:presLayoutVars>
      </dgm:prSet>
      <dgm:spPr/>
    </dgm:pt>
  </dgm:ptLst>
  <dgm:cxnLst>
    <dgm:cxn modelId="{F9083E03-F0AA-4902-AAD1-901068E0FF75}" srcId="{3444623B-1B09-4A60-9557-D0BF89D4D17F}" destId="{ACE77DA9-7D56-4B81-8E3D-9878CAF83CD2}" srcOrd="5" destOrd="0" parTransId="{DC7C9826-BD4F-4101-9B5F-13A1AB31604A}" sibTransId="{3BCC6213-4BE6-4D2E-A3A2-2AB3962DDD09}"/>
    <dgm:cxn modelId="{AAF4A405-EE8B-4D4E-A36A-B6E449612143}" srcId="{3444623B-1B09-4A60-9557-D0BF89D4D17F}" destId="{73132DD4-F4F7-411E-88FA-CB8B88095357}" srcOrd="0" destOrd="0" parTransId="{4B06CB7E-D45A-4885-A0D8-B4EE908E067F}" sibTransId="{AE227316-93A4-4249-8B7E-332EE0047FF3}"/>
    <dgm:cxn modelId="{77054F07-47F3-4336-8D9F-C6CF15626A26}" type="presOf" srcId="{EB4F3456-8F97-45B8-9985-A94267B1E8FF}" destId="{514ED082-D86C-4CAF-AB90-D827CC58FA89}" srcOrd="0" destOrd="3" presId="urn:microsoft.com/office/officeart/2005/8/layout/hProcess7"/>
    <dgm:cxn modelId="{D78F7A07-9428-45A6-A13B-F0D24B60C915}" type="presOf" srcId="{C3C134E9-BBAA-4198-9F25-94CD88F372E6}" destId="{0157B513-7A00-4501-8836-30D99E4010CF}" srcOrd="0" destOrd="0" presId="urn:microsoft.com/office/officeart/2005/8/layout/hProcess7"/>
    <dgm:cxn modelId="{7BEF0D1A-915C-49A8-A572-A9C2B277393D}" srcId="{DB282266-954E-4500-A51F-59307B7AD150}" destId="{7AFB2EB0-2F42-4B57-A9E3-5736A2D732DA}" srcOrd="1" destOrd="0" parTransId="{EC868357-0A94-4673-A3A3-26DB3CAE6BFD}" sibTransId="{2D8FFC26-FB93-41C4-994E-53674F962F97}"/>
    <dgm:cxn modelId="{316B9D2B-7DC6-41DB-B59A-FE2896D7AA5B}" type="presOf" srcId="{87EE4DE5-9810-4FA4-B199-47B5698E704B}" destId="{0157B513-7A00-4501-8836-30D99E4010CF}" srcOrd="0" destOrd="4" presId="urn:microsoft.com/office/officeart/2005/8/layout/hProcess7"/>
    <dgm:cxn modelId="{92652735-0955-49FC-8370-F93B40371F8D}" srcId="{6652183F-FA61-4243-AB1D-E0C19A0BB07B}" destId="{A501AC6E-498F-46EC-BA7F-ADB8BC5D53B1}" srcOrd="1" destOrd="0" parTransId="{16A6DE83-23EF-4ED5-857A-F1DB65CF19C2}" sibTransId="{020565B8-DE03-4C04-8709-DF5D3B01E9BD}"/>
    <dgm:cxn modelId="{F7A61B3A-73B1-46B1-B92C-E8266DCB97C7}" type="presOf" srcId="{28C02B3D-6EA0-4767-886B-6CD7E6B75DC1}" destId="{0157B513-7A00-4501-8836-30D99E4010CF}" srcOrd="0" destOrd="3" presId="urn:microsoft.com/office/officeart/2005/8/layout/hProcess7"/>
    <dgm:cxn modelId="{1F5D223B-0AFC-4984-B308-DD8706055C28}" srcId="{DB282266-954E-4500-A51F-59307B7AD150}" destId="{6652183F-FA61-4243-AB1D-E0C19A0BB07B}" srcOrd="0" destOrd="0" parTransId="{F2990BCC-AD5D-4C09-B4A6-AB91AA92BD2F}" sibTransId="{24D7067A-4790-4AF8-9498-2853BC62A021}"/>
    <dgm:cxn modelId="{B7DDEA3C-00E8-4575-98A6-0D3CCD95ACFF}" type="presOf" srcId="{4DA987FA-A67D-4A05-ABBC-BA691A427FAB}" destId="{514ED082-D86C-4CAF-AB90-D827CC58FA89}" srcOrd="0" destOrd="4" presId="urn:microsoft.com/office/officeart/2005/8/layout/hProcess7"/>
    <dgm:cxn modelId="{9A7FB75C-D01C-4365-8647-3DB50FB7B16B}" srcId="{7AFB2EB0-2F42-4B57-A9E3-5736A2D732DA}" destId="{3444623B-1B09-4A60-9557-D0BF89D4D17F}" srcOrd="1" destOrd="0" parTransId="{C9739062-98E0-426A-889D-DFAEC8645971}" sibTransId="{96219940-0B2F-4AF6-A92B-E962071BEB6B}"/>
    <dgm:cxn modelId="{41080E41-F8B6-4D06-87FC-91E225E9496C}" type="presOf" srcId="{7AFB2EB0-2F42-4B57-A9E3-5736A2D732DA}" destId="{464B1DC9-4D6D-4FF1-BCA5-FE6EC7C0F744}" srcOrd="0" destOrd="0" presId="urn:microsoft.com/office/officeart/2005/8/layout/hProcess7"/>
    <dgm:cxn modelId="{5CE80E4E-5E6B-434D-B30A-0B5CE841775A}" srcId="{6652183F-FA61-4243-AB1D-E0C19A0BB07B}" destId="{2F663E27-7C27-4635-8623-B809D3C2D694}" srcOrd="2" destOrd="0" parTransId="{B6C2C1C5-E9BB-443A-9BA8-10E5A24986B9}" sibTransId="{500C366F-EBAC-4F35-9295-4B2BF9129645}"/>
    <dgm:cxn modelId="{69EB244F-B09D-4B71-B0D6-26C64A16E47B}" type="presOf" srcId="{ACE77DA9-7D56-4B81-8E3D-9878CAF83CD2}" destId="{0157B513-7A00-4501-8836-30D99E4010CF}" srcOrd="0" destOrd="7" presId="urn:microsoft.com/office/officeart/2005/8/layout/hProcess7"/>
    <dgm:cxn modelId="{7148E36F-591D-46BC-9B96-01F33BE4C9FD}" srcId="{3444623B-1B09-4A60-9557-D0BF89D4D17F}" destId="{D44C4AA8-9ACB-4009-9E44-8B1FCCCDC6C7}" srcOrd="3" destOrd="0" parTransId="{DE256B54-C16F-485D-B262-6C69F6E15F7B}" sibTransId="{3CC98DBD-43A4-4C06-A4D5-811C55847085}"/>
    <dgm:cxn modelId="{E6250370-5052-472F-924C-188BA6B4D9E0}" srcId="{EB4F3456-8F97-45B8-9985-A94267B1E8FF}" destId="{4DA987FA-A67D-4A05-ABBC-BA691A427FAB}" srcOrd="0" destOrd="0" parTransId="{BF2A6B30-2EFD-4C1C-8758-AC299085A16A}" sibTransId="{9B1B2BBA-8E29-4149-9DF2-A661CD0FEECD}"/>
    <dgm:cxn modelId="{A1EAA352-4F28-404B-BFDC-960EA99B65F9}" srcId="{7AFB2EB0-2F42-4B57-A9E3-5736A2D732DA}" destId="{C3C134E9-BBAA-4198-9F25-94CD88F372E6}" srcOrd="0" destOrd="0" parTransId="{84926B19-135C-4E71-8962-B116D4BDE115}" sibTransId="{07AE277E-67DF-4F1B-8B5F-04247F94DAA0}"/>
    <dgm:cxn modelId="{E2BEED55-316D-4B32-BA6E-FE3E50692FC0}" srcId="{3444623B-1B09-4A60-9557-D0BF89D4D17F}" destId="{87EE4DE5-9810-4FA4-B199-47B5698E704B}" srcOrd="2" destOrd="0" parTransId="{3D8947C3-CE15-4869-822C-665FD07F8065}" sibTransId="{483B630D-B7EF-4D21-BCA9-A8DB49B2B44A}"/>
    <dgm:cxn modelId="{879DCF78-8C50-4A44-9CFC-6B7F4BC134A0}" type="presOf" srcId="{1B477D91-D743-429B-BAB5-B3C4929904F9}" destId="{514ED082-D86C-4CAF-AB90-D827CC58FA89}" srcOrd="0" destOrd="0" presId="urn:microsoft.com/office/officeart/2005/8/layout/hProcess7"/>
    <dgm:cxn modelId="{A1584B7C-F98C-4933-AB4C-A10417B040BC}" type="presOf" srcId="{D44C4AA8-9ACB-4009-9E44-8B1FCCCDC6C7}" destId="{0157B513-7A00-4501-8836-30D99E4010CF}" srcOrd="0" destOrd="5" presId="urn:microsoft.com/office/officeart/2005/8/layout/hProcess7"/>
    <dgm:cxn modelId="{E52E9B7F-AF21-4935-B1AE-8903DBCCA500}" type="presOf" srcId="{A501AC6E-498F-46EC-BA7F-ADB8BC5D53B1}" destId="{514ED082-D86C-4CAF-AB90-D827CC58FA89}" srcOrd="0" destOrd="1" presId="urn:microsoft.com/office/officeart/2005/8/layout/hProcess7"/>
    <dgm:cxn modelId="{76D59C86-2098-4216-BF54-3A61EDE80C63}" srcId="{6652183F-FA61-4243-AB1D-E0C19A0BB07B}" destId="{EB4F3456-8F97-45B8-9985-A94267B1E8FF}" srcOrd="3" destOrd="0" parTransId="{EB670CC2-672A-448A-9F49-1A88BCC330B8}" sibTransId="{CC5D5B07-E2B3-49C2-BAC5-BDAF5A8586EF}"/>
    <dgm:cxn modelId="{DF98B490-811F-49BE-AE22-9437ECD4BE86}" type="presOf" srcId="{DB282266-954E-4500-A51F-59307B7AD150}" destId="{B95E8262-313D-48DB-B887-5130EB17BE35}" srcOrd="0" destOrd="0" presId="urn:microsoft.com/office/officeart/2005/8/layout/hProcess7"/>
    <dgm:cxn modelId="{63EB9B98-F3A0-4807-B222-9F12084A9955}" type="presOf" srcId="{7AFB2EB0-2F42-4B57-A9E3-5736A2D732DA}" destId="{E3B39282-8B72-4041-A4CB-D2E883F6777B}" srcOrd="1" destOrd="0" presId="urn:microsoft.com/office/officeart/2005/8/layout/hProcess7"/>
    <dgm:cxn modelId="{16FC0F9A-BDF9-4B80-99A0-E9E1C73BA619}" type="presOf" srcId="{73132DD4-F4F7-411E-88FA-CB8B88095357}" destId="{0157B513-7A00-4501-8836-30D99E4010CF}" srcOrd="0" destOrd="2" presId="urn:microsoft.com/office/officeart/2005/8/layout/hProcess7"/>
    <dgm:cxn modelId="{3F049C9A-8618-4BB4-A561-827C406609A0}" type="presOf" srcId="{6652183F-FA61-4243-AB1D-E0C19A0BB07B}" destId="{450ED2F9-B6CD-4E90-8FE5-AFB1C77EA369}" srcOrd="0" destOrd="0" presId="urn:microsoft.com/office/officeart/2005/8/layout/hProcess7"/>
    <dgm:cxn modelId="{6B310F9D-B37E-4A64-8942-69221D3AA561}" srcId="{3444623B-1B09-4A60-9557-D0BF89D4D17F}" destId="{28C02B3D-6EA0-4767-886B-6CD7E6B75DC1}" srcOrd="1" destOrd="0" parTransId="{E5583AB8-6382-4D76-8DE1-54481AA3C952}" sibTransId="{91272C4F-481C-4DCC-AA51-C07EC11897BE}"/>
    <dgm:cxn modelId="{F3EBA39E-154C-415D-BBD2-8620FDB0CD85}" srcId="{6652183F-FA61-4243-AB1D-E0C19A0BB07B}" destId="{1B477D91-D743-429B-BAB5-B3C4929904F9}" srcOrd="0" destOrd="0" parTransId="{1EC4D2F5-74FF-4C71-B51A-9CE56E89B899}" sibTransId="{E906372A-4354-4EC2-B270-8289109FE010}"/>
    <dgm:cxn modelId="{2F789FA7-45ED-4359-9C49-30FAD972D773}" srcId="{3444623B-1B09-4A60-9557-D0BF89D4D17F}" destId="{B2A969E7-1DDA-4CC7-B2F0-53735B2BF50F}" srcOrd="4" destOrd="0" parTransId="{6A1BE89D-DFCA-47AD-9BFE-F173C802CC90}" sibTransId="{8977A94C-DF61-4C20-A8C1-BB943BF5A416}"/>
    <dgm:cxn modelId="{6A8882C6-4C8E-46E3-9595-F4A2389E4F3C}" type="presOf" srcId="{6652183F-FA61-4243-AB1D-E0C19A0BB07B}" destId="{51BFD99D-7D2D-413A-BE5F-660654D68499}" srcOrd="1" destOrd="0" presId="urn:microsoft.com/office/officeart/2005/8/layout/hProcess7"/>
    <dgm:cxn modelId="{D13537DD-D80D-451C-90CF-1723BDC1C23C}" srcId="{EB4F3456-8F97-45B8-9985-A94267B1E8FF}" destId="{17F6DB19-6558-4743-A653-D6C9B77144D0}" srcOrd="1" destOrd="0" parTransId="{CB99E738-0CFC-4AD2-B7C3-6054CA2A0E1B}" sibTransId="{16D93F31-7C85-4D27-927D-CF5C7A5236B1}"/>
    <dgm:cxn modelId="{A7CF43DD-D578-4D53-BBD7-93F35C644CF8}" type="presOf" srcId="{2F663E27-7C27-4635-8623-B809D3C2D694}" destId="{514ED082-D86C-4CAF-AB90-D827CC58FA89}" srcOrd="0" destOrd="2" presId="urn:microsoft.com/office/officeart/2005/8/layout/hProcess7"/>
    <dgm:cxn modelId="{E4A514E6-487F-48CC-B4EE-CC6C678C5F9A}" type="presOf" srcId="{3444623B-1B09-4A60-9557-D0BF89D4D17F}" destId="{0157B513-7A00-4501-8836-30D99E4010CF}" srcOrd="0" destOrd="1" presId="urn:microsoft.com/office/officeart/2005/8/layout/hProcess7"/>
    <dgm:cxn modelId="{1AAC4AE9-3AF1-4BD8-A6F6-A9B3C1B6771C}" type="presOf" srcId="{B2A969E7-1DDA-4CC7-B2F0-53735B2BF50F}" destId="{0157B513-7A00-4501-8836-30D99E4010CF}" srcOrd="0" destOrd="6" presId="urn:microsoft.com/office/officeart/2005/8/layout/hProcess7"/>
    <dgm:cxn modelId="{7B7F45FB-E1A1-40B5-930E-5B5B914529E5}" type="presOf" srcId="{17F6DB19-6558-4743-A653-D6C9B77144D0}" destId="{514ED082-D86C-4CAF-AB90-D827CC58FA89}" srcOrd="0" destOrd="5" presId="urn:microsoft.com/office/officeart/2005/8/layout/hProcess7"/>
    <dgm:cxn modelId="{238C5F5B-D3D4-4146-B770-68684D1D1A90}" type="presParOf" srcId="{B95E8262-313D-48DB-B887-5130EB17BE35}" destId="{964CABEF-9638-4162-A38F-E6428616AEEF}" srcOrd="0" destOrd="0" presId="urn:microsoft.com/office/officeart/2005/8/layout/hProcess7"/>
    <dgm:cxn modelId="{06DA8119-D36F-4E0D-AFCA-60C37E1AAC33}" type="presParOf" srcId="{964CABEF-9638-4162-A38F-E6428616AEEF}" destId="{450ED2F9-B6CD-4E90-8FE5-AFB1C77EA369}" srcOrd="0" destOrd="0" presId="urn:microsoft.com/office/officeart/2005/8/layout/hProcess7"/>
    <dgm:cxn modelId="{D76A5386-154D-48B1-BF2F-E6B59DB4C828}" type="presParOf" srcId="{964CABEF-9638-4162-A38F-E6428616AEEF}" destId="{51BFD99D-7D2D-413A-BE5F-660654D68499}" srcOrd="1" destOrd="0" presId="urn:microsoft.com/office/officeart/2005/8/layout/hProcess7"/>
    <dgm:cxn modelId="{CD471336-DC73-415A-864D-720842F17B42}" type="presParOf" srcId="{964CABEF-9638-4162-A38F-E6428616AEEF}" destId="{514ED082-D86C-4CAF-AB90-D827CC58FA89}" srcOrd="2" destOrd="0" presId="urn:microsoft.com/office/officeart/2005/8/layout/hProcess7"/>
    <dgm:cxn modelId="{3BB669BD-F8A9-4416-BD0E-C091B6F14E5F}" type="presParOf" srcId="{B95E8262-313D-48DB-B887-5130EB17BE35}" destId="{EF01B9BE-873E-4C6E-9CAF-ED58BAA282AD}" srcOrd="1" destOrd="0" presId="urn:microsoft.com/office/officeart/2005/8/layout/hProcess7"/>
    <dgm:cxn modelId="{D51473DF-4370-4967-AE40-489105AF8275}" type="presParOf" srcId="{B95E8262-313D-48DB-B887-5130EB17BE35}" destId="{75AF3F09-F2FB-4DA3-9B87-5FF9211172AA}" srcOrd="2" destOrd="0" presId="urn:microsoft.com/office/officeart/2005/8/layout/hProcess7"/>
    <dgm:cxn modelId="{E036C04E-6217-44B5-AC24-1907EDA27A82}" type="presParOf" srcId="{75AF3F09-F2FB-4DA3-9B87-5FF9211172AA}" destId="{16532DC4-44EA-4EA2-9D11-AD81F176C197}" srcOrd="0" destOrd="0" presId="urn:microsoft.com/office/officeart/2005/8/layout/hProcess7"/>
    <dgm:cxn modelId="{E2D4A1AF-52AF-43F1-9487-A0F4111A609D}" type="presParOf" srcId="{75AF3F09-F2FB-4DA3-9B87-5FF9211172AA}" destId="{7413E83E-C6CE-4B25-9DF9-2FD905CE2E78}" srcOrd="1" destOrd="0" presId="urn:microsoft.com/office/officeart/2005/8/layout/hProcess7"/>
    <dgm:cxn modelId="{CF14B139-B1FE-40EA-839D-AD341164EF24}" type="presParOf" srcId="{75AF3F09-F2FB-4DA3-9B87-5FF9211172AA}" destId="{D9B0054B-B873-4750-888A-6DB0015F0D8F}" srcOrd="2" destOrd="0" presId="urn:microsoft.com/office/officeart/2005/8/layout/hProcess7"/>
    <dgm:cxn modelId="{441288CA-8915-4E83-A619-FFE460720070}" type="presParOf" srcId="{B95E8262-313D-48DB-B887-5130EB17BE35}" destId="{682937AA-7310-480C-93BD-6A198D5F8A5E}" srcOrd="3" destOrd="0" presId="urn:microsoft.com/office/officeart/2005/8/layout/hProcess7"/>
    <dgm:cxn modelId="{5D2110A5-821E-48B2-96C9-BB572C2235DD}" type="presParOf" srcId="{B95E8262-313D-48DB-B887-5130EB17BE35}" destId="{F4647EB2-3282-4BD2-A12D-CECFC2FC1299}" srcOrd="4" destOrd="0" presId="urn:microsoft.com/office/officeart/2005/8/layout/hProcess7"/>
    <dgm:cxn modelId="{8D4CFE8D-A989-4DAC-B65E-7C2D5AA28F08}" type="presParOf" srcId="{F4647EB2-3282-4BD2-A12D-CECFC2FC1299}" destId="{464B1DC9-4D6D-4FF1-BCA5-FE6EC7C0F744}" srcOrd="0" destOrd="0" presId="urn:microsoft.com/office/officeart/2005/8/layout/hProcess7"/>
    <dgm:cxn modelId="{3FD0436C-B2B1-4BC8-89DB-E8BF7B539CA1}" type="presParOf" srcId="{F4647EB2-3282-4BD2-A12D-CECFC2FC1299}" destId="{E3B39282-8B72-4041-A4CB-D2E883F6777B}" srcOrd="1" destOrd="0" presId="urn:microsoft.com/office/officeart/2005/8/layout/hProcess7"/>
    <dgm:cxn modelId="{4C724A3B-0139-4FD6-ABAA-C6668FB0FAFA}" type="presParOf" srcId="{F4647EB2-3282-4BD2-A12D-CECFC2FC1299}" destId="{0157B513-7A00-4501-8836-30D99E4010CF}"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011CA1C7-0E4D-418B-86FD-1813F68FAAD6}" type="doc">
      <dgm:prSet loTypeId="urn:microsoft.com/office/officeart/2008/layout/LinedList" loCatId="list" qsTypeId="urn:microsoft.com/office/officeart/2005/8/quickstyle/simple1#26" qsCatId="simple" csTypeId="urn:microsoft.com/office/officeart/2005/8/colors/accent2_2#1" csCatId="accent2" phldr="1"/>
      <dgm:spPr/>
      <dgm:t>
        <a:bodyPr/>
        <a:lstStyle/>
        <a:p>
          <a:endParaRPr lang="en-US"/>
        </a:p>
      </dgm:t>
    </dgm:pt>
    <dgm:pt modelId="{47A39B69-2FCE-4AA9-A8E3-D6E8890922A4}">
      <dgm:prSet/>
      <dgm:spPr/>
      <dgm:t>
        <a:bodyPr/>
        <a:lstStyle/>
        <a:p>
          <a:pPr>
            <a:defRPr b="1"/>
          </a:pPr>
          <a:r>
            <a:rPr lang="es-CR" b="1" i="0" dirty="0"/>
            <a:t>Predicción de errores</a:t>
          </a:r>
          <a:endParaRPr lang="en-US" b="1" dirty="0"/>
        </a:p>
      </dgm:t>
    </dgm:pt>
    <dgm:pt modelId="{7BBECB4F-5014-4E17-BCD1-B337FF1C5CA0}" type="parTrans" cxnId="{2A8B7781-F495-4183-8041-62669FB2B131}">
      <dgm:prSet/>
      <dgm:spPr/>
      <dgm:t>
        <a:bodyPr/>
        <a:lstStyle/>
        <a:p>
          <a:endParaRPr lang="en-US"/>
        </a:p>
      </dgm:t>
    </dgm:pt>
    <dgm:pt modelId="{055134D6-B9B6-45CB-9796-B075134FBB9E}" type="sibTrans" cxnId="{2A8B7781-F495-4183-8041-62669FB2B131}">
      <dgm:prSet/>
      <dgm:spPr/>
      <dgm:t>
        <a:bodyPr/>
        <a:lstStyle/>
        <a:p>
          <a:endParaRPr lang="en-US"/>
        </a:p>
      </dgm:t>
    </dgm:pt>
    <dgm:pt modelId="{61B6BAF2-8F32-4F54-A6CA-89048313645A}">
      <dgm:prSet custT="1"/>
      <dgm:spPr/>
      <dgm:t>
        <a:bodyPr/>
        <a:lstStyle/>
        <a:p>
          <a:pPr algn="just"/>
          <a:r>
            <a:rPr lang="es-CR" sz="1500" b="0" i="0" dirty="0"/>
            <a:t>Es un tipo de prueba de software que se utiliza para </a:t>
          </a:r>
          <a:r>
            <a:rPr lang="es-CR" sz="1500" b="0" i="0" u="none" dirty="0">
              <a:solidFill>
                <a:srgbClr val="00B050"/>
              </a:solidFill>
            </a:rPr>
            <a:t>predecir la cantidad de errores </a:t>
          </a:r>
          <a:r>
            <a:rPr lang="es-CR" sz="1500" b="0" i="0" dirty="0"/>
            <a:t>que pueden existir en el software antes de que se realicen pruebas formales. Este tipo de prueba se realiza utilizando información histórica de pruebas anteriores, así como de otros proyectos similares. La predicción de errores también puede utilizar información sobre el software y su complejidad para determinar la cantidad de errores que pueden existir.</a:t>
          </a:r>
          <a:endParaRPr lang="en-US" sz="1500" dirty="0"/>
        </a:p>
      </dgm:t>
    </dgm:pt>
    <dgm:pt modelId="{B41DB59D-B3CE-4F40-9FF2-451D6E0D6082}" type="parTrans" cxnId="{5E063E9E-E609-4B57-8ADD-436C6D0045FD}">
      <dgm:prSet/>
      <dgm:spPr/>
      <dgm:t>
        <a:bodyPr/>
        <a:lstStyle/>
        <a:p>
          <a:endParaRPr lang="en-US"/>
        </a:p>
      </dgm:t>
    </dgm:pt>
    <dgm:pt modelId="{2A947412-4483-45D7-B977-C44564238B37}" type="sibTrans" cxnId="{5E063E9E-E609-4B57-8ADD-436C6D0045FD}">
      <dgm:prSet/>
      <dgm:spPr/>
      <dgm:t>
        <a:bodyPr/>
        <a:lstStyle/>
        <a:p>
          <a:endParaRPr lang="en-US"/>
        </a:p>
      </dgm:t>
    </dgm:pt>
    <dgm:pt modelId="{B99AFE17-BD17-417C-9780-038C1ABB32D7}">
      <dgm:prSet/>
      <dgm:spPr/>
      <dgm:t>
        <a:bodyPr/>
        <a:lstStyle/>
        <a:p>
          <a:pPr>
            <a:defRPr b="1"/>
          </a:pPr>
          <a:r>
            <a:rPr lang="es-CR" b="1"/>
            <a:t>P</a:t>
          </a:r>
          <a:r>
            <a:rPr lang="es-CR" b="1" i="0"/>
            <a:t>ruebas exploratorias</a:t>
          </a:r>
          <a:endParaRPr lang="en-US" b="1"/>
        </a:p>
      </dgm:t>
    </dgm:pt>
    <dgm:pt modelId="{49637C2B-80FD-4C29-9B39-18F0F3137A09}" type="parTrans" cxnId="{F55E341C-34B5-4995-A85C-82B912822C30}">
      <dgm:prSet/>
      <dgm:spPr/>
      <dgm:t>
        <a:bodyPr/>
        <a:lstStyle/>
        <a:p>
          <a:endParaRPr lang="en-US"/>
        </a:p>
      </dgm:t>
    </dgm:pt>
    <dgm:pt modelId="{D7BEEC40-2630-4429-8D04-24938D4AE720}" type="sibTrans" cxnId="{F55E341C-34B5-4995-A85C-82B912822C30}">
      <dgm:prSet/>
      <dgm:spPr/>
      <dgm:t>
        <a:bodyPr/>
        <a:lstStyle/>
        <a:p>
          <a:endParaRPr lang="en-US"/>
        </a:p>
      </dgm:t>
    </dgm:pt>
    <dgm:pt modelId="{4E4A046C-0E26-45FF-8E37-4D57F51AC085}">
      <dgm:prSet custT="1"/>
      <dgm:spPr/>
      <dgm:t>
        <a:bodyPr/>
        <a:lstStyle/>
        <a:p>
          <a:pPr algn="just"/>
          <a:r>
            <a:rPr lang="es-CR" sz="1500" dirty="0"/>
            <a:t>S</a:t>
          </a:r>
          <a:r>
            <a:rPr lang="es-CR" sz="1500" b="0" i="0" dirty="0"/>
            <a:t>e caracteriza por una combinación simultánea de aprendizaje, diseño de prueba y ejecución. Su objetivo principal es la </a:t>
          </a:r>
          <a:r>
            <a:rPr lang="es-CR" sz="1500" b="0" i="0" dirty="0">
              <a:solidFill>
                <a:srgbClr val="00B050"/>
              </a:solidFill>
            </a:rPr>
            <a:t>detección de posibles defectos</a:t>
          </a:r>
          <a:r>
            <a:rPr lang="es-CR" sz="1500" b="0" i="0" dirty="0"/>
            <a:t>, lo cual depende en gran medida de la habilidad del </a:t>
          </a:r>
          <a:r>
            <a:rPr lang="es-CR" sz="1500" b="0" i="0" dirty="0" err="1"/>
            <a:t>tester</a:t>
          </a:r>
          <a:r>
            <a:rPr lang="es-CR" sz="1500" b="0" i="0" dirty="0"/>
            <a:t> para identificar problemas que pueden ser difíciles de encontrar con otros enfoques de prueba. </a:t>
          </a:r>
          <a:r>
            <a:rPr lang="es-CR" sz="1500" dirty="0"/>
            <a:t>S</a:t>
          </a:r>
          <a:r>
            <a:rPr lang="es-CR" sz="1500" b="0" i="0" dirty="0"/>
            <a:t>e utilizan en casos particulares, por ejemplo, cuando se requiere recopilar rápidamente información sobre un producto o aplicación y proporcionar una retroalimentación inmediata. </a:t>
          </a:r>
          <a:endParaRPr lang="en-US" sz="1500" dirty="0"/>
        </a:p>
      </dgm:t>
    </dgm:pt>
    <dgm:pt modelId="{2B5119A6-45D5-48EB-92EE-31D94C4F7844}" type="parTrans" cxnId="{0F4A39C5-07F3-4CA6-AC9A-5D9ABD2D900C}">
      <dgm:prSet/>
      <dgm:spPr/>
      <dgm:t>
        <a:bodyPr/>
        <a:lstStyle/>
        <a:p>
          <a:endParaRPr lang="en-US"/>
        </a:p>
      </dgm:t>
    </dgm:pt>
    <dgm:pt modelId="{5954FC4A-C821-4156-86FB-BDB9E277FF96}" type="sibTrans" cxnId="{0F4A39C5-07F3-4CA6-AC9A-5D9ABD2D900C}">
      <dgm:prSet/>
      <dgm:spPr/>
      <dgm:t>
        <a:bodyPr/>
        <a:lstStyle/>
        <a:p>
          <a:endParaRPr lang="en-US"/>
        </a:p>
      </dgm:t>
    </dgm:pt>
    <dgm:pt modelId="{5E7721A2-7FEF-409A-A08B-FC060BDCC8AB}">
      <dgm:prSet/>
      <dgm:spPr/>
      <dgm:t>
        <a:bodyPr/>
        <a:lstStyle/>
        <a:p>
          <a:pPr>
            <a:defRPr b="1"/>
          </a:pPr>
          <a:r>
            <a:rPr lang="es-CR" b="1"/>
            <a:t>P</a:t>
          </a:r>
          <a:r>
            <a:rPr lang="es-CR" b="1" i="0"/>
            <a:t>ruebas ad-hoc</a:t>
          </a:r>
          <a:endParaRPr lang="en-US" b="1"/>
        </a:p>
      </dgm:t>
    </dgm:pt>
    <dgm:pt modelId="{D9F78F1F-8649-4E23-A7A5-90A9817A4ECC}" type="parTrans" cxnId="{DD652390-0D1D-4C8F-B8BB-D31C1770F6A8}">
      <dgm:prSet/>
      <dgm:spPr/>
      <dgm:t>
        <a:bodyPr/>
        <a:lstStyle/>
        <a:p>
          <a:endParaRPr lang="en-US"/>
        </a:p>
      </dgm:t>
    </dgm:pt>
    <dgm:pt modelId="{FFCBF9A7-630F-4C3E-833F-9673D7C19977}" type="sibTrans" cxnId="{DD652390-0D1D-4C8F-B8BB-D31C1770F6A8}">
      <dgm:prSet/>
      <dgm:spPr/>
      <dgm:t>
        <a:bodyPr/>
        <a:lstStyle/>
        <a:p>
          <a:endParaRPr lang="en-US"/>
        </a:p>
      </dgm:t>
    </dgm:pt>
    <dgm:pt modelId="{911D2B03-FA00-4D3E-8AFF-7791728B46E0}">
      <dgm:prSet custT="1"/>
      <dgm:spPr/>
      <dgm:t>
        <a:bodyPr/>
        <a:lstStyle/>
        <a:p>
          <a:pPr algn="just"/>
          <a:r>
            <a:rPr lang="es-CR" sz="1500" b="0" i="0" dirty="0"/>
            <a:t>Se utiliza para </a:t>
          </a:r>
          <a:r>
            <a:rPr lang="es-CR" sz="1500" b="0" i="0" dirty="0">
              <a:solidFill>
                <a:srgbClr val="00B050"/>
              </a:solidFill>
            </a:rPr>
            <a:t>detectar errores y defectos </a:t>
          </a:r>
          <a:r>
            <a:rPr lang="es-CR" sz="1500" b="0" i="0" dirty="0"/>
            <a:t>en el software de forma no planificada y sin seguir un conjunto predeterminado de pasos. </a:t>
          </a:r>
          <a:r>
            <a:rPr lang="es-CR" sz="1500" b="0" i="0" dirty="0">
              <a:solidFill>
                <a:srgbClr val="00B050"/>
              </a:solidFill>
            </a:rPr>
            <a:t>Estas pruebas son realizadas sin una estrategia predefinida o un plan de pruebas formal</a:t>
          </a:r>
          <a:r>
            <a:rPr lang="es-CR" sz="1500" b="0" i="0" dirty="0"/>
            <a:t>. En lugar de seguir una secuencia de pruebas estructurada, estas pruebas se realizan de manera espontánea, utilizando el conocimiento y la experiencia previa para detectar problemas. Estas pruebas pueden ser realizadas en cualquier momento del ciclo de vida del software y se centran en áreas críticas y sensibles del software.</a:t>
          </a:r>
          <a:endParaRPr lang="en-US" sz="1500" dirty="0"/>
        </a:p>
      </dgm:t>
    </dgm:pt>
    <dgm:pt modelId="{1EC09B63-6241-4E87-9C6E-93CB6ED62BC6}" type="parTrans" cxnId="{B9A9C0C2-EDB3-4F95-B14C-8A41BB4B32F6}">
      <dgm:prSet/>
      <dgm:spPr/>
      <dgm:t>
        <a:bodyPr/>
        <a:lstStyle/>
        <a:p>
          <a:endParaRPr lang="en-US"/>
        </a:p>
      </dgm:t>
    </dgm:pt>
    <dgm:pt modelId="{C7C6E238-365F-46AC-8111-67E8AE78205F}" type="sibTrans" cxnId="{B9A9C0C2-EDB3-4F95-B14C-8A41BB4B32F6}">
      <dgm:prSet/>
      <dgm:spPr/>
      <dgm:t>
        <a:bodyPr/>
        <a:lstStyle/>
        <a:p>
          <a:endParaRPr lang="en-US"/>
        </a:p>
      </dgm:t>
    </dgm:pt>
    <dgm:pt modelId="{7CCAC8A6-84FD-4B72-8138-6986D0A19851}">
      <dgm:prSet/>
      <dgm:spPr/>
      <dgm:t>
        <a:bodyPr/>
        <a:lstStyle/>
        <a:p>
          <a:pPr>
            <a:defRPr b="1"/>
          </a:pPr>
          <a:r>
            <a:rPr lang="es-CR" b="1" i="0"/>
            <a:t>Pruebas basadas en listas de comprobación</a:t>
          </a:r>
          <a:endParaRPr lang="en-US" b="1"/>
        </a:p>
      </dgm:t>
    </dgm:pt>
    <dgm:pt modelId="{DC6E4B1B-6314-407F-99A6-58A582619AF0}" type="parTrans" cxnId="{8A782AAA-E865-478B-BAA0-FE8DCA15D45A}">
      <dgm:prSet/>
      <dgm:spPr/>
      <dgm:t>
        <a:bodyPr/>
        <a:lstStyle/>
        <a:p>
          <a:endParaRPr lang="en-US"/>
        </a:p>
      </dgm:t>
    </dgm:pt>
    <dgm:pt modelId="{E3BFEAA0-C27A-46E2-B7E0-8372E7DF2983}" type="sibTrans" cxnId="{8A782AAA-E865-478B-BAA0-FE8DCA15D45A}">
      <dgm:prSet/>
      <dgm:spPr/>
      <dgm:t>
        <a:bodyPr/>
        <a:lstStyle/>
        <a:p>
          <a:endParaRPr lang="en-US"/>
        </a:p>
      </dgm:t>
    </dgm:pt>
    <dgm:pt modelId="{86C69548-4657-40BF-AC84-6CC5E2E123D4}">
      <dgm:prSet custT="1"/>
      <dgm:spPr/>
      <dgm:t>
        <a:bodyPr/>
        <a:lstStyle/>
        <a:p>
          <a:pPr algn="just"/>
          <a:r>
            <a:rPr lang="es-CR" sz="1500" b="0" i="0" dirty="0"/>
            <a:t>En esta técnica, </a:t>
          </a:r>
          <a:r>
            <a:rPr lang="es-CR" sz="1500" b="0" i="0" dirty="0">
              <a:solidFill>
                <a:srgbClr val="00B050"/>
              </a:solidFill>
            </a:rPr>
            <a:t>el </a:t>
          </a:r>
          <a:r>
            <a:rPr lang="es-CR" sz="1500" b="0" i="0" dirty="0" err="1">
              <a:solidFill>
                <a:srgbClr val="00B050"/>
              </a:solidFill>
            </a:rPr>
            <a:t>tester</a:t>
          </a:r>
          <a:r>
            <a:rPr lang="es-CR" sz="1500" b="0" i="0" dirty="0">
              <a:solidFill>
                <a:srgbClr val="00B050"/>
              </a:solidFill>
            </a:rPr>
            <a:t> utiliza su experiencia previa para elaborar una lista de comprobación </a:t>
          </a:r>
          <a:r>
            <a:rPr lang="es-CR" sz="1500" b="0" i="0" dirty="0"/>
            <a:t>que sirve como una guía para llevar dirigir las pruebas. La lista de comprobación establece un estándar y ayuda al </a:t>
          </a:r>
          <a:r>
            <a:rPr lang="es-CR" sz="1500" b="0" i="0" dirty="0" err="1"/>
            <a:t>tester</a:t>
          </a:r>
          <a:r>
            <a:rPr lang="es-CR" sz="1500" b="0" i="0" dirty="0"/>
            <a:t> a recordar lo que debe ser probado y lo que ya fue probado. La lista de comprobación no es una lista estática y definitiva, es decir, puede ser modificada en función de las necesidades y requisitos que surjan durante las pruebas.</a:t>
          </a:r>
          <a:endParaRPr lang="en-US" sz="1500" dirty="0"/>
        </a:p>
      </dgm:t>
    </dgm:pt>
    <dgm:pt modelId="{2FE8DE5E-F71F-4321-B2D2-7808DA7628C6}" type="parTrans" cxnId="{F9046135-F402-4A1D-B120-8E267024405B}">
      <dgm:prSet/>
      <dgm:spPr/>
      <dgm:t>
        <a:bodyPr/>
        <a:lstStyle/>
        <a:p>
          <a:endParaRPr lang="en-US"/>
        </a:p>
      </dgm:t>
    </dgm:pt>
    <dgm:pt modelId="{31236E9A-7C84-43C5-9F63-54EB6EB65699}" type="sibTrans" cxnId="{F9046135-F402-4A1D-B120-8E267024405B}">
      <dgm:prSet/>
      <dgm:spPr/>
      <dgm:t>
        <a:bodyPr/>
        <a:lstStyle/>
        <a:p>
          <a:endParaRPr lang="en-US"/>
        </a:p>
      </dgm:t>
    </dgm:pt>
    <dgm:pt modelId="{AB6A3724-2454-410A-ADA6-B3A20F76D449}" type="pres">
      <dgm:prSet presAssocID="{011CA1C7-0E4D-418B-86FD-1813F68FAAD6}" presName="vert0" presStyleCnt="0">
        <dgm:presLayoutVars>
          <dgm:dir/>
          <dgm:animOne val="branch"/>
          <dgm:animLvl val="lvl"/>
        </dgm:presLayoutVars>
      </dgm:prSet>
      <dgm:spPr/>
    </dgm:pt>
    <dgm:pt modelId="{571923BB-9535-401F-9B77-A10500788491}" type="pres">
      <dgm:prSet presAssocID="{47A39B69-2FCE-4AA9-A8E3-D6E8890922A4}" presName="thickLine" presStyleLbl="alignNode1" presStyleIdx="0" presStyleCnt="4"/>
      <dgm:spPr/>
    </dgm:pt>
    <dgm:pt modelId="{7D100E73-5F11-4BA3-ACA4-8ABF5123DA91}" type="pres">
      <dgm:prSet presAssocID="{47A39B69-2FCE-4AA9-A8E3-D6E8890922A4}" presName="horz1" presStyleCnt="0"/>
      <dgm:spPr/>
    </dgm:pt>
    <dgm:pt modelId="{2924A048-0155-4E2D-89BB-2131F183EA23}" type="pres">
      <dgm:prSet presAssocID="{47A39B69-2FCE-4AA9-A8E3-D6E8890922A4}" presName="tx1" presStyleLbl="revTx" presStyleIdx="0" presStyleCnt="8"/>
      <dgm:spPr/>
    </dgm:pt>
    <dgm:pt modelId="{ADD43F7B-27AB-45FE-8725-BA657D56460D}" type="pres">
      <dgm:prSet presAssocID="{47A39B69-2FCE-4AA9-A8E3-D6E8890922A4}" presName="vert1" presStyleCnt="0"/>
      <dgm:spPr/>
    </dgm:pt>
    <dgm:pt modelId="{01CBE09E-4DF2-4E5B-A636-87AB37E11FF4}" type="pres">
      <dgm:prSet presAssocID="{61B6BAF2-8F32-4F54-A6CA-89048313645A}" presName="vertSpace2a" presStyleCnt="0"/>
      <dgm:spPr/>
    </dgm:pt>
    <dgm:pt modelId="{2B942EEE-FC4F-4F38-855D-092D584AF061}" type="pres">
      <dgm:prSet presAssocID="{61B6BAF2-8F32-4F54-A6CA-89048313645A}" presName="horz2" presStyleCnt="0"/>
      <dgm:spPr/>
    </dgm:pt>
    <dgm:pt modelId="{A95A1BCB-93BC-4D10-B3AB-EAB5789F73E4}" type="pres">
      <dgm:prSet presAssocID="{61B6BAF2-8F32-4F54-A6CA-89048313645A}" presName="horzSpace2" presStyleCnt="0"/>
      <dgm:spPr/>
    </dgm:pt>
    <dgm:pt modelId="{E3180657-E8BF-4F7F-8904-95AF5FBCDC79}" type="pres">
      <dgm:prSet presAssocID="{61B6BAF2-8F32-4F54-A6CA-89048313645A}" presName="tx2" presStyleLbl="revTx" presStyleIdx="1" presStyleCnt="8"/>
      <dgm:spPr/>
    </dgm:pt>
    <dgm:pt modelId="{F8D538F6-31A9-4D5E-8F57-84959EC99CFA}" type="pres">
      <dgm:prSet presAssocID="{61B6BAF2-8F32-4F54-A6CA-89048313645A}" presName="vert2" presStyleCnt="0"/>
      <dgm:spPr/>
    </dgm:pt>
    <dgm:pt modelId="{5899A163-7724-46AC-AF73-77E5EEBE65B0}" type="pres">
      <dgm:prSet presAssocID="{61B6BAF2-8F32-4F54-A6CA-89048313645A}" presName="thinLine2b" presStyleLbl="callout" presStyleIdx="0" presStyleCnt="4"/>
      <dgm:spPr/>
    </dgm:pt>
    <dgm:pt modelId="{324DFB52-478F-408F-A146-26B7C76F175D}" type="pres">
      <dgm:prSet presAssocID="{61B6BAF2-8F32-4F54-A6CA-89048313645A}" presName="vertSpace2b" presStyleCnt="0"/>
      <dgm:spPr/>
    </dgm:pt>
    <dgm:pt modelId="{3DAC11FB-7F8E-44DA-88D8-F0A636C5A94D}" type="pres">
      <dgm:prSet presAssocID="{B99AFE17-BD17-417C-9780-038C1ABB32D7}" presName="thickLine" presStyleLbl="alignNode1" presStyleIdx="1" presStyleCnt="4"/>
      <dgm:spPr/>
    </dgm:pt>
    <dgm:pt modelId="{D90F3841-7402-47A4-8411-D4D8B3145E81}" type="pres">
      <dgm:prSet presAssocID="{B99AFE17-BD17-417C-9780-038C1ABB32D7}" presName="horz1" presStyleCnt="0"/>
      <dgm:spPr/>
    </dgm:pt>
    <dgm:pt modelId="{826358CD-393B-4F79-9E03-ADA9659ADCC8}" type="pres">
      <dgm:prSet presAssocID="{B99AFE17-BD17-417C-9780-038C1ABB32D7}" presName="tx1" presStyleLbl="revTx" presStyleIdx="2" presStyleCnt="8"/>
      <dgm:spPr/>
    </dgm:pt>
    <dgm:pt modelId="{7E4DF292-6C94-41DD-9DF9-29383DEA8DF7}" type="pres">
      <dgm:prSet presAssocID="{B99AFE17-BD17-417C-9780-038C1ABB32D7}" presName="vert1" presStyleCnt="0"/>
      <dgm:spPr/>
    </dgm:pt>
    <dgm:pt modelId="{68D67ED8-6897-4FA4-849B-13B17F03B06C}" type="pres">
      <dgm:prSet presAssocID="{4E4A046C-0E26-45FF-8E37-4D57F51AC085}" presName="vertSpace2a" presStyleCnt="0"/>
      <dgm:spPr/>
    </dgm:pt>
    <dgm:pt modelId="{A6B638A8-5A8F-470E-B4AB-33F88BAD2F61}" type="pres">
      <dgm:prSet presAssocID="{4E4A046C-0E26-45FF-8E37-4D57F51AC085}" presName="horz2" presStyleCnt="0"/>
      <dgm:spPr/>
    </dgm:pt>
    <dgm:pt modelId="{7B670230-DED7-4492-A3E7-BF8F20131FF1}" type="pres">
      <dgm:prSet presAssocID="{4E4A046C-0E26-45FF-8E37-4D57F51AC085}" presName="horzSpace2" presStyleCnt="0"/>
      <dgm:spPr/>
    </dgm:pt>
    <dgm:pt modelId="{59FBD7DE-758D-4DA3-AC6C-D27F67C587D2}" type="pres">
      <dgm:prSet presAssocID="{4E4A046C-0E26-45FF-8E37-4D57F51AC085}" presName="tx2" presStyleLbl="revTx" presStyleIdx="3" presStyleCnt="8"/>
      <dgm:spPr/>
    </dgm:pt>
    <dgm:pt modelId="{796C5665-FF11-4583-9EB4-8D139DEE480F}" type="pres">
      <dgm:prSet presAssocID="{4E4A046C-0E26-45FF-8E37-4D57F51AC085}" presName="vert2" presStyleCnt="0"/>
      <dgm:spPr/>
    </dgm:pt>
    <dgm:pt modelId="{0E0A2DDA-778A-4DD7-B0A4-0EDBA88F013E}" type="pres">
      <dgm:prSet presAssocID="{4E4A046C-0E26-45FF-8E37-4D57F51AC085}" presName="thinLine2b" presStyleLbl="callout" presStyleIdx="1" presStyleCnt="4"/>
      <dgm:spPr/>
    </dgm:pt>
    <dgm:pt modelId="{4CAF431B-E54C-42B4-BFEC-1878A4720921}" type="pres">
      <dgm:prSet presAssocID="{4E4A046C-0E26-45FF-8E37-4D57F51AC085}" presName="vertSpace2b" presStyleCnt="0"/>
      <dgm:spPr/>
    </dgm:pt>
    <dgm:pt modelId="{FBD7F6A3-07E7-4F59-83E5-5633BA8AD090}" type="pres">
      <dgm:prSet presAssocID="{5E7721A2-7FEF-409A-A08B-FC060BDCC8AB}" presName="thickLine" presStyleLbl="alignNode1" presStyleIdx="2" presStyleCnt="4"/>
      <dgm:spPr/>
    </dgm:pt>
    <dgm:pt modelId="{FBE64855-7A7F-45EA-BA75-8270AA234B00}" type="pres">
      <dgm:prSet presAssocID="{5E7721A2-7FEF-409A-A08B-FC060BDCC8AB}" presName="horz1" presStyleCnt="0"/>
      <dgm:spPr/>
    </dgm:pt>
    <dgm:pt modelId="{FA20548D-7AA6-497E-98D3-4F96B86DEB98}" type="pres">
      <dgm:prSet presAssocID="{5E7721A2-7FEF-409A-A08B-FC060BDCC8AB}" presName="tx1" presStyleLbl="revTx" presStyleIdx="4" presStyleCnt="8"/>
      <dgm:spPr/>
    </dgm:pt>
    <dgm:pt modelId="{772B787A-BC6F-4CEC-9C3A-AEA3006A636A}" type="pres">
      <dgm:prSet presAssocID="{5E7721A2-7FEF-409A-A08B-FC060BDCC8AB}" presName="vert1" presStyleCnt="0"/>
      <dgm:spPr/>
    </dgm:pt>
    <dgm:pt modelId="{EF469974-1076-4FBA-B431-0D8682D3E9DA}" type="pres">
      <dgm:prSet presAssocID="{911D2B03-FA00-4D3E-8AFF-7791728B46E0}" presName="vertSpace2a" presStyleCnt="0"/>
      <dgm:spPr/>
    </dgm:pt>
    <dgm:pt modelId="{87671F30-E752-468D-9EDA-029192598EDF}" type="pres">
      <dgm:prSet presAssocID="{911D2B03-FA00-4D3E-8AFF-7791728B46E0}" presName="horz2" presStyleCnt="0"/>
      <dgm:spPr/>
    </dgm:pt>
    <dgm:pt modelId="{1BD8C359-3FC4-4DD3-85B9-FE036EFED30A}" type="pres">
      <dgm:prSet presAssocID="{911D2B03-FA00-4D3E-8AFF-7791728B46E0}" presName="horzSpace2" presStyleCnt="0"/>
      <dgm:spPr/>
    </dgm:pt>
    <dgm:pt modelId="{41E00140-39D7-41BB-ACD3-8D95EA7F2BEC}" type="pres">
      <dgm:prSet presAssocID="{911D2B03-FA00-4D3E-8AFF-7791728B46E0}" presName="tx2" presStyleLbl="revTx" presStyleIdx="5" presStyleCnt="8"/>
      <dgm:spPr/>
    </dgm:pt>
    <dgm:pt modelId="{C8106552-BD32-4054-AB01-29E2437ABC7A}" type="pres">
      <dgm:prSet presAssocID="{911D2B03-FA00-4D3E-8AFF-7791728B46E0}" presName="vert2" presStyleCnt="0"/>
      <dgm:spPr/>
    </dgm:pt>
    <dgm:pt modelId="{22A238FD-6950-44FD-BD2D-919A4D6AB0AA}" type="pres">
      <dgm:prSet presAssocID="{911D2B03-FA00-4D3E-8AFF-7791728B46E0}" presName="thinLine2b" presStyleLbl="callout" presStyleIdx="2" presStyleCnt="4"/>
      <dgm:spPr/>
    </dgm:pt>
    <dgm:pt modelId="{37B2320F-E836-4554-964F-DD957678ED09}" type="pres">
      <dgm:prSet presAssocID="{911D2B03-FA00-4D3E-8AFF-7791728B46E0}" presName="vertSpace2b" presStyleCnt="0"/>
      <dgm:spPr/>
    </dgm:pt>
    <dgm:pt modelId="{8D9483D1-4B30-4CA4-9D09-4FB793372CAC}" type="pres">
      <dgm:prSet presAssocID="{7CCAC8A6-84FD-4B72-8138-6986D0A19851}" presName="thickLine" presStyleLbl="alignNode1" presStyleIdx="3" presStyleCnt="4"/>
      <dgm:spPr/>
    </dgm:pt>
    <dgm:pt modelId="{8338316C-C4EC-4DDA-A76A-3997C519B470}" type="pres">
      <dgm:prSet presAssocID="{7CCAC8A6-84FD-4B72-8138-6986D0A19851}" presName="horz1" presStyleCnt="0"/>
      <dgm:spPr/>
    </dgm:pt>
    <dgm:pt modelId="{8AF4829E-C332-473A-BA73-3683E565330F}" type="pres">
      <dgm:prSet presAssocID="{7CCAC8A6-84FD-4B72-8138-6986D0A19851}" presName="tx1" presStyleLbl="revTx" presStyleIdx="6" presStyleCnt="8"/>
      <dgm:spPr/>
    </dgm:pt>
    <dgm:pt modelId="{ABC99D40-121E-4399-B789-C9DCC67A1E2A}" type="pres">
      <dgm:prSet presAssocID="{7CCAC8A6-84FD-4B72-8138-6986D0A19851}" presName="vert1" presStyleCnt="0"/>
      <dgm:spPr/>
    </dgm:pt>
    <dgm:pt modelId="{B1514463-23F9-48AF-92D2-965AC34D345B}" type="pres">
      <dgm:prSet presAssocID="{86C69548-4657-40BF-AC84-6CC5E2E123D4}" presName="vertSpace2a" presStyleCnt="0"/>
      <dgm:spPr/>
    </dgm:pt>
    <dgm:pt modelId="{0E165013-7A8B-4D5C-A7E1-0041D36A48D2}" type="pres">
      <dgm:prSet presAssocID="{86C69548-4657-40BF-AC84-6CC5E2E123D4}" presName="horz2" presStyleCnt="0"/>
      <dgm:spPr/>
    </dgm:pt>
    <dgm:pt modelId="{DCC50F08-9FF0-4DC8-B7B2-D86E701C14DB}" type="pres">
      <dgm:prSet presAssocID="{86C69548-4657-40BF-AC84-6CC5E2E123D4}" presName="horzSpace2" presStyleCnt="0"/>
      <dgm:spPr/>
    </dgm:pt>
    <dgm:pt modelId="{AC0C6799-5833-4EF5-ABCC-23A64A8A07D6}" type="pres">
      <dgm:prSet presAssocID="{86C69548-4657-40BF-AC84-6CC5E2E123D4}" presName="tx2" presStyleLbl="revTx" presStyleIdx="7" presStyleCnt="8"/>
      <dgm:spPr/>
    </dgm:pt>
    <dgm:pt modelId="{A3B0584C-EB79-4CD0-A88B-32AD3BCCCD7A}" type="pres">
      <dgm:prSet presAssocID="{86C69548-4657-40BF-AC84-6CC5E2E123D4}" presName="vert2" presStyleCnt="0"/>
      <dgm:spPr/>
    </dgm:pt>
    <dgm:pt modelId="{4B415887-BD74-4A6C-B164-F2A84F342086}" type="pres">
      <dgm:prSet presAssocID="{86C69548-4657-40BF-AC84-6CC5E2E123D4}" presName="thinLine2b" presStyleLbl="callout" presStyleIdx="3" presStyleCnt="4"/>
      <dgm:spPr/>
    </dgm:pt>
    <dgm:pt modelId="{6AA2376A-FD5A-4D74-B093-5A3D4BE92049}" type="pres">
      <dgm:prSet presAssocID="{86C69548-4657-40BF-AC84-6CC5E2E123D4}" presName="vertSpace2b" presStyleCnt="0"/>
      <dgm:spPr/>
    </dgm:pt>
  </dgm:ptLst>
  <dgm:cxnLst>
    <dgm:cxn modelId="{F55E341C-34B5-4995-A85C-82B912822C30}" srcId="{011CA1C7-0E4D-418B-86FD-1813F68FAAD6}" destId="{B99AFE17-BD17-417C-9780-038C1ABB32D7}" srcOrd="1" destOrd="0" parTransId="{49637C2B-80FD-4C29-9B39-18F0F3137A09}" sibTransId="{D7BEEC40-2630-4429-8D04-24938D4AE720}"/>
    <dgm:cxn modelId="{A4AE7829-4F7C-42F2-A621-DDD3B8DB9F70}" type="presOf" srcId="{61B6BAF2-8F32-4F54-A6CA-89048313645A}" destId="{E3180657-E8BF-4F7F-8904-95AF5FBCDC79}" srcOrd="0" destOrd="0" presId="urn:microsoft.com/office/officeart/2008/layout/LinedList"/>
    <dgm:cxn modelId="{24DA972A-2BE3-4EF6-8B0D-6E18965CA97E}" type="presOf" srcId="{5E7721A2-7FEF-409A-A08B-FC060BDCC8AB}" destId="{FA20548D-7AA6-497E-98D3-4F96B86DEB98}" srcOrd="0" destOrd="0" presId="urn:microsoft.com/office/officeart/2008/layout/LinedList"/>
    <dgm:cxn modelId="{10A64233-8CEF-4B89-8948-DE6B8C2838EF}" type="presOf" srcId="{86C69548-4657-40BF-AC84-6CC5E2E123D4}" destId="{AC0C6799-5833-4EF5-ABCC-23A64A8A07D6}" srcOrd="0" destOrd="0" presId="urn:microsoft.com/office/officeart/2008/layout/LinedList"/>
    <dgm:cxn modelId="{F9046135-F402-4A1D-B120-8E267024405B}" srcId="{7CCAC8A6-84FD-4B72-8138-6986D0A19851}" destId="{86C69548-4657-40BF-AC84-6CC5E2E123D4}" srcOrd="0" destOrd="0" parTransId="{2FE8DE5E-F71F-4321-B2D2-7808DA7628C6}" sibTransId="{31236E9A-7C84-43C5-9F63-54EB6EB65699}"/>
    <dgm:cxn modelId="{6E93A662-C15D-4492-8A8A-0B8CB86356AE}" type="presOf" srcId="{B99AFE17-BD17-417C-9780-038C1ABB32D7}" destId="{826358CD-393B-4F79-9E03-ADA9659ADCC8}" srcOrd="0" destOrd="0" presId="urn:microsoft.com/office/officeart/2008/layout/LinedList"/>
    <dgm:cxn modelId="{6A2B6044-094C-4658-8741-CC5BD96F7CBD}" type="presOf" srcId="{4E4A046C-0E26-45FF-8E37-4D57F51AC085}" destId="{59FBD7DE-758D-4DA3-AC6C-D27F67C587D2}" srcOrd="0" destOrd="0" presId="urn:microsoft.com/office/officeart/2008/layout/LinedList"/>
    <dgm:cxn modelId="{5C453472-EB4A-4D93-9CAD-A5CB9E27750E}" type="presOf" srcId="{47A39B69-2FCE-4AA9-A8E3-D6E8890922A4}" destId="{2924A048-0155-4E2D-89BB-2131F183EA23}" srcOrd="0" destOrd="0" presId="urn:microsoft.com/office/officeart/2008/layout/LinedList"/>
    <dgm:cxn modelId="{2A8B7781-F495-4183-8041-62669FB2B131}" srcId="{011CA1C7-0E4D-418B-86FD-1813F68FAAD6}" destId="{47A39B69-2FCE-4AA9-A8E3-D6E8890922A4}" srcOrd="0" destOrd="0" parTransId="{7BBECB4F-5014-4E17-BCD1-B337FF1C5CA0}" sibTransId="{055134D6-B9B6-45CB-9796-B075134FBB9E}"/>
    <dgm:cxn modelId="{DD652390-0D1D-4C8F-B8BB-D31C1770F6A8}" srcId="{011CA1C7-0E4D-418B-86FD-1813F68FAAD6}" destId="{5E7721A2-7FEF-409A-A08B-FC060BDCC8AB}" srcOrd="2" destOrd="0" parTransId="{D9F78F1F-8649-4E23-A7A5-90A9817A4ECC}" sibTransId="{FFCBF9A7-630F-4C3E-833F-9673D7C19977}"/>
    <dgm:cxn modelId="{5E063E9E-E609-4B57-8ADD-436C6D0045FD}" srcId="{47A39B69-2FCE-4AA9-A8E3-D6E8890922A4}" destId="{61B6BAF2-8F32-4F54-A6CA-89048313645A}" srcOrd="0" destOrd="0" parTransId="{B41DB59D-B3CE-4F40-9FF2-451D6E0D6082}" sibTransId="{2A947412-4483-45D7-B977-C44564238B37}"/>
    <dgm:cxn modelId="{8A782AAA-E865-478B-BAA0-FE8DCA15D45A}" srcId="{011CA1C7-0E4D-418B-86FD-1813F68FAAD6}" destId="{7CCAC8A6-84FD-4B72-8138-6986D0A19851}" srcOrd="3" destOrd="0" parTransId="{DC6E4B1B-6314-407F-99A6-58A582619AF0}" sibTransId="{E3BFEAA0-C27A-46E2-B7E0-8372E7DF2983}"/>
    <dgm:cxn modelId="{B9A9C0C2-EDB3-4F95-B14C-8A41BB4B32F6}" srcId="{5E7721A2-7FEF-409A-A08B-FC060BDCC8AB}" destId="{911D2B03-FA00-4D3E-8AFF-7791728B46E0}" srcOrd="0" destOrd="0" parTransId="{1EC09B63-6241-4E87-9C6E-93CB6ED62BC6}" sibTransId="{C7C6E238-365F-46AC-8111-67E8AE78205F}"/>
    <dgm:cxn modelId="{0F4A39C5-07F3-4CA6-AC9A-5D9ABD2D900C}" srcId="{B99AFE17-BD17-417C-9780-038C1ABB32D7}" destId="{4E4A046C-0E26-45FF-8E37-4D57F51AC085}" srcOrd="0" destOrd="0" parTransId="{2B5119A6-45D5-48EB-92EE-31D94C4F7844}" sibTransId="{5954FC4A-C821-4156-86FB-BDB9E277FF96}"/>
    <dgm:cxn modelId="{F84573DA-2D61-4B2C-8A51-22A3410C2AF2}" type="presOf" srcId="{911D2B03-FA00-4D3E-8AFF-7791728B46E0}" destId="{41E00140-39D7-41BB-ACD3-8D95EA7F2BEC}" srcOrd="0" destOrd="0" presId="urn:microsoft.com/office/officeart/2008/layout/LinedList"/>
    <dgm:cxn modelId="{215BC2EC-AC7E-4514-984E-31F7A512D5F0}" type="presOf" srcId="{011CA1C7-0E4D-418B-86FD-1813F68FAAD6}" destId="{AB6A3724-2454-410A-ADA6-B3A20F76D449}" srcOrd="0" destOrd="0" presId="urn:microsoft.com/office/officeart/2008/layout/LinedList"/>
    <dgm:cxn modelId="{4D825AFD-B5E6-4415-8936-D4406D21E1B4}" type="presOf" srcId="{7CCAC8A6-84FD-4B72-8138-6986D0A19851}" destId="{8AF4829E-C332-473A-BA73-3683E565330F}" srcOrd="0" destOrd="0" presId="urn:microsoft.com/office/officeart/2008/layout/LinedList"/>
    <dgm:cxn modelId="{012B35BF-D960-42A4-9490-84066CF8B56F}" type="presParOf" srcId="{AB6A3724-2454-410A-ADA6-B3A20F76D449}" destId="{571923BB-9535-401F-9B77-A10500788491}" srcOrd="0" destOrd="0" presId="urn:microsoft.com/office/officeart/2008/layout/LinedList"/>
    <dgm:cxn modelId="{666EF8D2-3E1C-4E5B-BA8B-570814E52162}" type="presParOf" srcId="{AB6A3724-2454-410A-ADA6-B3A20F76D449}" destId="{7D100E73-5F11-4BA3-ACA4-8ABF5123DA91}" srcOrd="1" destOrd="0" presId="urn:microsoft.com/office/officeart/2008/layout/LinedList"/>
    <dgm:cxn modelId="{0BAA229A-97B8-4067-8521-56AB4326FC3D}" type="presParOf" srcId="{7D100E73-5F11-4BA3-ACA4-8ABF5123DA91}" destId="{2924A048-0155-4E2D-89BB-2131F183EA23}" srcOrd="0" destOrd="0" presId="urn:microsoft.com/office/officeart/2008/layout/LinedList"/>
    <dgm:cxn modelId="{B92FC263-12D2-4689-9C72-8373817AB968}" type="presParOf" srcId="{7D100E73-5F11-4BA3-ACA4-8ABF5123DA91}" destId="{ADD43F7B-27AB-45FE-8725-BA657D56460D}" srcOrd="1" destOrd="0" presId="urn:microsoft.com/office/officeart/2008/layout/LinedList"/>
    <dgm:cxn modelId="{5517E0B6-CAED-49B8-9588-736FCDE16E1A}" type="presParOf" srcId="{ADD43F7B-27AB-45FE-8725-BA657D56460D}" destId="{01CBE09E-4DF2-4E5B-A636-87AB37E11FF4}" srcOrd="0" destOrd="0" presId="urn:microsoft.com/office/officeart/2008/layout/LinedList"/>
    <dgm:cxn modelId="{5D56E725-58D3-4EF3-998F-8EA96DD978FF}" type="presParOf" srcId="{ADD43F7B-27AB-45FE-8725-BA657D56460D}" destId="{2B942EEE-FC4F-4F38-855D-092D584AF061}" srcOrd="1" destOrd="0" presId="urn:microsoft.com/office/officeart/2008/layout/LinedList"/>
    <dgm:cxn modelId="{6C8FE426-111E-4743-A00A-5C474E027052}" type="presParOf" srcId="{2B942EEE-FC4F-4F38-855D-092D584AF061}" destId="{A95A1BCB-93BC-4D10-B3AB-EAB5789F73E4}" srcOrd="0" destOrd="0" presId="urn:microsoft.com/office/officeart/2008/layout/LinedList"/>
    <dgm:cxn modelId="{4A153D28-6ECB-4FAF-8BFB-516839902D89}" type="presParOf" srcId="{2B942EEE-FC4F-4F38-855D-092D584AF061}" destId="{E3180657-E8BF-4F7F-8904-95AF5FBCDC79}" srcOrd="1" destOrd="0" presId="urn:microsoft.com/office/officeart/2008/layout/LinedList"/>
    <dgm:cxn modelId="{B0C1118A-A85D-4E40-ACF8-38CF793F23C4}" type="presParOf" srcId="{2B942EEE-FC4F-4F38-855D-092D584AF061}" destId="{F8D538F6-31A9-4D5E-8F57-84959EC99CFA}" srcOrd="2" destOrd="0" presId="urn:microsoft.com/office/officeart/2008/layout/LinedList"/>
    <dgm:cxn modelId="{50015FC5-B7DF-410B-93D3-49F791C5EC89}" type="presParOf" srcId="{ADD43F7B-27AB-45FE-8725-BA657D56460D}" destId="{5899A163-7724-46AC-AF73-77E5EEBE65B0}" srcOrd="2" destOrd="0" presId="urn:microsoft.com/office/officeart/2008/layout/LinedList"/>
    <dgm:cxn modelId="{5497FC78-F4AD-45A1-81CF-09ADDB28DA57}" type="presParOf" srcId="{ADD43F7B-27AB-45FE-8725-BA657D56460D}" destId="{324DFB52-478F-408F-A146-26B7C76F175D}" srcOrd="3" destOrd="0" presId="urn:microsoft.com/office/officeart/2008/layout/LinedList"/>
    <dgm:cxn modelId="{E99EEC39-AE0E-4543-9DA4-99756554F920}" type="presParOf" srcId="{AB6A3724-2454-410A-ADA6-B3A20F76D449}" destId="{3DAC11FB-7F8E-44DA-88D8-F0A636C5A94D}" srcOrd="2" destOrd="0" presId="urn:microsoft.com/office/officeart/2008/layout/LinedList"/>
    <dgm:cxn modelId="{5CBDD039-D1FC-4A7C-8A21-16E4C40FEED0}" type="presParOf" srcId="{AB6A3724-2454-410A-ADA6-B3A20F76D449}" destId="{D90F3841-7402-47A4-8411-D4D8B3145E81}" srcOrd="3" destOrd="0" presId="urn:microsoft.com/office/officeart/2008/layout/LinedList"/>
    <dgm:cxn modelId="{8ABAD327-4451-43CC-A63A-8E3EA7C70825}" type="presParOf" srcId="{D90F3841-7402-47A4-8411-D4D8B3145E81}" destId="{826358CD-393B-4F79-9E03-ADA9659ADCC8}" srcOrd="0" destOrd="0" presId="urn:microsoft.com/office/officeart/2008/layout/LinedList"/>
    <dgm:cxn modelId="{4C124EA2-E938-4227-98C6-A24090EFA29A}" type="presParOf" srcId="{D90F3841-7402-47A4-8411-D4D8B3145E81}" destId="{7E4DF292-6C94-41DD-9DF9-29383DEA8DF7}" srcOrd="1" destOrd="0" presId="urn:microsoft.com/office/officeart/2008/layout/LinedList"/>
    <dgm:cxn modelId="{61DC7BC3-6E79-468D-8E1B-18DABD5718B1}" type="presParOf" srcId="{7E4DF292-6C94-41DD-9DF9-29383DEA8DF7}" destId="{68D67ED8-6897-4FA4-849B-13B17F03B06C}" srcOrd="0" destOrd="0" presId="urn:microsoft.com/office/officeart/2008/layout/LinedList"/>
    <dgm:cxn modelId="{A7095A95-4D90-4CCE-BA12-F112C78C1612}" type="presParOf" srcId="{7E4DF292-6C94-41DD-9DF9-29383DEA8DF7}" destId="{A6B638A8-5A8F-470E-B4AB-33F88BAD2F61}" srcOrd="1" destOrd="0" presId="urn:microsoft.com/office/officeart/2008/layout/LinedList"/>
    <dgm:cxn modelId="{8A9669A7-D83D-43F1-BE06-72193D5AA678}" type="presParOf" srcId="{A6B638A8-5A8F-470E-B4AB-33F88BAD2F61}" destId="{7B670230-DED7-4492-A3E7-BF8F20131FF1}" srcOrd="0" destOrd="0" presId="urn:microsoft.com/office/officeart/2008/layout/LinedList"/>
    <dgm:cxn modelId="{F3CA7B5A-0723-4A96-B5D6-D1C0B43CFDE8}" type="presParOf" srcId="{A6B638A8-5A8F-470E-B4AB-33F88BAD2F61}" destId="{59FBD7DE-758D-4DA3-AC6C-D27F67C587D2}" srcOrd="1" destOrd="0" presId="urn:microsoft.com/office/officeart/2008/layout/LinedList"/>
    <dgm:cxn modelId="{49E48E75-0B19-4DF6-8DB9-AE112090BE6E}" type="presParOf" srcId="{A6B638A8-5A8F-470E-B4AB-33F88BAD2F61}" destId="{796C5665-FF11-4583-9EB4-8D139DEE480F}" srcOrd="2" destOrd="0" presId="urn:microsoft.com/office/officeart/2008/layout/LinedList"/>
    <dgm:cxn modelId="{B656A629-9F25-43E9-84FA-DE34FB9FD18F}" type="presParOf" srcId="{7E4DF292-6C94-41DD-9DF9-29383DEA8DF7}" destId="{0E0A2DDA-778A-4DD7-B0A4-0EDBA88F013E}" srcOrd="2" destOrd="0" presId="urn:microsoft.com/office/officeart/2008/layout/LinedList"/>
    <dgm:cxn modelId="{70B797EA-2544-443B-B623-ABBD2779481A}" type="presParOf" srcId="{7E4DF292-6C94-41DD-9DF9-29383DEA8DF7}" destId="{4CAF431B-E54C-42B4-BFEC-1878A4720921}" srcOrd="3" destOrd="0" presId="urn:microsoft.com/office/officeart/2008/layout/LinedList"/>
    <dgm:cxn modelId="{BD142156-288E-4F0F-B4A9-1E4ACAB38F9D}" type="presParOf" srcId="{AB6A3724-2454-410A-ADA6-B3A20F76D449}" destId="{FBD7F6A3-07E7-4F59-83E5-5633BA8AD090}" srcOrd="4" destOrd="0" presId="urn:microsoft.com/office/officeart/2008/layout/LinedList"/>
    <dgm:cxn modelId="{0FA7257C-9AAB-4A2F-91E6-CD6F8A096201}" type="presParOf" srcId="{AB6A3724-2454-410A-ADA6-B3A20F76D449}" destId="{FBE64855-7A7F-45EA-BA75-8270AA234B00}" srcOrd="5" destOrd="0" presId="urn:microsoft.com/office/officeart/2008/layout/LinedList"/>
    <dgm:cxn modelId="{33C476B4-5300-46E1-B937-7BF1A1FA96DC}" type="presParOf" srcId="{FBE64855-7A7F-45EA-BA75-8270AA234B00}" destId="{FA20548D-7AA6-497E-98D3-4F96B86DEB98}" srcOrd="0" destOrd="0" presId="urn:microsoft.com/office/officeart/2008/layout/LinedList"/>
    <dgm:cxn modelId="{EDA633B5-D1B0-4EBC-9A31-9417E09574FB}" type="presParOf" srcId="{FBE64855-7A7F-45EA-BA75-8270AA234B00}" destId="{772B787A-BC6F-4CEC-9C3A-AEA3006A636A}" srcOrd="1" destOrd="0" presId="urn:microsoft.com/office/officeart/2008/layout/LinedList"/>
    <dgm:cxn modelId="{DC773F23-58E9-41AE-BEE0-BF82652C42C8}" type="presParOf" srcId="{772B787A-BC6F-4CEC-9C3A-AEA3006A636A}" destId="{EF469974-1076-4FBA-B431-0D8682D3E9DA}" srcOrd="0" destOrd="0" presId="urn:microsoft.com/office/officeart/2008/layout/LinedList"/>
    <dgm:cxn modelId="{81075587-12FE-4A5A-A9C6-B244FCDCEFBF}" type="presParOf" srcId="{772B787A-BC6F-4CEC-9C3A-AEA3006A636A}" destId="{87671F30-E752-468D-9EDA-029192598EDF}" srcOrd="1" destOrd="0" presId="urn:microsoft.com/office/officeart/2008/layout/LinedList"/>
    <dgm:cxn modelId="{243B0381-1AD2-4F14-A9E2-7B83C6BA3B43}" type="presParOf" srcId="{87671F30-E752-468D-9EDA-029192598EDF}" destId="{1BD8C359-3FC4-4DD3-85B9-FE036EFED30A}" srcOrd="0" destOrd="0" presId="urn:microsoft.com/office/officeart/2008/layout/LinedList"/>
    <dgm:cxn modelId="{B97B6B5B-57FC-4F2B-AEC6-F64DDE547221}" type="presParOf" srcId="{87671F30-E752-468D-9EDA-029192598EDF}" destId="{41E00140-39D7-41BB-ACD3-8D95EA7F2BEC}" srcOrd="1" destOrd="0" presId="urn:microsoft.com/office/officeart/2008/layout/LinedList"/>
    <dgm:cxn modelId="{62D50C59-6F09-414A-9EA5-F9DBC5E4C1F1}" type="presParOf" srcId="{87671F30-E752-468D-9EDA-029192598EDF}" destId="{C8106552-BD32-4054-AB01-29E2437ABC7A}" srcOrd="2" destOrd="0" presId="urn:microsoft.com/office/officeart/2008/layout/LinedList"/>
    <dgm:cxn modelId="{5B83E5E3-A791-4A1A-85B3-AD7472820A6C}" type="presParOf" srcId="{772B787A-BC6F-4CEC-9C3A-AEA3006A636A}" destId="{22A238FD-6950-44FD-BD2D-919A4D6AB0AA}" srcOrd="2" destOrd="0" presId="urn:microsoft.com/office/officeart/2008/layout/LinedList"/>
    <dgm:cxn modelId="{765EECF1-213A-4AE7-82B9-CCA74BE9C867}" type="presParOf" srcId="{772B787A-BC6F-4CEC-9C3A-AEA3006A636A}" destId="{37B2320F-E836-4554-964F-DD957678ED09}" srcOrd="3" destOrd="0" presId="urn:microsoft.com/office/officeart/2008/layout/LinedList"/>
    <dgm:cxn modelId="{EEAE7196-F8C8-443D-8787-AE82D159242F}" type="presParOf" srcId="{AB6A3724-2454-410A-ADA6-B3A20F76D449}" destId="{8D9483D1-4B30-4CA4-9D09-4FB793372CAC}" srcOrd="6" destOrd="0" presId="urn:microsoft.com/office/officeart/2008/layout/LinedList"/>
    <dgm:cxn modelId="{B5C423FC-8981-4960-AC58-F4B878535FA8}" type="presParOf" srcId="{AB6A3724-2454-410A-ADA6-B3A20F76D449}" destId="{8338316C-C4EC-4DDA-A76A-3997C519B470}" srcOrd="7" destOrd="0" presId="urn:microsoft.com/office/officeart/2008/layout/LinedList"/>
    <dgm:cxn modelId="{F6ACCDFF-FCA0-4D67-A936-9D32D505CC9C}" type="presParOf" srcId="{8338316C-C4EC-4DDA-A76A-3997C519B470}" destId="{8AF4829E-C332-473A-BA73-3683E565330F}" srcOrd="0" destOrd="0" presId="urn:microsoft.com/office/officeart/2008/layout/LinedList"/>
    <dgm:cxn modelId="{48A4F681-5317-4513-84A9-5B286448DAA1}" type="presParOf" srcId="{8338316C-C4EC-4DDA-A76A-3997C519B470}" destId="{ABC99D40-121E-4399-B789-C9DCC67A1E2A}" srcOrd="1" destOrd="0" presId="urn:microsoft.com/office/officeart/2008/layout/LinedList"/>
    <dgm:cxn modelId="{5725E923-8097-4E51-A321-A58A012F4BDA}" type="presParOf" srcId="{ABC99D40-121E-4399-B789-C9DCC67A1E2A}" destId="{B1514463-23F9-48AF-92D2-965AC34D345B}" srcOrd="0" destOrd="0" presId="urn:microsoft.com/office/officeart/2008/layout/LinedList"/>
    <dgm:cxn modelId="{DB3646A7-68E0-494A-B15C-7D9E27318FC6}" type="presParOf" srcId="{ABC99D40-121E-4399-B789-C9DCC67A1E2A}" destId="{0E165013-7A8B-4D5C-A7E1-0041D36A48D2}" srcOrd="1" destOrd="0" presId="urn:microsoft.com/office/officeart/2008/layout/LinedList"/>
    <dgm:cxn modelId="{2D3D3F18-3B63-4552-A70E-CA1F0A0A6872}" type="presParOf" srcId="{0E165013-7A8B-4D5C-A7E1-0041D36A48D2}" destId="{DCC50F08-9FF0-4DC8-B7B2-D86E701C14DB}" srcOrd="0" destOrd="0" presId="urn:microsoft.com/office/officeart/2008/layout/LinedList"/>
    <dgm:cxn modelId="{49419677-D723-4D7D-B9F3-AEFA4D6AE13F}" type="presParOf" srcId="{0E165013-7A8B-4D5C-A7E1-0041D36A48D2}" destId="{AC0C6799-5833-4EF5-ABCC-23A64A8A07D6}" srcOrd="1" destOrd="0" presId="urn:microsoft.com/office/officeart/2008/layout/LinedList"/>
    <dgm:cxn modelId="{BBA2475A-B6E2-44D7-AFCB-21A025FC4615}" type="presParOf" srcId="{0E165013-7A8B-4D5C-A7E1-0041D36A48D2}" destId="{A3B0584C-EB79-4CD0-A88B-32AD3BCCCD7A}" srcOrd="2" destOrd="0" presId="urn:microsoft.com/office/officeart/2008/layout/LinedList"/>
    <dgm:cxn modelId="{1355D01E-2C24-40D8-8B18-8B5DC29CBC92}" type="presParOf" srcId="{ABC99D40-121E-4399-B789-C9DCC67A1E2A}" destId="{4B415887-BD74-4A6C-B164-F2A84F342086}" srcOrd="2" destOrd="0" presId="urn:microsoft.com/office/officeart/2008/layout/LinedList"/>
    <dgm:cxn modelId="{496C6782-E423-4E6B-90B3-C6373FDC06DF}" type="presParOf" srcId="{ABC99D40-121E-4399-B789-C9DCC67A1E2A}" destId="{6AA2376A-FD5A-4D74-B093-5A3D4BE92049}"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1C00D8-9F5E-4F9E-BECB-64356ACCB224}">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C8DFB2-0FD8-4BF7-9AE5-163E0B8D657E}">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CR" sz="2700" kern="1200"/>
            <a:t>"Un caso de prueba es un conjunto de entradas, condiciones de ejecución y resultados esperados, desarrollado para conseguir un objetivo particular o condición de prueba"</a:t>
          </a:r>
          <a:endParaRPr lang="en-US" sz="2700" kern="1200"/>
        </a:p>
      </dsp:txBody>
      <dsp:txXfrm>
        <a:off x="0" y="2703"/>
        <a:ext cx="6900512" cy="1843578"/>
      </dsp:txXfrm>
    </dsp:sp>
    <dsp:sp modelId="{6DD7FDEA-D1E2-4FE8-BED0-31329C1A098D}">
      <dsp:nvSpPr>
        <dsp:cNvPr id="0" name=""/>
        <dsp:cNvSpPr/>
      </dsp:nvSpPr>
      <dsp:spPr>
        <a:xfrm>
          <a:off x="0" y="1846281"/>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B3A9DB-B5EC-427E-8F3A-94A4D3030EDC}">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CR" sz="2700" kern="1200"/>
            <a:t>"Un caso de prueba es un proceso detallado que busca probar una funcionalidad o requerimiento particular, parcial o totalmente”</a:t>
          </a:r>
          <a:endParaRPr lang="en-US" sz="2700" kern="1200"/>
        </a:p>
      </dsp:txBody>
      <dsp:txXfrm>
        <a:off x="0" y="1846281"/>
        <a:ext cx="6900512" cy="1843578"/>
      </dsp:txXfrm>
    </dsp:sp>
    <dsp:sp modelId="{F8FBA5E8-0F5A-43F8-8636-FEE864923229}">
      <dsp:nvSpPr>
        <dsp:cNvPr id="0" name=""/>
        <dsp:cNvSpPr/>
      </dsp:nvSpPr>
      <dsp:spPr>
        <a:xfrm>
          <a:off x="0" y="3689859"/>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B329D8-3BF7-438D-94AF-7AF8157FF9FE}">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s-CR" sz="2700" kern="1200"/>
            <a:t>"Un buen caso de prueba tiene una alta probabilidad de encontrar defectos"</a:t>
          </a:r>
          <a:endParaRPr lang="en-US" sz="2700" kern="1200"/>
        </a:p>
      </dsp:txBody>
      <dsp:txXfrm>
        <a:off x="0" y="3689859"/>
        <a:ext cx="6900512" cy="184357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34F5A0-6323-47D8-AC61-238AF09629B9}">
      <dsp:nvSpPr>
        <dsp:cNvPr id="0" name=""/>
        <dsp:cNvSpPr/>
      </dsp:nvSpPr>
      <dsp:spPr>
        <a:xfrm>
          <a:off x="2277" y="2214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 b = c = Equilátero</a:t>
          </a:r>
          <a:endParaRPr lang="en-US" sz="1800" kern="1200"/>
        </a:p>
      </dsp:txBody>
      <dsp:txXfrm>
        <a:off x="2277" y="221465"/>
        <a:ext cx="1806476" cy="1083885"/>
      </dsp:txXfrm>
    </dsp:sp>
    <dsp:sp modelId="{98A27BD1-C638-4808-AD3A-82DF847458D9}">
      <dsp:nvSpPr>
        <dsp:cNvPr id="0" name=""/>
        <dsp:cNvSpPr/>
      </dsp:nvSpPr>
      <dsp:spPr>
        <a:xfrm>
          <a:off x="1989400" y="2214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&lt;&gt; b &lt;&gt; c = Escaleno</a:t>
          </a:r>
          <a:endParaRPr lang="en-US" sz="1800" kern="1200"/>
        </a:p>
      </dsp:txBody>
      <dsp:txXfrm>
        <a:off x="1989400" y="221465"/>
        <a:ext cx="1806476" cy="1083885"/>
      </dsp:txXfrm>
    </dsp:sp>
    <dsp:sp modelId="{5F9EBB84-0E99-43C1-9E1F-B515C2FA381B}">
      <dsp:nvSpPr>
        <dsp:cNvPr id="0" name=""/>
        <dsp:cNvSpPr/>
      </dsp:nvSpPr>
      <dsp:spPr>
        <a:xfrm>
          <a:off x="3976524" y="2214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 b = c = Isósceles</a:t>
          </a:r>
          <a:endParaRPr lang="en-US" sz="1800" kern="1200"/>
        </a:p>
      </dsp:txBody>
      <dsp:txXfrm>
        <a:off x="3976524" y="221465"/>
        <a:ext cx="1806476" cy="1083885"/>
      </dsp:txXfrm>
    </dsp:sp>
    <dsp:sp modelId="{CAA68F40-ED5F-4A49-B39D-54A4EF88AC1C}">
      <dsp:nvSpPr>
        <dsp:cNvPr id="0" name=""/>
        <dsp:cNvSpPr/>
      </dsp:nvSpPr>
      <dsp:spPr>
        <a:xfrm>
          <a:off x="5963647" y="2214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 b &lt;&gt; c = Isósceles</a:t>
          </a:r>
          <a:endParaRPr lang="en-US" sz="1800" kern="1200"/>
        </a:p>
      </dsp:txBody>
      <dsp:txXfrm>
        <a:off x="5963647" y="221465"/>
        <a:ext cx="1806476" cy="1083885"/>
      </dsp:txXfrm>
    </dsp:sp>
    <dsp:sp modelId="{F912BD46-612E-4B3F-BB3C-933132C55692}">
      <dsp:nvSpPr>
        <dsp:cNvPr id="0" name=""/>
        <dsp:cNvSpPr/>
      </dsp:nvSpPr>
      <dsp:spPr>
        <a:xfrm>
          <a:off x="2277" y="14859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b = c &lt;&gt; a = Isósceles</a:t>
          </a:r>
          <a:endParaRPr lang="en-US" sz="1800" kern="1200"/>
        </a:p>
      </dsp:txBody>
      <dsp:txXfrm>
        <a:off x="2277" y="1485998"/>
        <a:ext cx="1806476" cy="1083885"/>
      </dsp:txXfrm>
    </dsp:sp>
    <dsp:sp modelId="{9B60CDBD-6BE9-4B5F-AC4F-D0134B5756F7}">
      <dsp:nvSpPr>
        <dsp:cNvPr id="0" name=""/>
        <dsp:cNvSpPr/>
      </dsp:nvSpPr>
      <dsp:spPr>
        <a:xfrm>
          <a:off x="1989400" y="14859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b c &gt; 0</a:t>
          </a:r>
          <a:endParaRPr lang="en-US" sz="1800" kern="1200"/>
        </a:p>
      </dsp:txBody>
      <dsp:txXfrm>
        <a:off x="1989400" y="1485998"/>
        <a:ext cx="1806476" cy="1083885"/>
      </dsp:txXfrm>
    </dsp:sp>
    <dsp:sp modelId="{2DE6A4A8-14FB-4827-8AA0-A15644AB55B5}">
      <dsp:nvSpPr>
        <dsp:cNvPr id="0" name=""/>
        <dsp:cNvSpPr/>
      </dsp:nvSpPr>
      <dsp:spPr>
        <a:xfrm>
          <a:off x="3976524" y="14859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 b &gt; c</a:t>
          </a:r>
          <a:endParaRPr lang="en-US" sz="1800" kern="1200"/>
        </a:p>
      </dsp:txBody>
      <dsp:txXfrm>
        <a:off x="3976524" y="1485998"/>
        <a:ext cx="1806476" cy="1083885"/>
      </dsp:txXfrm>
    </dsp:sp>
    <dsp:sp modelId="{919A228E-F625-4AD4-B3FD-17541830812A}">
      <dsp:nvSpPr>
        <dsp:cNvPr id="0" name=""/>
        <dsp:cNvSpPr/>
      </dsp:nvSpPr>
      <dsp:spPr>
        <a:xfrm>
          <a:off x="5963647" y="14859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a + c &gt; b</a:t>
          </a:r>
          <a:endParaRPr lang="en-US" sz="1800" kern="1200"/>
        </a:p>
      </dsp:txBody>
      <dsp:txXfrm>
        <a:off x="5963647" y="1485998"/>
        <a:ext cx="1806476" cy="1083885"/>
      </dsp:txXfrm>
    </dsp:sp>
    <dsp:sp modelId="{A00C683E-A8A6-4263-AC9D-61C0FF4DDBE7}">
      <dsp:nvSpPr>
        <dsp:cNvPr id="0" name=""/>
        <dsp:cNvSpPr/>
      </dsp:nvSpPr>
      <dsp:spPr>
        <a:xfrm>
          <a:off x="2277" y="2750532"/>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pt-BR" sz="1800" kern="1200"/>
            <a:t>b + c &gt; a</a:t>
          </a:r>
          <a:endParaRPr lang="en-US" sz="1800" kern="1200"/>
        </a:p>
      </dsp:txBody>
      <dsp:txXfrm>
        <a:off x="2277" y="2750532"/>
        <a:ext cx="1806476" cy="1083885"/>
      </dsp:txXfrm>
    </dsp:sp>
    <dsp:sp modelId="{4C42BF67-3C14-4210-8452-C6E0038C6034}">
      <dsp:nvSpPr>
        <dsp:cNvPr id="0" name=""/>
        <dsp:cNvSpPr/>
      </dsp:nvSpPr>
      <dsp:spPr>
        <a:xfrm>
          <a:off x="1989400" y="2750532"/>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0</a:t>
          </a:r>
          <a:endParaRPr lang="en-US" sz="1800" kern="1200"/>
        </a:p>
      </dsp:txBody>
      <dsp:txXfrm>
        <a:off x="1989400" y="2750532"/>
        <a:ext cx="1806476" cy="1083885"/>
      </dsp:txXfrm>
    </dsp:sp>
    <dsp:sp modelId="{19D3CF17-0B22-40A4-BF03-4FA81F8571CF}">
      <dsp:nvSpPr>
        <dsp:cNvPr id="0" name=""/>
        <dsp:cNvSpPr/>
      </dsp:nvSpPr>
      <dsp:spPr>
        <a:xfrm>
          <a:off x="3976524" y="2750532"/>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real</a:t>
          </a:r>
          <a:endParaRPr lang="en-US" sz="1800" kern="1200"/>
        </a:p>
      </dsp:txBody>
      <dsp:txXfrm>
        <a:off x="3976524" y="2750532"/>
        <a:ext cx="1806476" cy="1083885"/>
      </dsp:txXfrm>
    </dsp:sp>
    <dsp:sp modelId="{DAB544BD-0F8F-4202-9C5D-B8FE31DAC745}">
      <dsp:nvSpPr>
        <dsp:cNvPr id="0" name=""/>
        <dsp:cNvSpPr/>
      </dsp:nvSpPr>
      <dsp:spPr>
        <a:xfrm>
          <a:off x="5963647" y="2750532"/>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long</a:t>
          </a:r>
          <a:endParaRPr lang="en-US" sz="1800" kern="1200"/>
        </a:p>
      </dsp:txBody>
      <dsp:txXfrm>
        <a:off x="5963647" y="2750532"/>
        <a:ext cx="1806476" cy="1083885"/>
      </dsp:txXfrm>
    </dsp:sp>
    <dsp:sp modelId="{207808D0-0D04-4898-8A10-A8476BC3FD28}">
      <dsp:nvSpPr>
        <dsp:cNvPr id="0" name=""/>
        <dsp:cNvSpPr/>
      </dsp:nvSpPr>
      <dsp:spPr>
        <a:xfrm>
          <a:off x="2277" y="40150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caracteres especiales</a:t>
          </a:r>
          <a:endParaRPr lang="en-US" sz="1800" kern="1200"/>
        </a:p>
      </dsp:txBody>
      <dsp:txXfrm>
        <a:off x="2277" y="4015065"/>
        <a:ext cx="1806476" cy="1083885"/>
      </dsp:txXfrm>
    </dsp:sp>
    <dsp:sp modelId="{52E2CCE5-0C36-4AAF-8E0C-7599C57C3ABC}">
      <dsp:nvSpPr>
        <dsp:cNvPr id="0" name=""/>
        <dsp:cNvSpPr/>
      </dsp:nvSpPr>
      <dsp:spPr>
        <a:xfrm>
          <a:off x="1989400" y="40150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nulos</a:t>
          </a:r>
          <a:endParaRPr lang="en-US" sz="1800" kern="1200"/>
        </a:p>
      </dsp:txBody>
      <dsp:txXfrm>
        <a:off x="1989400" y="4015065"/>
        <a:ext cx="1806476" cy="1083885"/>
      </dsp:txXfrm>
    </dsp:sp>
    <dsp:sp modelId="{09CF39C3-9057-4F5F-959D-65E82F27997D}">
      <dsp:nvSpPr>
        <dsp:cNvPr id="0" name=""/>
        <dsp:cNvSpPr/>
      </dsp:nvSpPr>
      <dsp:spPr>
        <a:xfrm>
          <a:off x="3976524" y="40150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alfanuméricos</a:t>
          </a:r>
          <a:endParaRPr lang="en-US" sz="1800" kern="1200"/>
        </a:p>
      </dsp:txBody>
      <dsp:txXfrm>
        <a:off x="3976524" y="4015065"/>
        <a:ext cx="1806476" cy="1083885"/>
      </dsp:txXfrm>
    </dsp:sp>
    <dsp:sp modelId="{2CEE0D00-619C-48A8-BB2A-24E4A058E54D}">
      <dsp:nvSpPr>
        <dsp:cNvPr id="0" name=""/>
        <dsp:cNvSpPr/>
      </dsp:nvSpPr>
      <dsp:spPr>
        <a:xfrm>
          <a:off x="5963647" y="4015065"/>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b c = negativos</a:t>
          </a:r>
          <a:endParaRPr lang="en-US" sz="1800" kern="1200"/>
        </a:p>
      </dsp:txBody>
      <dsp:txXfrm>
        <a:off x="5963647" y="4015065"/>
        <a:ext cx="1806476" cy="1083885"/>
      </dsp:txXfrm>
    </dsp:sp>
    <dsp:sp modelId="{2F69B1F4-DA41-40E7-9137-F4B8E4C3ABDE}">
      <dsp:nvSpPr>
        <dsp:cNvPr id="0" name=""/>
        <dsp:cNvSpPr/>
      </dsp:nvSpPr>
      <dsp:spPr>
        <a:xfrm>
          <a:off x="995838" y="52795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 b &lt;= c</a:t>
          </a:r>
          <a:endParaRPr lang="en-US" sz="1800" kern="1200"/>
        </a:p>
      </dsp:txBody>
      <dsp:txXfrm>
        <a:off x="995838" y="5279598"/>
        <a:ext cx="1806476" cy="1083885"/>
      </dsp:txXfrm>
    </dsp:sp>
    <dsp:sp modelId="{9C09CE84-1338-4822-8D89-6B03AC6A3462}">
      <dsp:nvSpPr>
        <dsp:cNvPr id="0" name=""/>
        <dsp:cNvSpPr/>
      </dsp:nvSpPr>
      <dsp:spPr>
        <a:xfrm>
          <a:off x="2982962" y="52795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a + c &lt;= b</a:t>
          </a:r>
          <a:endParaRPr lang="en-US" sz="1800" kern="1200"/>
        </a:p>
      </dsp:txBody>
      <dsp:txXfrm>
        <a:off x="2982962" y="5279598"/>
        <a:ext cx="1806476" cy="1083885"/>
      </dsp:txXfrm>
    </dsp:sp>
    <dsp:sp modelId="{5181CE8D-73F9-4A93-B376-9AE031E8D016}">
      <dsp:nvSpPr>
        <dsp:cNvPr id="0" name=""/>
        <dsp:cNvSpPr/>
      </dsp:nvSpPr>
      <dsp:spPr>
        <a:xfrm>
          <a:off x="4970086" y="5279598"/>
          <a:ext cx="1806476" cy="10838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CR" sz="1800" kern="1200"/>
            <a:t>b + c &lt;= a</a:t>
          </a:r>
          <a:endParaRPr lang="en-US" sz="1800" kern="1200"/>
        </a:p>
      </dsp:txBody>
      <dsp:txXfrm>
        <a:off x="4970086" y="5279598"/>
        <a:ext cx="1806476" cy="108388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A7AD1-8A38-4A5E-8C70-C1E7C6F1C0FD}">
      <dsp:nvSpPr>
        <dsp:cNvPr id="0" name=""/>
        <dsp:cNvSpPr/>
      </dsp:nvSpPr>
      <dsp:spPr>
        <a:xfrm>
          <a:off x="2555991" y="0"/>
          <a:ext cx="4351338" cy="4351338"/>
        </a:xfrm>
        <a:prstGeom prst="triangle">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E7AFA1D-8E7C-43C8-BB09-1017BEC43B6B}">
      <dsp:nvSpPr>
        <dsp:cNvPr id="0" name=""/>
        <dsp:cNvSpPr/>
      </dsp:nvSpPr>
      <dsp:spPr>
        <a:xfrm>
          <a:off x="4555184" y="435558"/>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mantenimiento</a:t>
          </a:r>
        </a:p>
      </dsp:txBody>
      <dsp:txXfrm>
        <a:off x="4585387" y="465761"/>
        <a:ext cx="3567119" cy="558299"/>
      </dsp:txXfrm>
    </dsp:sp>
    <dsp:sp modelId="{09CA6F9B-3EEB-4163-AAB0-C46787F4B9D6}">
      <dsp:nvSpPr>
        <dsp:cNvPr id="0" name=""/>
        <dsp:cNvSpPr/>
      </dsp:nvSpPr>
      <dsp:spPr>
        <a:xfrm>
          <a:off x="4555184" y="1131602"/>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aceptación</a:t>
          </a:r>
        </a:p>
      </dsp:txBody>
      <dsp:txXfrm>
        <a:off x="4585387" y="1161805"/>
        <a:ext cx="3567119" cy="558299"/>
      </dsp:txXfrm>
    </dsp:sp>
    <dsp:sp modelId="{AD8B56FE-54A0-4BF9-9EF5-EDD698EFC8FF}">
      <dsp:nvSpPr>
        <dsp:cNvPr id="0" name=""/>
        <dsp:cNvSpPr/>
      </dsp:nvSpPr>
      <dsp:spPr>
        <a:xfrm>
          <a:off x="4555184" y="1827646"/>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sistema</a:t>
          </a:r>
        </a:p>
      </dsp:txBody>
      <dsp:txXfrm>
        <a:off x="4585387" y="1857849"/>
        <a:ext cx="3567119" cy="558299"/>
      </dsp:txXfrm>
    </dsp:sp>
    <dsp:sp modelId="{07D707A0-EB1F-499B-AA58-D96214FA6D0A}">
      <dsp:nvSpPr>
        <dsp:cNvPr id="0" name=""/>
        <dsp:cNvSpPr/>
      </dsp:nvSpPr>
      <dsp:spPr>
        <a:xfrm>
          <a:off x="4555184" y="2523691"/>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integración</a:t>
          </a:r>
        </a:p>
      </dsp:txBody>
      <dsp:txXfrm>
        <a:off x="4585387" y="2553894"/>
        <a:ext cx="3567119" cy="558299"/>
      </dsp:txXfrm>
    </dsp:sp>
    <dsp:sp modelId="{D53D3E6E-17D5-49DE-9B2D-69B0DAA4EF0E}">
      <dsp:nvSpPr>
        <dsp:cNvPr id="0" name=""/>
        <dsp:cNvSpPr/>
      </dsp:nvSpPr>
      <dsp:spPr>
        <a:xfrm>
          <a:off x="4555184" y="3219735"/>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unitarias</a:t>
          </a:r>
        </a:p>
      </dsp:txBody>
      <dsp:txXfrm>
        <a:off x="4585387" y="3249938"/>
        <a:ext cx="3567119" cy="5582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A7AD1-8A38-4A5E-8C70-C1E7C6F1C0FD}">
      <dsp:nvSpPr>
        <dsp:cNvPr id="0" name=""/>
        <dsp:cNvSpPr/>
      </dsp:nvSpPr>
      <dsp:spPr>
        <a:xfrm>
          <a:off x="2555991" y="0"/>
          <a:ext cx="4351338" cy="4351338"/>
        </a:xfrm>
        <a:prstGeom prst="triangle">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E7AFA1D-8E7C-43C8-BB09-1017BEC43B6B}">
      <dsp:nvSpPr>
        <dsp:cNvPr id="0" name=""/>
        <dsp:cNvSpPr/>
      </dsp:nvSpPr>
      <dsp:spPr>
        <a:xfrm>
          <a:off x="4555184" y="435558"/>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mantenimiento</a:t>
          </a:r>
        </a:p>
      </dsp:txBody>
      <dsp:txXfrm>
        <a:off x="4585387" y="465761"/>
        <a:ext cx="3567119" cy="558299"/>
      </dsp:txXfrm>
    </dsp:sp>
    <dsp:sp modelId="{09CA6F9B-3EEB-4163-AAB0-C46787F4B9D6}">
      <dsp:nvSpPr>
        <dsp:cNvPr id="0" name=""/>
        <dsp:cNvSpPr/>
      </dsp:nvSpPr>
      <dsp:spPr>
        <a:xfrm>
          <a:off x="4555184" y="1131602"/>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aceptación</a:t>
          </a:r>
        </a:p>
      </dsp:txBody>
      <dsp:txXfrm>
        <a:off x="4585387" y="1161805"/>
        <a:ext cx="3567119" cy="558299"/>
      </dsp:txXfrm>
    </dsp:sp>
    <dsp:sp modelId="{AD8B56FE-54A0-4BF9-9EF5-EDD698EFC8FF}">
      <dsp:nvSpPr>
        <dsp:cNvPr id="0" name=""/>
        <dsp:cNvSpPr/>
      </dsp:nvSpPr>
      <dsp:spPr>
        <a:xfrm>
          <a:off x="4555184" y="1827646"/>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sistema</a:t>
          </a:r>
        </a:p>
      </dsp:txBody>
      <dsp:txXfrm>
        <a:off x="4585387" y="1857849"/>
        <a:ext cx="3567119" cy="558299"/>
      </dsp:txXfrm>
    </dsp:sp>
    <dsp:sp modelId="{07D707A0-EB1F-499B-AA58-D96214FA6D0A}">
      <dsp:nvSpPr>
        <dsp:cNvPr id="0" name=""/>
        <dsp:cNvSpPr/>
      </dsp:nvSpPr>
      <dsp:spPr>
        <a:xfrm>
          <a:off x="4555184" y="2523691"/>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integración</a:t>
          </a:r>
        </a:p>
      </dsp:txBody>
      <dsp:txXfrm>
        <a:off x="4585387" y="2553894"/>
        <a:ext cx="3567119" cy="558299"/>
      </dsp:txXfrm>
    </dsp:sp>
    <dsp:sp modelId="{D53D3E6E-17D5-49DE-9B2D-69B0DAA4EF0E}">
      <dsp:nvSpPr>
        <dsp:cNvPr id="0" name=""/>
        <dsp:cNvSpPr/>
      </dsp:nvSpPr>
      <dsp:spPr>
        <a:xfrm>
          <a:off x="4555184" y="3219735"/>
          <a:ext cx="3627525" cy="618705"/>
        </a:xfrm>
        <a:prstGeom prst="roundRect">
          <a:avLst/>
        </a:prstGeom>
        <a:solidFill>
          <a:srgbClr val="00B050">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unitarias</a:t>
          </a:r>
        </a:p>
      </dsp:txBody>
      <dsp:txXfrm>
        <a:off x="4585387" y="3249938"/>
        <a:ext cx="3567119" cy="5582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22475-E4A6-4932-AE3F-8E47B753B412}">
      <dsp:nvSpPr>
        <dsp:cNvPr id="0" name=""/>
        <dsp:cNvSpPr/>
      </dsp:nvSpPr>
      <dsp:spPr>
        <a:xfrm>
          <a:off x="0" y="560802"/>
          <a:ext cx="10515600" cy="16824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2AB08D-9301-4873-B196-01D2BF3A01BD}">
      <dsp:nvSpPr>
        <dsp:cNvPr id="0" name=""/>
        <dsp:cNvSpPr/>
      </dsp:nvSpPr>
      <dsp:spPr>
        <a:xfrm>
          <a:off x="508928" y="939344"/>
          <a:ext cx="925324" cy="9253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2A263C-93FA-4141-8417-E7C9C1947532}">
      <dsp:nvSpPr>
        <dsp:cNvPr id="0" name=""/>
        <dsp:cNvSpPr/>
      </dsp:nvSpPr>
      <dsp:spPr>
        <a:xfrm>
          <a:off x="1943181" y="560802"/>
          <a:ext cx="8572418" cy="1682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055" tIns="178055" rIns="178055" bIns="178055" numCol="1" spcCol="1270" anchor="ctr" anchorCtr="0">
          <a:noAutofit/>
        </a:bodyPr>
        <a:lstStyle/>
        <a:p>
          <a:pPr marL="0" lvl="0" indent="0" algn="l" defTabSz="1244600">
            <a:lnSpc>
              <a:spcPct val="100000"/>
            </a:lnSpc>
            <a:spcBef>
              <a:spcPct val="0"/>
            </a:spcBef>
            <a:spcAft>
              <a:spcPct val="35000"/>
            </a:spcAft>
            <a:buNone/>
          </a:pPr>
          <a:r>
            <a:rPr lang="es-CR" sz="2800" kern="1200" dirty="0"/>
            <a:t>Las pruebas unitarias intentan </a:t>
          </a:r>
          <a:r>
            <a:rPr lang="es-CR" sz="2800" b="1" kern="1200" dirty="0"/>
            <a:t>asegurar que cada unidad cumple con las especificaciones antes de integrarlas </a:t>
          </a:r>
          <a:r>
            <a:rPr lang="es-CR" sz="2800" kern="1200" dirty="0"/>
            <a:t>con otras unidades. </a:t>
          </a:r>
          <a:endParaRPr lang="en-US" sz="2800" kern="1200" dirty="0"/>
        </a:p>
      </dsp:txBody>
      <dsp:txXfrm>
        <a:off x="1943181" y="560802"/>
        <a:ext cx="8572418" cy="1682408"/>
      </dsp:txXfrm>
    </dsp:sp>
    <dsp:sp modelId="{D1A32305-0397-4DBA-BD82-4ED73F8E94E4}">
      <dsp:nvSpPr>
        <dsp:cNvPr id="0" name=""/>
        <dsp:cNvSpPr/>
      </dsp:nvSpPr>
      <dsp:spPr>
        <a:xfrm>
          <a:off x="0" y="2606975"/>
          <a:ext cx="10515600" cy="168240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F282F3-4FAF-4159-8621-E3A75B54A359}">
      <dsp:nvSpPr>
        <dsp:cNvPr id="0" name=""/>
        <dsp:cNvSpPr/>
      </dsp:nvSpPr>
      <dsp:spPr>
        <a:xfrm>
          <a:off x="508928" y="2985517"/>
          <a:ext cx="925324" cy="9253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C62158F-D89E-4231-9F8F-B6E35067D50D}">
      <dsp:nvSpPr>
        <dsp:cNvPr id="0" name=""/>
        <dsp:cNvSpPr/>
      </dsp:nvSpPr>
      <dsp:spPr>
        <a:xfrm>
          <a:off x="1943181" y="2606975"/>
          <a:ext cx="8572418" cy="16824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8055" tIns="178055" rIns="178055" bIns="178055" numCol="1" spcCol="1270" anchor="ctr" anchorCtr="0">
          <a:noAutofit/>
        </a:bodyPr>
        <a:lstStyle/>
        <a:p>
          <a:pPr marL="0" lvl="0" indent="0" algn="l" defTabSz="1244600">
            <a:lnSpc>
              <a:spcPct val="100000"/>
            </a:lnSpc>
            <a:spcBef>
              <a:spcPct val="0"/>
            </a:spcBef>
            <a:spcAft>
              <a:spcPct val="35000"/>
            </a:spcAft>
            <a:buNone/>
          </a:pPr>
          <a:r>
            <a:rPr lang="es-CR" sz="2800" kern="1200"/>
            <a:t>Estas pruebas </a:t>
          </a:r>
          <a:r>
            <a:rPr lang="es-CR" sz="2800" b="1" kern="1200"/>
            <a:t>son realizadas por el propio desarrollador </a:t>
          </a:r>
          <a:r>
            <a:rPr lang="es-CR" sz="2800" kern="1200"/>
            <a:t>a la par del diseño y la construcción del módulo.</a:t>
          </a:r>
          <a:endParaRPr lang="en-US" sz="2800" kern="1200"/>
        </a:p>
      </dsp:txBody>
      <dsp:txXfrm>
        <a:off x="1943181" y="2606975"/>
        <a:ext cx="8572418" cy="168240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A7AD1-8A38-4A5E-8C70-C1E7C6F1C0FD}">
      <dsp:nvSpPr>
        <dsp:cNvPr id="0" name=""/>
        <dsp:cNvSpPr/>
      </dsp:nvSpPr>
      <dsp:spPr>
        <a:xfrm>
          <a:off x="2555991" y="0"/>
          <a:ext cx="4351338" cy="4351338"/>
        </a:xfrm>
        <a:prstGeom prst="triangle">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E7AFA1D-8E7C-43C8-BB09-1017BEC43B6B}">
      <dsp:nvSpPr>
        <dsp:cNvPr id="0" name=""/>
        <dsp:cNvSpPr/>
      </dsp:nvSpPr>
      <dsp:spPr>
        <a:xfrm>
          <a:off x="4555184" y="435558"/>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mantenimiento</a:t>
          </a:r>
        </a:p>
      </dsp:txBody>
      <dsp:txXfrm>
        <a:off x="4585387" y="465761"/>
        <a:ext cx="3567119" cy="558299"/>
      </dsp:txXfrm>
    </dsp:sp>
    <dsp:sp modelId="{09CA6F9B-3EEB-4163-AAB0-C46787F4B9D6}">
      <dsp:nvSpPr>
        <dsp:cNvPr id="0" name=""/>
        <dsp:cNvSpPr/>
      </dsp:nvSpPr>
      <dsp:spPr>
        <a:xfrm>
          <a:off x="4555184" y="1131602"/>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aceptación</a:t>
          </a:r>
        </a:p>
      </dsp:txBody>
      <dsp:txXfrm>
        <a:off x="4585387" y="1161805"/>
        <a:ext cx="3567119" cy="558299"/>
      </dsp:txXfrm>
    </dsp:sp>
    <dsp:sp modelId="{AD8B56FE-54A0-4BF9-9EF5-EDD698EFC8FF}">
      <dsp:nvSpPr>
        <dsp:cNvPr id="0" name=""/>
        <dsp:cNvSpPr/>
      </dsp:nvSpPr>
      <dsp:spPr>
        <a:xfrm>
          <a:off x="4555184" y="1827646"/>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sistema</a:t>
          </a:r>
        </a:p>
      </dsp:txBody>
      <dsp:txXfrm>
        <a:off x="4585387" y="1857849"/>
        <a:ext cx="3567119" cy="558299"/>
      </dsp:txXfrm>
    </dsp:sp>
    <dsp:sp modelId="{07D707A0-EB1F-499B-AA58-D96214FA6D0A}">
      <dsp:nvSpPr>
        <dsp:cNvPr id="0" name=""/>
        <dsp:cNvSpPr/>
      </dsp:nvSpPr>
      <dsp:spPr>
        <a:xfrm>
          <a:off x="4555184" y="2523691"/>
          <a:ext cx="3627525" cy="618705"/>
        </a:xfrm>
        <a:prstGeom prst="roundRect">
          <a:avLst/>
        </a:prstGeom>
        <a:solidFill>
          <a:srgbClr val="00B050">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integración</a:t>
          </a:r>
        </a:p>
      </dsp:txBody>
      <dsp:txXfrm>
        <a:off x="4585387" y="2553894"/>
        <a:ext cx="3567119" cy="558299"/>
      </dsp:txXfrm>
    </dsp:sp>
    <dsp:sp modelId="{D53D3E6E-17D5-49DE-9B2D-69B0DAA4EF0E}">
      <dsp:nvSpPr>
        <dsp:cNvPr id="0" name=""/>
        <dsp:cNvSpPr/>
      </dsp:nvSpPr>
      <dsp:spPr>
        <a:xfrm>
          <a:off x="4555184" y="3219735"/>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unitarias</a:t>
          </a:r>
        </a:p>
      </dsp:txBody>
      <dsp:txXfrm>
        <a:off x="4585387" y="3249938"/>
        <a:ext cx="3567119" cy="55829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7AE9B-32FE-49DC-A540-46BE286AFCD2}">
      <dsp:nvSpPr>
        <dsp:cNvPr id="0" name=""/>
        <dsp:cNvSpPr/>
      </dsp:nvSpPr>
      <dsp:spPr>
        <a:xfrm>
          <a:off x="3312272" y="0"/>
          <a:ext cx="4868208" cy="486820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5B09D-E32A-426B-AA31-8E70EE8E44B4}">
      <dsp:nvSpPr>
        <dsp:cNvPr id="0" name=""/>
        <dsp:cNvSpPr/>
      </dsp:nvSpPr>
      <dsp:spPr>
        <a:xfrm>
          <a:off x="3774752"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Descendente</a:t>
          </a:r>
        </a:p>
      </dsp:txBody>
      <dsp:txXfrm>
        <a:off x="3867434" y="555161"/>
        <a:ext cx="1713237" cy="1713237"/>
      </dsp:txXfrm>
    </dsp:sp>
    <dsp:sp modelId="{54F3FA27-DA83-42F3-BEDB-270E299C17DD}">
      <dsp:nvSpPr>
        <dsp:cNvPr id="0" name=""/>
        <dsp:cNvSpPr/>
      </dsp:nvSpPr>
      <dsp:spPr>
        <a:xfrm>
          <a:off x="5819399"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Ascendente</a:t>
          </a:r>
        </a:p>
      </dsp:txBody>
      <dsp:txXfrm>
        <a:off x="5912081" y="555161"/>
        <a:ext cx="1713237" cy="1713237"/>
      </dsp:txXfrm>
    </dsp:sp>
    <dsp:sp modelId="{73213ADC-29DF-4CE1-A5F3-E6D130E1D91C}">
      <dsp:nvSpPr>
        <dsp:cNvPr id="0" name=""/>
        <dsp:cNvSpPr/>
      </dsp:nvSpPr>
      <dsp:spPr>
        <a:xfrm>
          <a:off x="3774752"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Big </a:t>
          </a:r>
          <a:r>
            <a:rPr lang="es-CR" sz="2200" kern="1200" dirty="0" err="1"/>
            <a:t>Bang</a:t>
          </a:r>
          <a:endParaRPr lang="es-CR" sz="2200" kern="1200" dirty="0"/>
        </a:p>
      </dsp:txBody>
      <dsp:txXfrm>
        <a:off x="3867434" y="2599809"/>
        <a:ext cx="1713237" cy="1713237"/>
      </dsp:txXfrm>
    </dsp:sp>
    <dsp:sp modelId="{8ACAB36D-3196-47FF-9606-F052A15D82FF}">
      <dsp:nvSpPr>
        <dsp:cNvPr id="0" name=""/>
        <dsp:cNvSpPr/>
      </dsp:nvSpPr>
      <dsp:spPr>
        <a:xfrm>
          <a:off x="5819399"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Funcional o Transaccional</a:t>
          </a:r>
        </a:p>
      </dsp:txBody>
      <dsp:txXfrm>
        <a:off x="5912081" y="2599809"/>
        <a:ext cx="1713237" cy="171323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7AE9B-32FE-49DC-A540-46BE286AFCD2}">
      <dsp:nvSpPr>
        <dsp:cNvPr id="0" name=""/>
        <dsp:cNvSpPr/>
      </dsp:nvSpPr>
      <dsp:spPr>
        <a:xfrm>
          <a:off x="3312272" y="0"/>
          <a:ext cx="4868208" cy="486820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5B09D-E32A-426B-AA31-8E70EE8E44B4}">
      <dsp:nvSpPr>
        <dsp:cNvPr id="0" name=""/>
        <dsp:cNvSpPr/>
      </dsp:nvSpPr>
      <dsp:spPr>
        <a:xfrm>
          <a:off x="3774752" y="462479"/>
          <a:ext cx="1898601" cy="1898601"/>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Descendente</a:t>
          </a:r>
        </a:p>
      </dsp:txBody>
      <dsp:txXfrm>
        <a:off x="3867434" y="555161"/>
        <a:ext cx="1713237" cy="1713237"/>
      </dsp:txXfrm>
    </dsp:sp>
    <dsp:sp modelId="{54F3FA27-DA83-42F3-BEDB-270E299C17DD}">
      <dsp:nvSpPr>
        <dsp:cNvPr id="0" name=""/>
        <dsp:cNvSpPr/>
      </dsp:nvSpPr>
      <dsp:spPr>
        <a:xfrm>
          <a:off x="5819399"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Ascendente</a:t>
          </a:r>
        </a:p>
      </dsp:txBody>
      <dsp:txXfrm>
        <a:off x="5912081" y="555161"/>
        <a:ext cx="1713237" cy="1713237"/>
      </dsp:txXfrm>
    </dsp:sp>
    <dsp:sp modelId="{73213ADC-29DF-4CE1-A5F3-E6D130E1D91C}">
      <dsp:nvSpPr>
        <dsp:cNvPr id="0" name=""/>
        <dsp:cNvSpPr/>
      </dsp:nvSpPr>
      <dsp:spPr>
        <a:xfrm>
          <a:off x="3774752"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Big </a:t>
          </a:r>
          <a:r>
            <a:rPr lang="es-CR" sz="2200" kern="1200" dirty="0" err="1"/>
            <a:t>Bang</a:t>
          </a:r>
          <a:endParaRPr lang="es-CR" sz="2200" kern="1200" dirty="0"/>
        </a:p>
      </dsp:txBody>
      <dsp:txXfrm>
        <a:off x="3867434" y="2599809"/>
        <a:ext cx="1713237" cy="1713237"/>
      </dsp:txXfrm>
    </dsp:sp>
    <dsp:sp modelId="{8ACAB36D-3196-47FF-9606-F052A15D82FF}">
      <dsp:nvSpPr>
        <dsp:cNvPr id="0" name=""/>
        <dsp:cNvSpPr/>
      </dsp:nvSpPr>
      <dsp:spPr>
        <a:xfrm>
          <a:off x="5819399"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Funcional o Transaccional</a:t>
          </a:r>
        </a:p>
      </dsp:txBody>
      <dsp:txXfrm>
        <a:off x="5912081" y="2599809"/>
        <a:ext cx="1713237" cy="171323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29880-A0FD-45A9-881B-AA3F47F3F4AB}">
      <dsp:nvSpPr>
        <dsp:cNvPr id="0" name=""/>
        <dsp:cNvSpPr/>
      </dsp:nvSpPr>
      <dsp:spPr>
        <a:xfrm>
          <a:off x="3657487" y="936177"/>
          <a:ext cx="1800255" cy="428379"/>
        </a:xfrm>
        <a:custGeom>
          <a:avLst/>
          <a:gdLst/>
          <a:ahLst/>
          <a:cxnLst/>
          <a:rect l="0" t="0" r="0" b="0"/>
          <a:pathLst>
            <a:path>
              <a:moveTo>
                <a:pt x="0" y="0"/>
              </a:moveTo>
              <a:lnTo>
                <a:pt x="0" y="291927"/>
              </a:lnTo>
              <a:lnTo>
                <a:pt x="1800255" y="291927"/>
              </a:lnTo>
              <a:lnTo>
                <a:pt x="1800255"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C3133B-C463-4764-8322-90433A2F499C}">
      <dsp:nvSpPr>
        <dsp:cNvPr id="0" name=""/>
        <dsp:cNvSpPr/>
      </dsp:nvSpPr>
      <dsp:spPr>
        <a:xfrm>
          <a:off x="3611767" y="936177"/>
          <a:ext cx="91440" cy="428379"/>
        </a:xfrm>
        <a:custGeom>
          <a:avLst/>
          <a:gdLst/>
          <a:ahLst/>
          <a:cxnLst/>
          <a:rect l="0" t="0" r="0" b="0"/>
          <a:pathLst>
            <a:path>
              <a:moveTo>
                <a:pt x="45720" y="0"/>
              </a:moveTo>
              <a:lnTo>
                <a:pt x="4572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44C833-4DF1-4960-BDCA-70FD4416A996}">
      <dsp:nvSpPr>
        <dsp:cNvPr id="0" name=""/>
        <dsp:cNvSpPr/>
      </dsp:nvSpPr>
      <dsp:spPr>
        <a:xfrm>
          <a:off x="1857231" y="3663565"/>
          <a:ext cx="900127" cy="428379"/>
        </a:xfrm>
        <a:custGeom>
          <a:avLst/>
          <a:gdLst/>
          <a:ahLst/>
          <a:cxnLst/>
          <a:rect l="0" t="0" r="0" b="0"/>
          <a:pathLst>
            <a:path>
              <a:moveTo>
                <a:pt x="0" y="0"/>
              </a:moveTo>
              <a:lnTo>
                <a:pt x="0" y="291927"/>
              </a:lnTo>
              <a:lnTo>
                <a:pt x="900127" y="291927"/>
              </a:lnTo>
              <a:lnTo>
                <a:pt x="900127"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84783-E944-4E6B-91BD-A9FFC4157B17}">
      <dsp:nvSpPr>
        <dsp:cNvPr id="0" name=""/>
        <dsp:cNvSpPr/>
      </dsp:nvSpPr>
      <dsp:spPr>
        <a:xfrm>
          <a:off x="957103" y="3663565"/>
          <a:ext cx="900127" cy="428379"/>
        </a:xfrm>
        <a:custGeom>
          <a:avLst/>
          <a:gdLst/>
          <a:ahLst/>
          <a:cxnLst/>
          <a:rect l="0" t="0" r="0" b="0"/>
          <a:pathLst>
            <a:path>
              <a:moveTo>
                <a:pt x="900127" y="0"/>
              </a:moveTo>
              <a:lnTo>
                <a:pt x="900127" y="291927"/>
              </a:lnTo>
              <a:lnTo>
                <a:pt x="0" y="291927"/>
              </a:lnTo>
              <a:lnTo>
                <a:pt x="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8B10B8-25F4-4C9C-92AA-9E7BE206E22F}">
      <dsp:nvSpPr>
        <dsp:cNvPr id="0" name=""/>
        <dsp:cNvSpPr/>
      </dsp:nvSpPr>
      <dsp:spPr>
        <a:xfrm>
          <a:off x="1811511" y="2299871"/>
          <a:ext cx="91440" cy="428379"/>
        </a:xfrm>
        <a:custGeom>
          <a:avLst/>
          <a:gdLst/>
          <a:ahLst/>
          <a:cxnLst/>
          <a:rect l="0" t="0" r="0" b="0"/>
          <a:pathLst>
            <a:path>
              <a:moveTo>
                <a:pt x="45720" y="0"/>
              </a:moveTo>
              <a:lnTo>
                <a:pt x="4572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A1DA1D-ADC8-490B-AE33-0EB24E969E2C}">
      <dsp:nvSpPr>
        <dsp:cNvPr id="0" name=""/>
        <dsp:cNvSpPr/>
      </dsp:nvSpPr>
      <dsp:spPr>
        <a:xfrm>
          <a:off x="1857231" y="936177"/>
          <a:ext cx="1800255" cy="428379"/>
        </a:xfrm>
        <a:custGeom>
          <a:avLst/>
          <a:gdLst/>
          <a:ahLst/>
          <a:cxnLst/>
          <a:rect l="0" t="0" r="0" b="0"/>
          <a:pathLst>
            <a:path>
              <a:moveTo>
                <a:pt x="1800255" y="0"/>
              </a:moveTo>
              <a:lnTo>
                <a:pt x="1800255" y="291927"/>
              </a:lnTo>
              <a:lnTo>
                <a:pt x="0" y="291927"/>
              </a:lnTo>
              <a:lnTo>
                <a:pt x="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EF0D79-D539-48F4-942E-21E2B9F2867F}">
      <dsp:nvSpPr>
        <dsp:cNvPr id="0" name=""/>
        <dsp:cNvSpPr/>
      </dsp:nvSpPr>
      <dsp:spPr>
        <a:xfrm>
          <a:off x="2921018" y="863"/>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441789-166B-49D5-8F7F-30723DE084D8}">
      <dsp:nvSpPr>
        <dsp:cNvPr id="0" name=""/>
        <dsp:cNvSpPr/>
      </dsp:nvSpPr>
      <dsp:spPr>
        <a:xfrm>
          <a:off x="3084678" y="156339"/>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A</a:t>
          </a:r>
        </a:p>
      </dsp:txBody>
      <dsp:txXfrm>
        <a:off x="3112072" y="183733"/>
        <a:ext cx="1418148" cy="880526"/>
      </dsp:txXfrm>
    </dsp:sp>
    <dsp:sp modelId="{A8189625-A2F4-4AA5-B663-756B4DD69C89}">
      <dsp:nvSpPr>
        <dsp:cNvPr id="0" name=""/>
        <dsp:cNvSpPr/>
      </dsp:nvSpPr>
      <dsp:spPr>
        <a:xfrm>
          <a:off x="1120763"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B9AA2E-72BF-4DD6-A3E4-929A5B48A470}">
      <dsp:nvSpPr>
        <dsp:cNvPr id="0" name=""/>
        <dsp:cNvSpPr/>
      </dsp:nvSpPr>
      <dsp:spPr>
        <a:xfrm>
          <a:off x="1284422"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B</a:t>
          </a:r>
        </a:p>
      </dsp:txBody>
      <dsp:txXfrm>
        <a:off x="1311816" y="1547427"/>
        <a:ext cx="1418148" cy="880526"/>
      </dsp:txXfrm>
    </dsp:sp>
    <dsp:sp modelId="{017C94B9-20C2-4E70-AD50-A9BE5111CF42}">
      <dsp:nvSpPr>
        <dsp:cNvPr id="0" name=""/>
        <dsp:cNvSpPr/>
      </dsp:nvSpPr>
      <dsp:spPr>
        <a:xfrm>
          <a:off x="1120763" y="2728250"/>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81261-9ED7-4E8D-9248-BC28FA244E72}">
      <dsp:nvSpPr>
        <dsp:cNvPr id="0" name=""/>
        <dsp:cNvSpPr/>
      </dsp:nvSpPr>
      <dsp:spPr>
        <a:xfrm>
          <a:off x="1284422" y="2883727"/>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C</a:t>
          </a:r>
        </a:p>
      </dsp:txBody>
      <dsp:txXfrm>
        <a:off x="1311816" y="2911121"/>
        <a:ext cx="1418148" cy="880526"/>
      </dsp:txXfrm>
    </dsp:sp>
    <dsp:sp modelId="{C28983B9-9589-4137-830C-4DC27397659A}">
      <dsp:nvSpPr>
        <dsp:cNvPr id="0" name=""/>
        <dsp:cNvSpPr/>
      </dsp:nvSpPr>
      <dsp:spPr>
        <a:xfrm>
          <a:off x="220635"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654F2E-3ABF-48CD-876C-5E03E706D684}">
      <dsp:nvSpPr>
        <dsp:cNvPr id="0" name=""/>
        <dsp:cNvSpPr/>
      </dsp:nvSpPr>
      <dsp:spPr>
        <a:xfrm>
          <a:off x="384294"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D</a:t>
          </a:r>
        </a:p>
      </dsp:txBody>
      <dsp:txXfrm>
        <a:off x="411688" y="4274815"/>
        <a:ext cx="1418148" cy="880526"/>
      </dsp:txXfrm>
    </dsp:sp>
    <dsp:sp modelId="{FD2188B2-839F-407F-9CFD-6E32B5921A63}">
      <dsp:nvSpPr>
        <dsp:cNvPr id="0" name=""/>
        <dsp:cNvSpPr/>
      </dsp:nvSpPr>
      <dsp:spPr>
        <a:xfrm>
          <a:off x="2020891"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C2C9F6-F2DE-4271-8F5D-856FBCF80ABD}">
      <dsp:nvSpPr>
        <dsp:cNvPr id="0" name=""/>
        <dsp:cNvSpPr/>
      </dsp:nvSpPr>
      <dsp:spPr>
        <a:xfrm>
          <a:off x="2184550"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E</a:t>
          </a:r>
        </a:p>
      </dsp:txBody>
      <dsp:txXfrm>
        <a:off x="2211944" y="4274815"/>
        <a:ext cx="1418148" cy="880526"/>
      </dsp:txXfrm>
    </dsp:sp>
    <dsp:sp modelId="{5D9C7AEA-5364-46F3-A980-EA2792388CF3}">
      <dsp:nvSpPr>
        <dsp:cNvPr id="0" name=""/>
        <dsp:cNvSpPr/>
      </dsp:nvSpPr>
      <dsp:spPr>
        <a:xfrm>
          <a:off x="2921018"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98037-EC99-4461-B1B2-BEF960698020}">
      <dsp:nvSpPr>
        <dsp:cNvPr id="0" name=""/>
        <dsp:cNvSpPr/>
      </dsp:nvSpPr>
      <dsp:spPr>
        <a:xfrm>
          <a:off x="3084678"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F</a:t>
          </a:r>
        </a:p>
      </dsp:txBody>
      <dsp:txXfrm>
        <a:off x="3112072" y="1547427"/>
        <a:ext cx="1418148" cy="880526"/>
      </dsp:txXfrm>
    </dsp:sp>
    <dsp:sp modelId="{C64E447B-F23F-4AB1-9B8B-50FBF8D1B129}">
      <dsp:nvSpPr>
        <dsp:cNvPr id="0" name=""/>
        <dsp:cNvSpPr/>
      </dsp:nvSpPr>
      <dsp:spPr>
        <a:xfrm>
          <a:off x="4721274"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4D127-D46D-4A7D-BAD2-4F7460847BAB}">
      <dsp:nvSpPr>
        <dsp:cNvPr id="0" name=""/>
        <dsp:cNvSpPr/>
      </dsp:nvSpPr>
      <dsp:spPr>
        <a:xfrm>
          <a:off x="4884934"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G</a:t>
          </a:r>
        </a:p>
      </dsp:txBody>
      <dsp:txXfrm>
        <a:off x="4912328" y="1547427"/>
        <a:ext cx="1418148" cy="88052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29880-A0FD-45A9-881B-AA3F47F3F4AB}">
      <dsp:nvSpPr>
        <dsp:cNvPr id="0" name=""/>
        <dsp:cNvSpPr/>
      </dsp:nvSpPr>
      <dsp:spPr>
        <a:xfrm>
          <a:off x="3657487" y="936177"/>
          <a:ext cx="1800255" cy="428379"/>
        </a:xfrm>
        <a:custGeom>
          <a:avLst/>
          <a:gdLst/>
          <a:ahLst/>
          <a:cxnLst/>
          <a:rect l="0" t="0" r="0" b="0"/>
          <a:pathLst>
            <a:path>
              <a:moveTo>
                <a:pt x="0" y="0"/>
              </a:moveTo>
              <a:lnTo>
                <a:pt x="0" y="291927"/>
              </a:lnTo>
              <a:lnTo>
                <a:pt x="1800255" y="291927"/>
              </a:lnTo>
              <a:lnTo>
                <a:pt x="1800255"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C3133B-C463-4764-8322-90433A2F499C}">
      <dsp:nvSpPr>
        <dsp:cNvPr id="0" name=""/>
        <dsp:cNvSpPr/>
      </dsp:nvSpPr>
      <dsp:spPr>
        <a:xfrm>
          <a:off x="3611767" y="936177"/>
          <a:ext cx="91440" cy="428379"/>
        </a:xfrm>
        <a:custGeom>
          <a:avLst/>
          <a:gdLst/>
          <a:ahLst/>
          <a:cxnLst/>
          <a:rect l="0" t="0" r="0" b="0"/>
          <a:pathLst>
            <a:path>
              <a:moveTo>
                <a:pt x="45720" y="0"/>
              </a:moveTo>
              <a:lnTo>
                <a:pt x="4572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44C833-4DF1-4960-BDCA-70FD4416A996}">
      <dsp:nvSpPr>
        <dsp:cNvPr id="0" name=""/>
        <dsp:cNvSpPr/>
      </dsp:nvSpPr>
      <dsp:spPr>
        <a:xfrm>
          <a:off x="1857231" y="3663565"/>
          <a:ext cx="900127" cy="428379"/>
        </a:xfrm>
        <a:custGeom>
          <a:avLst/>
          <a:gdLst/>
          <a:ahLst/>
          <a:cxnLst/>
          <a:rect l="0" t="0" r="0" b="0"/>
          <a:pathLst>
            <a:path>
              <a:moveTo>
                <a:pt x="0" y="0"/>
              </a:moveTo>
              <a:lnTo>
                <a:pt x="0" y="291927"/>
              </a:lnTo>
              <a:lnTo>
                <a:pt x="900127" y="291927"/>
              </a:lnTo>
              <a:lnTo>
                <a:pt x="900127"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84783-E944-4E6B-91BD-A9FFC4157B17}">
      <dsp:nvSpPr>
        <dsp:cNvPr id="0" name=""/>
        <dsp:cNvSpPr/>
      </dsp:nvSpPr>
      <dsp:spPr>
        <a:xfrm>
          <a:off x="957103" y="3663565"/>
          <a:ext cx="900127" cy="428379"/>
        </a:xfrm>
        <a:custGeom>
          <a:avLst/>
          <a:gdLst/>
          <a:ahLst/>
          <a:cxnLst/>
          <a:rect l="0" t="0" r="0" b="0"/>
          <a:pathLst>
            <a:path>
              <a:moveTo>
                <a:pt x="900127" y="0"/>
              </a:moveTo>
              <a:lnTo>
                <a:pt x="900127" y="291927"/>
              </a:lnTo>
              <a:lnTo>
                <a:pt x="0" y="291927"/>
              </a:lnTo>
              <a:lnTo>
                <a:pt x="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8B10B8-25F4-4C9C-92AA-9E7BE206E22F}">
      <dsp:nvSpPr>
        <dsp:cNvPr id="0" name=""/>
        <dsp:cNvSpPr/>
      </dsp:nvSpPr>
      <dsp:spPr>
        <a:xfrm>
          <a:off x="1811511" y="2299871"/>
          <a:ext cx="91440" cy="428379"/>
        </a:xfrm>
        <a:custGeom>
          <a:avLst/>
          <a:gdLst/>
          <a:ahLst/>
          <a:cxnLst/>
          <a:rect l="0" t="0" r="0" b="0"/>
          <a:pathLst>
            <a:path>
              <a:moveTo>
                <a:pt x="45720" y="0"/>
              </a:moveTo>
              <a:lnTo>
                <a:pt x="4572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A1DA1D-ADC8-490B-AE33-0EB24E969E2C}">
      <dsp:nvSpPr>
        <dsp:cNvPr id="0" name=""/>
        <dsp:cNvSpPr/>
      </dsp:nvSpPr>
      <dsp:spPr>
        <a:xfrm>
          <a:off x="1857231" y="936177"/>
          <a:ext cx="1800255" cy="428379"/>
        </a:xfrm>
        <a:custGeom>
          <a:avLst/>
          <a:gdLst/>
          <a:ahLst/>
          <a:cxnLst/>
          <a:rect l="0" t="0" r="0" b="0"/>
          <a:pathLst>
            <a:path>
              <a:moveTo>
                <a:pt x="1800255" y="0"/>
              </a:moveTo>
              <a:lnTo>
                <a:pt x="1800255" y="291927"/>
              </a:lnTo>
              <a:lnTo>
                <a:pt x="0" y="291927"/>
              </a:lnTo>
              <a:lnTo>
                <a:pt x="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EF0D79-D539-48F4-942E-21E2B9F2867F}">
      <dsp:nvSpPr>
        <dsp:cNvPr id="0" name=""/>
        <dsp:cNvSpPr/>
      </dsp:nvSpPr>
      <dsp:spPr>
        <a:xfrm>
          <a:off x="2921018" y="863"/>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441789-166B-49D5-8F7F-30723DE084D8}">
      <dsp:nvSpPr>
        <dsp:cNvPr id="0" name=""/>
        <dsp:cNvSpPr/>
      </dsp:nvSpPr>
      <dsp:spPr>
        <a:xfrm>
          <a:off x="3084678" y="156339"/>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A</a:t>
          </a:r>
        </a:p>
      </dsp:txBody>
      <dsp:txXfrm>
        <a:off x="3112072" y="183733"/>
        <a:ext cx="1418148" cy="880526"/>
      </dsp:txXfrm>
    </dsp:sp>
    <dsp:sp modelId="{A8189625-A2F4-4AA5-B663-756B4DD69C89}">
      <dsp:nvSpPr>
        <dsp:cNvPr id="0" name=""/>
        <dsp:cNvSpPr/>
      </dsp:nvSpPr>
      <dsp:spPr>
        <a:xfrm>
          <a:off x="1120763"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B9AA2E-72BF-4DD6-A3E4-929A5B48A470}">
      <dsp:nvSpPr>
        <dsp:cNvPr id="0" name=""/>
        <dsp:cNvSpPr/>
      </dsp:nvSpPr>
      <dsp:spPr>
        <a:xfrm>
          <a:off x="1284422"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B</a:t>
          </a:r>
        </a:p>
      </dsp:txBody>
      <dsp:txXfrm>
        <a:off x="1311816" y="1547427"/>
        <a:ext cx="1418148" cy="880526"/>
      </dsp:txXfrm>
    </dsp:sp>
    <dsp:sp modelId="{017C94B9-20C2-4E70-AD50-A9BE5111CF42}">
      <dsp:nvSpPr>
        <dsp:cNvPr id="0" name=""/>
        <dsp:cNvSpPr/>
      </dsp:nvSpPr>
      <dsp:spPr>
        <a:xfrm>
          <a:off x="1120763" y="2728250"/>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81261-9ED7-4E8D-9248-BC28FA244E72}">
      <dsp:nvSpPr>
        <dsp:cNvPr id="0" name=""/>
        <dsp:cNvSpPr/>
      </dsp:nvSpPr>
      <dsp:spPr>
        <a:xfrm>
          <a:off x="1284422" y="2883727"/>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C</a:t>
          </a:r>
        </a:p>
      </dsp:txBody>
      <dsp:txXfrm>
        <a:off x="1311816" y="2911121"/>
        <a:ext cx="1418148" cy="880526"/>
      </dsp:txXfrm>
    </dsp:sp>
    <dsp:sp modelId="{C28983B9-9589-4137-830C-4DC27397659A}">
      <dsp:nvSpPr>
        <dsp:cNvPr id="0" name=""/>
        <dsp:cNvSpPr/>
      </dsp:nvSpPr>
      <dsp:spPr>
        <a:xfrm>
          <a:off x="220635"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654F2E-3ABF-48CD-876C-5E03E706D684}">
      <dsp:nvSpPr>
        <dsp:cNvPr id="0" name=""/>
        <dsp:cNvSpPr/>
      </dsp:nvSpPr>
      <dsp:spPr>
        <a:xfrm>
          <a:off x="384294"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D</a:t>
          </a:r>
        </a:p>
      </dsp:txBody>
      <dsp:txXfrm>
        <a:off x="411688" y="4274815"/>
        <a:ext cx="1418148" cy="880526"/>
      </dsp:txXfrm>
    </dsp:sp>
    <dsp:sp modelId="{FD2188B2-839F-407F-9CFD-6E32B5921A63}">
      <dsp:nvSpPr>
        <dsp:cNvPr id="0" name=""/>
        <dsp:cNvSpPr/>
      </dsp:nvSpPr>
      <dsp:spPr>
        <a:xfrm>
          <a:off x="2020891"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C2C9F6-F2DE-4271-8F5D-856FBCF80ABD}">
      <dsp:nvSpPr>
        <dsp:cNvPr id="0" name=""/>
        <dsp:cNvSpPr/>
      </dsp:nvSpPr>
      <dsp:spPr>
        <a:xfrm>
          <a:off x="2184550"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E</a:t>
          </a:r>
        </a:p>
      </dsp:txBody>
      <dsp:txXfrm>
        <a:off x="2211944" y="4274815"/>
        <a:ext cx="1418148" cy="880526"/>
      </dsp:txXfrm>
    </dsp:sp>
    <dsp:sp modelId="{5D9C7AEA-5364-46F3-A980-EA2792388CF3}">
      <dsp:nvSpPr>
        <dsp:cNvPr id="0" name=""/>
        <dsp:cNvSpPr/>
      </dsp:nvSpPr>
      <dsp:spPr>
        <a:xfrm>
          <a:off x="2921018"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98037-EC99-4461-B1B2-BEF960698020}">
      <dsp:nvSpPr>
        <dsp:cNvPr id="0" name=""/>
        <dsp:cNvSpPr/>
      </dsp:nvSpPr>
      <dsp:spPr>
        <a:xfrm>
          <a:off x="3084678"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F</a:t>
          </a:r>
        </a:p>
      </dsp:txBody>
      <dsp:txXfrm>
        <a:off x="3112072" y="1547427"/>
        <a:ext cx="1418148" cy="880526"/>
      </dsp:txXfrm>
    </dsp:sp>
    <dsp:sp modelId="{C64E447B-F23F-4AB1-9B8B-50FBF8D1B129}">
      <dsp:nvSpPr>
        <dsp:cNvPr id="0" name=""/>
        <dsp:cNvSpPr/>
      </dsp:nvSpPr>
      <dsp:spPr>
        <a:xfrm>
          <a:off x="4721274"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4D127-D46D-4A7D-BAD2-4F7460847BAB}">
      <dsp:nvSpPr>
        <dsp:cNvPr id="0" name=""/>
        <dsp:cNvSpPr/>
      </dsp:nvSpPr>
      <dsp:spPr>
        <a:xfrm>
          <a:off x="4884934"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G</a:t>
          </a:r>
        </a:p>
      </dsp:txBody>
      <dsp:txXfrm>
        <a:off x="4912328" y="1547427"/>
        <a:ext cx="1418148" cy="88052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29880-A0FD-45A9-881B-AA3F47F3F4AB}">
      <dsp:nvSpPr>
        <dsp:cNvPr id="0" name=""/>
        <dsp:cNvSpPr/>
      </dsp:nvSpPr>
      <dsp:spPr>
        <a:xfrm>
          <a:off x="3657487" y="936177"/>
          <a:ext cx="1800255" cy="428379"/>
        </a:xfrm>
        <a:custGeom>
          <a:avLst/>
          <a:gdLst/>
          <a:ahLst/>
          <a:cxnLst/>
          <a:rect l="0" t="0" r="0" b="0"/>
          <a:pathLst>
            <a:path>
              <a:moveTo>
                <a:pt x="0" y="0"/>
              </a:moveTo>
              <a:lnTo>
                <a:pt x="0" y="291927"/>
              </a:lnTo>
              <a:lnTo>
                <a:pt x="1800255" y="291927"/>
              </a:lnTo>
              <a:lnTo>
                <a:pt x="1800255"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C3133B-C463-4764-8322-90433A2F499C}">
      <dsp:nvSpPr>
        <dsp:cNvPr id="0" name=""/>
        <dsp:cNvSpPr/>
      </dsp:nvSpPr>
      <dsp:spPr>
        <a:xfrm>
          <a:off x="3611767" y="936177"/>
          <a:ext cx="91440" cy="428379"/>
        </a:xfrm>
        <a:custGeom>
          <a:avLst/>
          <a:gdLst/>
          <a:ahLst/>
          <a:cxnLst/>
          <a:rect l="0" t="0" r="0" b="0"/>
          <a:pathLst>
            <a:path>
              <a:moveTo>
                <a:pt x="45720" y="0"/>
              </a:moveTo>
              <a:lnTo>
                <a:pt x="4572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44C833-4DF1-4960-BDCA-70FD4416A996}">
      <dsp:nvSpPr>
        <dsp:cNvPr id="0" name=""/>
        <dsp:cNvSpPr/>
      </dsp:nvSpPr>
      <dsp:spPr>
        <a:xfrm>
          <a:off x="1857231" y="3663565"/>
          <a:ext cx="900127" cy="428379"/>
        </a:xfrm>
        <a:custGeom>
          <a:avLst/>
          <a:gdLst/>
          <a:ahLst/>
          <a:cxnLst/>
          <a:rect l="0" t="0" r="0" b="0"/>
          <a:pathLst>
            <a:path>
              <a:moveTo>
                <a:pt x="0" y="0"/>
              </a:moveTo>
              <a:lnTo>
                <a:pt x="0" y="291927"/>
              </a:lnTo>
              <a:lnTo>
                <a:pt x="900127" y="291927"/>
              </a:lnTo>
              <a:lnTo>
                <a:pt x="900127"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84783-E944-4E6B-91BD-A9FFC4157B17}">
      <dsp:nvSpPr>
        <dsp:cNvPr id="0" name=""/>
        <dsp:cNvSpPr/>
      </dsp:nvSpPr>
      <dsp:spPr>
        <a:xfrm>
          <a:off x="957103" y="3663565"/>
          <a:ext cx="900127" cy="428379"/>
        </a:xfrm>
        <a:custGeom>
          <a:avLst/>
          <a:gdLst/>
          <a:ahLst/>
          <a:cxnLst/>
          <a:rect l="0" t="0" r="0" b="0"/>
          <a:pathLst>
            <a:path>
              <a:moveTo>
                <a:pt x="900127" y="0"/>
              </a:moveTo>
              <a:lnTo>
                <a:pt x="900127" y="291927"/>
              </a:lnTo>
              <a:lnTo>
                <a:pt x="0" y="291927"/>
              </a:lnTo>
              <a:lnTo>
                <a:pt x="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8B10B8-25F4-4C9C-92AA-9E7BE206E22F}">
      <dsp:nvSpPr>
        <dsp:cNvPr id="0" name=""/>
        <dsp:cNvSpPr/>
      </dsp:nvSpPr>
      <dsp:spPr>
        <a:xfrm>
          <a:off x="1811511" y="2299871"/>
          <a:ext cx="91440" cy="428379"/>
        </a:xfrm>
        <a:custGeom>
          <a:avLst/>
          <a:gdLst/>
          <a:ahLst/>
          <a:cxnLst/>
          <a:rect l="0" t="0" r="0" b="0"/>
          <a:pathLst>
            <a:path>
              <a:moveTo>
                <a:pt x="45720" y="0"/>
              </a:moveTo>
              <a:lnTo>
                <a:pt x="4572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A1DA1D-ADC8-490B-AE33-0EB24E969E2C}">
      <dsp:nvSpPr>
        <dsp:cNvPr id="0" name=""/>
        <dsp:cNvSpPr/>
      </dsp:nvSpPr>
      <dsp:spPr>
        <a:xfrm>
          <a:off x="1857231" y="936177"/>
          <a:ext cx="1800255" cy="428379"/>
        </a:xfrm>
        <a:custGeom>
          <a:avLst/>
          <a:gdLst/>
          <a:ahLst/>
          <a:cxnLst/>
          <a:rect l="0" t="0" r="0" b="0"/>
          <a:pathLst>
            <a:path>
              <a:moveTo>
                <a:pt x="1800255" y="0"/>
              </a:moveTo>
              <a:lnTo>
                <a:pt x="1800255" y="291927"/>
              </a:lnTo>
              <a:lnTo>
                <a:pt x="0" y="291927"/>
              </a:lnTo>
              <a:lnTo>
                <a:pt x="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EF0D79-D539-48F4-942E-21E2B9F2867F}">
      <dsp:nvSpPr>
        <dsp:cNvPr id="0" name=""/>
        <dsp:cNvSpPr/>
      </dsp:nvSpPr>
      <dsp:spPr>
        <a:xfrm>
          <a:off x="2921018" y="863"/>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441789-166B-49D5-8F7F-30723DE084D8}">
      <dsp:nvSpPr>
        <dsp:cNvPr id="0" name=""/>
        <dsp:cNvSpPr/>
      </dsp:nvSpPr>
      <dsp:spPr>
        <a:xfrm>
          <a:off x="3084678" y="156339"/>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A</a:t>
          </a:r>
        </a:p>
      </dsp:txBody>
      <dsp:txXfrm>
        <a:off x="3112072" y="183733"/>
        <a:ext cx="1418148" cy="880526"/>
      </dsp:txXfrm>
    </dsp:sp>
    <dsp:sp modelId="{A8189625-A2F4-4AA5-B663-756B4DD69C89}">
      <dsp:nvSpPr>
        <dsp:cNvPr id="0" name=""/>
        <dsp:cNvSpPr/>
      </dsp:nvSpPr>
      <dsp:spPr>
        <a:xfrm>
          <a:off x="1120763"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B9AA2E-72BF-4DD6-A3E4-929A5B48A470}">
      <dsp:nvSpPr>
        <dsp:cNvPr id="0" name=""/>
        <dsp:cNvSpPr/>
      </dsp:nvSpPr>
      <dsp:spPr>
        <a:xfrm>
          <a:off x="1284422" y="1520033"/>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B</a:t>
          </a:r>
        </a:p>
      </dsp:txBody>
      <dsp:txXfrm>
        <a:off x="1311816" y="1547427"/>
        <a:ext cx="1418148" cy="880526"/>
      </dsp:txXfrm>
    </dsp:sp>
    <dsp:sp modelId="{017C94B9-20C2-4E70-AD50-A9BE5111CF42}">
      <dsp:nvSpPr>
        <dsp:cNvPr id="0" name=""/>
        <dsp:cNvSpPr/>
      </dsp:nvSpPr>
      <dsp:spPr>
        <a:xfrm>
          <a:off x="1120763" y="2728250"/>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81261-9ED7-4E8D-9248-BC28FA244E72}">
      <dsp:nvSpPr>
        <dsp:cNvPr id="0" name=""/>
        <dsp:cNvSpPr/>
      </dsp:nvSpPr>
      <dsp:spPr>
        <a:xfrm>
          <a:off x="1284422" y="2883727"/>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C</a:t>
          </a:r>
        </a:p>
      </dsp:txBody>
      <dsp:txXfrm>
        <a:off x="1311816" y="2911121"/>
        <a:ext cx="1418148" cy="880526"/>
      </dsp:txXfrm>
    </dsp:sp>
    <dsp:sp modelId="{C28983B9-9589-4137-830C-4DC27397659A}">
      <dsp:nvSpPr>
        <dsp:cNvPr id="0" name=""/>
        <dsp:cNvSpPr/>
      </dsp:nvSpPr>
      <dsp:spPr>
        <a:xfrm>
          <a:off x="220635"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654F2E-3ABF-48CD-876C-5E03E706D684}">
      <dsp:nvSpPr>
        <dsp:cNvPr id="0" name=""/>
        <dsp:cNvSpPr/>
      </dsp:nvSpPr>
      <dsp:spPr>
        <a:xfrm>
          <a:off x="384294"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D</a:t>
          </a:r>
        </a:p>
      </dsp:txBody>
      <dsp:txXfrm>
        <a:off x="411688" y="4274815"/>
        <a:ext cx="1418148" cy="880526"/>
      </dsp:txXfrm>
    </dsp:sp>
    <dsp:sp modelId="{FD2188B2-839F-407F-9CFD-6E32B5921A63}">
      <dsp:nvSpPr>
        <dsp:cNvPr id="0" name=""/>
        <dsp:cNvSpPr/>
      </dsp:nvSpPr>
      <dsp:spPr>
        <a:xfrm>
          <a:off x="2020891"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C2C9F6-F2DE-4271-8F5D-856FBCF80ABD}">
      <dsp:nvSpPr>
        <dsp:cNvPr id="0" name=""/>
        <dsp:cNvSpPr/>
      </dsp:nvSpPr>
      <dsp:spPr>
        <a:xfrm>
          <a:off x="2184550"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E</a:t>
          </a:r>
        </a:p>
      </dsp:txBody>
      <dsp:txXfrm>
        <a:off x="2211944" y="4274815"/>
        <a:ext cx="1418148" cy="880526"/>
      </dsp:txXfrm>
    </dsp:sp>
    <dsp:sp modelId="{5D9C7AEA-5364-46F3-A980-EA2792388CF3}">
      <dsp:nvSpPr>
        <dsp:cNvPr id="0" name=""/>
        <dsp:cNvSpPr/>
      </dsp:nvSpPr>
      <dsp:spPr>
        <a:xfrm>
          <a:off x="2921018"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98037-EC99-4461-B1B2-BEF960698020}">
      <dsp:nvSpPr>
        <dsp:cNvPr id="0" name=""/>
        <dsp:cNvSpPr/>
      </dsp:nvSpPr>
      <dsp:spPr>
        <a:xfrm>
          <a:off x="3084678"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F</a:t>
          </a:r>
        </a:p>
      </dsp:txBody>
      <dsp:txXfrm>
        <a:off x="3112072" y="1547427"/>
        <a:ext cx="1418148" cy="880526"/>
      </dsp:txXfrm>
    </dsp:sp>
    <dsp:sp modelId="{C64E447B-F23F-4AB1-9B8B-50FBF8D1B129}">
      <dsp:nvSpPr>
        <dsp:cNvPr id="0" name=""/>
        <dsp:cNvSpPr/>
      </dsp:nvSpPr>
      <dsp:spPr>
        <a:xfrm>
          <a:off x="4721274"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4D127-D46D-4A7D-BAD2-4F7460847BAB}">
      <dsp:nvSpPr>
        <dsp:cNvPr id="0" name=""/>
        <dsp:cNvSpPr/>
      </dsp:nvSpPr>
      <dsp:spPr>
        <a:xfrm>
          <a:off x="4884934"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G</a:t>
          </a:r>
        </a:p>
      </dsp:txBody>
      <dsp:txXfrm>
        <a:off x="4912328" y="1547427"/>
        <a:ext cx="1418148" cy="88052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29880-A0FD-45A9-881B-AA3F47F3F4AB}">
      <dsp:nvSpPr>
        <dsp:cNvPr id="0" name=""/>
        <dsp:cNvSpPr/>
      </dsp:nvSpPr>
      <dsp:spPr>
        <a:xfrm>
          <a:off x="3657487" y="936177"/>
          <a:ext cx="1800255" cy="428379"/>
        </a:xfrm>
        <a:custGeom>
          <a:avLst/>
          <a:gdLst/>
          <a:ahLst/>
          <a:cxnLst/>
          <a:rect l="0" t="0" r="0" b="0"/>
          <a:pathLst>
            <a:path>
              <a:moveTo>
                <a:pt x="0" y="0"/>
              </a:moveTo>
              <a:lnTo>
                <a:pt x="0" y="291927"/>
              </a:lnTo>
              <a:lnTo>
                <a:pt x="1800255" y="291927"/>
              </a:lnTo>
              <a:lnTo>
                <a:pt x="1800255"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C3133B-C463-4764-8322-90433A2F499C}">
      <dsp:nvSpPr>
        <dsp:cNvPr id="0" name=""/>
        <dsp:cNvSpPr/>
      </dsp:nvSpPr>
      <dsp:spPr>
        <a:xfrm>
          <a:off x="3611767" y="936177"/>
          <a:ext cx="91440" cy="428379"/>
        </a:xfrm>
        <a:custGeom>
          <a:avLst/>
          <a:gdLst/>
          <a:ahLst/>
          <a:cxnLst/>
          <a:rect l="0" t="0" r="0" b="0"/>
          <a:pathLst>
            <a:path>
              <a:moveTo>
                <a:pt x="45720" y="0"/>
              </a:moveTo>
              <a:lnTo>
                <a:pt x="4572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44C833-4DF1-4960-BDCA-70FD4416A996}">
      <dsp:nvSpPr>
        <dsp:cNvPr id="0" name=""/>
        <dsp:cNvSpPr/>
      </dsp:nvSpPr>
      <dsp:spPr>
        <a:xfrm>
          <a:off x="1857231" y="3663565"/>
          <a:ext cx="900127" cy="428379"/>
        </a:xfrm>
        <a:custGeom>
          <a:avLst/>
          <a:gdLst/>
          <a:ahLst/>
          <a:cxnLst/>
          <a:rect l="0" t="0" r="0" b="0"/>
          <a:pathLst>
            <a:path>
              <a:moveTo>
                <a:pt x="0" y="0"/>
              </a:moveTo>
              <a:lnTo>
                <a:pt x="0" y="291927"/>
              </a:lnTo>
              <a:lnTo>
                <a:pt x="900127" y="291927"/>
              </a:lnTo>
              <a:lnTo>
                <a:pt x="900127"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84783-E944-4E6B-91BD-A9FFC4157B17}">
      <dsp:nvSpPr>
        <dsp:cNvPr id="0" name=""/>
        <dsp:cNvSpPr/>
      </dsp:nvSpPr>
      <dsp:spPr>
        <a:xfrm>
          <a:off x="957103" y="3663565"/>
          <a:ext cx="900127" cy="428379"/>
        </a:xfrm>
        <a:custGeom>
          <a:avLst/>
          <a:gdLst/>
          <a:ahLst/>
          <a:cxnLst/>
          <a:rect l="0" t="0" r="0" b="0"/>
          <a:pathLst>
            <a:path>
              <a:moveTo>
                <a:pt x="900127" y="0"/>
              </a:moveTo>
              <a:lnTo>
                <a:pt x="900127" y="291927"/>
              </a:lnTo>
              <a:lnTo>
                <a:pt x="0" y="291927"/>
              </a:lnTo>
              <a:lnTo>
                <a:pt x="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8B10B8-25F4-4C9C-92AA-9E7BE206E22F}">
      <dsp:nvSpPr>
        <dsp:cNvPr id="0" name=""/>
        <dsp:cNvSpPr/>
      </dsp:nvSpPr>
      <dsp:spPr>
        <a:xfrm>
          <a:off x="1811511" y="2299871"/>
          <a:ext cx="91440" cy="428379"/>
        </a:xfrm>
        <a:custGeom>
          <a:avLst/>
          <a:gdLst/>
          <a:ahLst/>
          <a:cxnLst/>
          <a:rect l="0" t="0" r="0" b="0"/>
          <a:pathLst>
            <a:path>
              <a:moveTo>
                <a:pt x="45720" y="0"/>
              </a:moveTo>
              <a:lnTo>
                <a:pt x="4572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A1DA1D-ADC8-490B-AE33-0EB24E969E2C}">
      <dsp:nvSpPr>
        <dsp:cNvPr id="0" name=""/>
        <dsp:cNvSpPr/>
      </dsp:nvSpPr>
      <dsp:spPr>
        <a:xfrm>
          <a:off x="1857231" y="936177"/>
          <a:ext cx="1800255" cy="428379"/>
        </a:xfrm>
        <a:custGeom>
          <a:avLst/>
          <a:gdLst/>
          <a:ahLst/>
          <a:cxnLst/>
          <a:rect l="0" t="0" r="0" b="0"/>
          <a:pathLst>
            <a:path>
              <a:moveTo>
                <a:pt x="1800255" y="0"/>
              </a:moveTo>
              <a:lnTo>
                <a:pt x="1800255" y="291927"/>
              </a:lnTo>
              <a:lnTo>
                <a:pt x="0" y="291927"/>
              </a:lnTo>
              <a:lnTo>
                <a:pt x="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EF0D79-D539-48F4-942E-21E2B9F2867F}">
      <dsp:nvSpPr>
        <dsp:cNvPr id="0" name=""/>
        <dsp:cNvSpPr/>
      </dsp:nvSpPr>
      <dsp:spPr>
        <a:xfrm>
          <a:off x="2921018" y="863"/>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441789-166B-49D5-8F7F-30723DE084D8}">
      <dsp:nvSpPr>
        <dsp:cNvPr id="0" name=""/>
        <dsp:cNvSpPr/>
      </dsp:nvSpPr>
      <dsp:spPr>
        <a:xfrm>
          <a:off x="3084678" y="156339"/>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A</a:t>
          </a:r>
        </a:p>
      </dsp:txBody>
      <dsp:txXfrm>
        <a:off x="3112072" y="183733"/>
        <a:ext cx="1418148" cy="880526"/>
      </dsp:txXfrm>
    </dsp:sp>
    <dsp:sp modelId="{A8189625-A2F4-4AA5-B663-756B4DD69C89}">
      <dsp:nvSpPr>
        <dsp:cNvPr id="0" name=""/>
        <dsp:cNvSpPr/>
      </dsp:nvSpPr>
      <dsp:spPr>
        <a:xfrm>
          <a:off x="1120763"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B9AA2E-72BF-4DD6-A3E4-929A5B48A470}">
      <dsp:nvSpPr>
        <dsp:cNvPr id="0" name=""/>
        <dsp:cNvSpPr/>
      </dsp:nvSpPr>
      <dsp:spPr>
        <a:xfrm>
          <a:off x="1284422" y="1520033"/>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B</a:t>
          </a:r>
        </a:p>
      </dsp:txBody>
      <dsp:txXfrm>
        <a:off x="1311816" y="1547427"/>
        <a:ext cx="1418148" cy="880526"/>
      </dsp:txXfrm>
    </dsp:sp>
    <dsp:sp modelId="{017C94B9-20C2-4E70-AD50-A9BE5111CF42}">
      <dsp:nvSpPr>
        <dsp:cNvPr id="0" name=""/>
        <dsp:cNvSpPr/>
      </dsp:nvSpPr>
      <dsp:spPr>
        <a:xfrm>
          <a:off x="1120763" y="2728250"/>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81261-9ED7-4E8D-9248-BC28FA244E72}">
      <dsp:nvSpPr>
        <dsp:cNvPr id="0" name=""/>
        <dsp:cNvSpPr/>
      </dsp:nvSpPr>
      <dsp:spPr>
        <a:xfrm>
          <a:off x="1284422" y="2883727"/>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C</a:t>
          </a:r>
        </a:p>
      </dsp:txBody>
      <dsp:txXfrm>
        <a:off x="1311816" y="2911121"/>
        <a:ext cx="1418148" cy="880526"/>
      </dsp:txXfrm>
    </dsp:sp>
    <dsp:sp modelId="{C28983B9-9589-4137-830C-4DC27397659A}">
      <dsp:nvSpPr>
        <dsp:cNvPr id="0" name=""/>
        <dsp:cNvSpPr/>
      </dsp:nvSpPr>
      <dsp:spPr>
        <a:xfrm>
          <a:off x="220635"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654F2E-3ABF-48CD-876C-5E03E706D684}">
      <dsp:nvSpPr>
        <dsp:cNvPr id="0" name=""/>
        <dsp:cNvSpPr/>
      </dsp:nvSpPr>
      <dsp:spPr>
        <a:xfrm>
          <a:off x="384294"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D</a:t>
          </a:r>
        </a:p>
      </dsp:txBody>
      <dsp:txXfrm>
        <a:off x="411688" y="4274815"/>
        <a:ext cx="1418148" cy="880526"/>
      </dsp:txXfrm>
    </dsp:sp>
    <dsp:sp modelId="{FD2188B2-839F-407F-9CFD-6E32B5921A63}">
      <dsp:nvSpPr>
        <dsp:cNvPr id="0" name=""/>
        <dsp:cNvSpPr/>
      </dsp:nvSpPr>
      <dsp:spPr>
        <a:xfrm>
          <a:off x="2020891"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C2C9F6-F2DE-4271-8F5D-856FBCF80ABD}">
      <dsp:nvSpPr>
        <dsp:cNvPr id="0" name=""/>
        <dsp:cNvSpPr/>
      </dsp:nvSpPr>
      <dsp:spPr>
        <a:xfrm>
          <a:off x="2184550"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E</a:t>
          </a:r>
        </a:p>
      </dsp:txBody>
      <dsp:txXfrm>
        <a:off x="2211944" y="4274815"/>
        <a:ext cx="1418148" cy="880526"/>
      </dsp:txXfrm>
    </dsp:sp>
    <dsp:sp modelId="{5D9C7AEA-5364-46F3-A980-EA2792388CF3}">
      <dsp:nvSpPr>
        <dsp:cNvPr id="0" name=""/>
        <dsp:cNvSpPr/>
      </dsp:nvSpPr>
      <dsp:spPr>
        <a:xfrm>
          <a:off x="2921018"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98037-EC99-4461-B1B2-BEF960698020}">
      <dsp:nvSpPr>
        <dsp:cNvPr id="0" name=""/>
        <dsp:cNvSpPr/>
      </dsp:nvSpPr>
      <dsp:spPr>
        <a:xfrm>
          <a:off x="3084678"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F</a:t>
          </a:r>
        </a:p>
      </dsp:txBody>
      <dsp:txXfrm>
        <a:off x="3112072" y="1547427"/>
        <a:ext cx="1418148" cy="880526"/>
      </dsp:txXfrm>
    </dsp:sp>
    <dsp:sp modelId="{C64E447B-F23F-4AB1-9B8B-50FBF8D1B129}">
      <dsp:nvSpPr>
        <dsp:cNvPr id="0" name=""/>
        <dsp:cNvSpPr/>
      </dsp:nvSpPr>
      <dsp:spPr>
        <a:xfrm>
          <a:off x="4721274"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4D127-D46D-4A7D-BAD2-4F7460847BAB}">
      <dsp:nvSpPr>
        <dsp:cNvPr id="0" name=""/>
        <dsp:cNvSpPr/>
      </dsp:nvSpPr>
      <dsp:spPr>
        <a:xfrm>
          <a:off x="4884934"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G</a:t>
          </a:r>
        </a:p>
      </dsp:txBody>
      <dsp:txXfrm>
        <a:off x="4912328" y="1547427"/>
        <a:ext cx="1418148" cy="88052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F29880-A0FD-45A9-881B-AA3F47F3F4AB}">
      <dsp:nvSpPr>
        <dsp:cNvPr id="0" name=""/>
        <dsp:cNvSpPr/>
      </dsp:nvSpPr>
      <dsp:spPr>
        <a:xfrm>
          <a:off x="3657487" y="936177"/>
          <a:ext cx="1800255" cy="428379"/>
        </a:xfrm>
        <a:custGeom>
          <a:avLst/>
          <a:gdLst/>
          <a:ahLst/>
          <a:cxnLst/>
          <a:rect l="0" t="0" r="0" b="0"/>
          <a:pathLst>
            <a:path>
              <a:moveTo>
                <a:pt x="0" y="0"/>
              </a:moveTo>
              <a:lnTo>
                <a:pt x="0" y="291927"/>
              </a:lnTo>
              <a:lnTo>
                <a:pt x="1800255" y="291927"/>
              </a:lnTo>
              <a:lnTo>
                <a:pt x="1800255"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C3133B-C463-4764-8322-90433A2F499C}">
      <dsp:nvSpPr>
        <dsp:cNvPr id="0" name=""/>
        <dsp:cNvSpPr/>
      </dsp:nvSpPr>
      <dsp:spPr>
        <a:xfrm>
          <a:off x="3611767" y="936177"/>
          <a:ext cx="91440" cy="428379"/>
        </a:xfrm>
        <a:custGeom>
          <a:avLst/>
          <a:gdLst/>
          <a:ahLst/>
          <a:cxnLst/>
          <a:rect l="0" t="0" r="0" b="0"/>
          <a:pathLst>
            <a:path>
              <a:moveTo>
                <a:pt x="45720" y="0"/>
              </a:moveTo>
              <a:lnTo>
                <a:pt x="4572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44C833-4DF1-4960-BDCA-70FD4416A996}">
      <dsp:nvSpPr>
        <dsp:cNvPr id="0" name=""/>
        <dsp:cNvSpPr/>
      </dsp:nvSpPr>
      <dsp:spPr>
        <a:xfrm>
          <a:off x="1857231" y="3663565"/>
          <a:ext cx="900127" cy="428379"/>
        </a:xfrm>
        <a:custGeom>
          <a:avLst/>
          <a:gdLst/>
          <a:ahLst/>
          <a:cxnLst/>
          <a:rect l="0" t="0" r="0" b="0"/>
          <a:pathLst>
            <a:path>
              <a:moveTo>
                <a:pt x="0" y="0"/>
              </a:moveTo>
              <a:lnTo>
                <a:pt x="0" y="291927"/>
              </a:lnTo>
              <a:lnTo>
                <a:pt x="900127" y="291927"/>
              </a:lnTo>
              <a:lnTo>
                <a:pt x="900127"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84783-E944-4E6B-91BD-A9FFC4157B17}">
      <dsp:nvSpPr>
        <dsp:cNvPr id="0" name=""/>
        <dsp:cNvSpPr/>
      </dsp:nvSpPr>
      <dsp:spPr>
        <a:xfrm>
          <a:off x="957103" y="3663565"/>
          <a:ext cx="900127" cy="428379"/>
        </a:xfrm>
        <a:custGeom>
          <a:avLst/>
          <a:gdLst/>
          <a:ahLst/>
          <a:cxnLst/>
          <a:rect l="0" t="0" r="0" b="0"/>
          <a:pathLst>
            <a:path>
              <a:moveTo>
                <a:pt x="900127" y="0"/>
              </a:moveTo>
              <a:lnTo>
                <a:pt x="900127" y="291927"/>
              </a:lnTo>
              <a:lnTo>
                <a:pt x="0" y="291927"/>
              </a:lnTo>
              <a:lnTo>
                <a:pt x="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8B10B8-25F4-4C9C-92AA-9E7BE206E22F}">
      <dsp:nvSpPr>
        <dsp:cNvPr id="0" name=""/>
        <dsp:cNvSpPr/>
      </dsp:nvSpPr>
      <dsp:spPr>
        <a:xfrm>
          <a:off x="1811511" y="2299871"/>
          <a:ext cx="91440" cy="428379"/>
        </a:xfrm>
        <a:custGeom>
          <a:avLst/>
          <a:gdLst/>
          <a:ahLst/>
          <a:cxnLst/>
          <a:rect l="0" t="0" r="0" b="0"/>
          <a:pathLst>
            <a:path>
              <a:moveTo>
                <a:pt x="45720" y="0"/>
              </a:moveTo>
              <a:lnTo>
                <a:pt x="45720" y="428379"/>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A1DA1D-ADC8-490B-AE33-0EB24E969E2C}">
      <dsp:nvSpPr>
        <dsp:cNvPr id="0" name=""/>
        <dsp:cNvSpPr/>
      </dsp:nvSpPr>
      <dsp:spPr>
        <a:xfrm>
          <a:off x="1857231" y="936177"/>
          <a:ext cx="1800255" cy="428379"/>
        </a:xfrm>
        <a:custGeom>
          <a:avLst/>
          <a:gdLst/>
          <a:ahLst/>
          <a:cxnLst/>
          <a:rect l="0" t="0" r="0" b="0"/>
          <a:pathLst>
            <a:path>
              <a:moveTo>
                <a:pt x="1800255" y="0"/>
              </a:moveTo>
              <a:lnTo>
                <a:pt x="1800255" y="291927"/>
              </a:lnTo>
              <a:lnTo>
                <a:pt x="0" y="291927"/>
              </a:lnTo>
              <a:lnTo>
                <a:pt x="0" y="42837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EF0D79-D539-48F4-942E-21E2B9F2867F}">
      <dsp:nvSpPr>
        <dsp:cNvPr id="0" name=""/>
        <dsp:cNvSpPr/>
      </dsp:nvSpPr>
      <dsp:spPr>
        <a:xfrm>
          <a:off x="2921018" y="863"/>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441789-166B-49D5-8F7F-30723DE084D8}">
      <dsp:nvSpPr>
        <dsp:cNvPr id="0" name=""/>
        <dsp:cNvSpPr/>
      </dsp:nvSpPr>
      <dsp:spPr>
        <a:xfrm>
          <a:off x="3084678" y="156339"/>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A</a:t>
          </a:r>
        </a:p>
      </dsp:txBody>
      <dsp:txXfrm>
        <a:off x="3112072" y="183733"/>
        <a:ext cx="1418148" cy="880526"/>
      </dsp:txXfrm>
    </dsp:sp>
    <dsp:sp modelId="{A8189625-A2F4-4AA5-B663-756B4DD69C89}">
      <dsp:nvSpPr>
        <dsp:cNvPr id="0" name=""/>
        <dsp:cNvSpPr/>
      </dsp:nvSpPr>
      <dsp:spPr>
        <a:xfrm>
          <a:off x="1120763"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B9AA2E-72BF-4DD6-A3E4-929A5B48A470}">
      <dsp:nvSpPr>
        <dsp:cNvPr id="0" name=""/>
        <dsp:cNvSpPr/>
      </dsp:nvSpPr>
      <dsp:spPr>
        <a:xfrm>
          <a:off x="1284422" y="1520033"/>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B</a:t>
          </a:r>
        </a:p>
      </dsp:txBody>
      <dsp:txXfrm>
        <a:off x="1311816" y="1547427"/>
        <a:ext cx="1418148" cy="880526"/>
      </dsp:txXfrm>
    </dsp:sp>
    <dsp:sp modelId="{017C94B9-20C2-4E70-AD50-A9BE5111CF42}">
      <dsp:nvSpPr>
        <dsp:cNvPr id="0" name=""/>
        <dsp:cNvSpPr/>
      </dsp:nvSpPr>
      <dsp:spPr>
        <a:xfrm>
          <a:off x="1120763" y="2728250"/>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AC81261-9ED7-4E8D-9248-BC28FA244E72}">
      <dsp:nvSpPr>
        <dsp:cNvPr id="0" name=""/>
        <dsp:cNvSpPr/>
      </dsp:nvSpPr>
      <dsp:spPr>
        <a:xfrm>
          <a:off x="1284422" y="2883727"/>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C</a:t>
          </a:r>
        </a:p>
      </dsp:txBody>
      <dsp:txXfrm>
        <a:off x="1311816" y="2911121"/>
        <a:ext cx="1418148" cy="880526"/>
      </dsp:txXfrm>
    </dsp:sp>
    <dsp:sp modelId="{C28983B9-9589-4137-830C-4DC27397659A}">
      <dsp:nvSpPr>
        <dsp:cNvPr id="0" name=""/>
        <dsp:cNvSpPr/>
      </dsp:nvSpPr>
      <dsp:spPr>
        <a:xfrm>
          <a:off x="220635"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654F2E-3ABF-48CD-876C-5E03E706D684}">
      <dsp:nvSpPr>
        <dsp:cNvPr id="0" name=""/>
        <dsp:cNvSpPr/>
      </dsp:nvSpPr>
      <dsp:spPr>
        <a:xfrm>
          <a:off x="384294" y="4247421"/>
          <a:ext cx="1472936" cy="935314"/>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D</a:t>
          </a:r>
        </a:p>
      </dsp:txBody>
      <dsp:txXfrm>
        <a:off x="411688" y="4274815"/>
        <a:ext cx="1418148" cy="880526"/>
      </dsp:txXfrm>
    </dsp:sp>
    <dsp:sp modelId="{FD2188B2-839F-407F-9CFD-6E32B5921A63}">
      <dsp:nvSpPr>
        <dsp:cNvPr id="0" name=""/>
        <dsp:cNvSpPr/>
      </dsp:nvSpPr>
      <dsp:spPr>
        <a:xfrm>
          <a:off x="2020891" y="4091944"/>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C2C9F6-F2DE-4271-8F5D-856FBCF80ABD}">
      <dsp:nvSpPr>
        <dsp:cNvPr id="0" name=""/>
        <dsp:cNvSpPr/>
      </dsp:nvSpPr>
      <dsp:spPr>
        <a:xfrm>
          <a:off x="2184550" y="4247421"/>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E</a:t>
          </a:r>
        </a:p>
      </dsp:txBody>
      <dsp:txXfrm>
        <a:off x="2211944" y="4274815"/>
        <a:ext cx="1418148" cy="880526"/>
      </dsp:txXfrm>
    </dsp:sp>
    <dsp:sp modelId="{5D9C7AEA-5364-46F3-A980-EA2792388CF3}">
      <dsp:nvSpPr>
        <dsp:cNvPr id="0" name=""/>
        <dsp:cNvSpPr/>
      </dsp:nvSpPr>
      <dsp:spPr>
        <a:xfrm>
          <a:off x="2921018"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098037-EC99-4461-B1B2-BEF960698020}">
      <dsp:nvSpPr>
        <dsp:cNvPr id="0" name=""/>
        <dsp:cNvSpPr/>
      </dsp:nvSpPr>
      <dsp:spPr>
        <a:xfrm>
          <a:off x="3084678"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F</a:t>
          </a:r>
        </a:p>
      </dsp:txBody>
      <dsp:txXfrm>
        <a:off x="3112072" y="1547427"/>
        <a:ext cx="1418148" cy="880526"/>
      </dsp:txXfrm>
    </dsp:sp>
    <dsp:sp modelId="{C64E447B-F23F-4AB1-9B8B-50FBF8D1B129}">
      <dsp:nvSpPr>
        <dsp:cNvPr id="0" name=""/>
        <dsp:cNvSpPr/>
      </dsp:nvSpPr>
      <dsp:spPr>
        <a:xfrm>
          <a:off x="4721274" y="1364557"/>
          <a:ext cx="1472936" cy="9353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14D127-D46D-4A7D-BAD2-4F7460847BAB}">
      <dsp:nvSpPr>
        <dsp:cNvPr id="0" name=""/>
        <dsp:cNvSpPr/>
      </dsp:nvSpPr>
      <dsp:spPr>
        <a:xfrm>
          <a:off x="4884934" y="1520033"/>
          <a:ext cx="1472936" cy="93531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s-CR" sz="4000" kern="1200" dirty="0"/>
            <a:t>G</a:t>
          </a:r>
        </a:p>
      </dsp:txBody>
      <dsp:txXfrm>
        <a:off x="4912328" y="1547427"/>
        <a:ext cx="1418148" cy="88052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7AE9B-32FE-49DC-A540-46BE286AFCD2}">
      <dsp:nvSpPr>
        <dsp:cNvPr id="0" name=""/>
        <dsp:cNvSpPr/>
      </dsp:nvSpPr>
      <dsp:spPr>
        <a:xfrm>
          <a:off x="3312272" y="0"/>
          <a:ext cx="4868208" cy="486820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5B09D-E32A-426B-AA31-8E70EE8E44B4}">
      <dsp:nvSpPr>
        <dsp:cNvPr id="0" name=""/>
        <dsp:cNvSpPr/>
      </dsp:nvSpPr>
      <dsp:spPr>
        <a:xfrm>
          <a:off x="3774752"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Descendente</a:t>
          </a:r>
        </a:p>
      </dsp:txBody>
      <dsp:txXfrm>
        <a:off x="3867434" y="555161"/>
        <a:ext cx="1713237" cy="1713237"/>
      </dsp:txXfrm>
    </dsp:sp>
    <dsp:sp modelId="{54F3FA27-DA83-42F3-BEDB-270E299C17DD}">
      <dsp:nvSpPr>
        <dsp:cNvPr id="0" name=""/>
        <dsp:cNvSpPr/>
      </dsp:nvSpPr>
      <dsp:spPr>
        <a:xfrm>
          <a:off x="5819399" y="462479"/>
          <a:ext cx="1898601" cy="1898601"/>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Ascendente</a:t>
          </a:r>
        </a:p>
      </dsp:txBody>
      <dsp:txXfrm>
        <a:off x="5912081" y="555161"/>
        <a:ext cx="1713237" cy="1713237"/>
      </dsp:txXfrm>
    </dsp:sp>
    <dsp:sp modelId="{73213ADC-29DF-4CE1-A5F3-E6D130E1D91C}">
      <dsp:nvSpPr>
        <dsp:cNvPr id="0" name=""/>
        <dsp:cNvSpPr/>
      </dsp:nvSpPr>
      <dsp:spPr>
        <a:xfrm>
          <a:off x="3774752"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Big </a:t>
          </a:r>
          <a:r>
            <a:rPr lang="es-CR" sz="2200" kern="1200" dirty="0" err="1"/>
            <a:t>Bang</a:t>
          </a:r>
          <a:endParaRPr lang="es-CR" sz="2200" kern="1200" dirty="0"/>
        </a:p>
      </dsp:txBody>
      <dsp:txXfrm>
        <a:off x="3867434" y="2599809"/>
        <a:ext cx="1713237" cy="1713237"/>
      </dsp:txXfrm>
    </dsp:sp>
    <dsp:sp modelId="{8ACAB36D-3196-47FF-9606-F052A15D82FF}">
      <dsp:nvSpPr>
        <dsp:cNvPr id="0" name=""/>
        <dsp:cNvSpPr/>
      </dsp:nvSpPr>
      <dsp:spPr>
        <a:xfrm>
          <a:off x="5819399"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Funcional o Transaccional</a:t>
          </a:r>
        </a:p>
      </dsp:txBody>
      <dsp:txXfrm>
        <a:off x="5912081" y="2599809"/>
        <a:ext cx="1713237" cy="171323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544AC7-61E1-4DCE-8FFE-7892ACBE014A}">
      <dsp:nvSpPr>
        <dsp:cNvPr id="0" name=""/>
        <dsp:cNvSpPr/>
      </dsp:nvSpPr>
      <dsp:spPr>
        <a:xfrm>
          <a:off x="1266" y="319670"/>
          <a:ext cx="4446816" cy="28237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1042A5-E9FA-4EC7-872A-21DD7729C4D9}">
      <dsp:nvSpPr>
        <dsp:cNvPr id="0" name=""/>
        <dsp:cNvSpPr/>
      </dsp:nvSpPr>
      <dsp:spPr>
        <a:xfrm>
          <a:off x="495357" y="789056"/>
          <a:ext cx="4446816" cy="28237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CR" sz="2900" kern="1200"/>
            <a:t>Como su nombre lo indica, inicia la construcción y prueba con los módulos en los niveles más bajos de la estructura del programa</a:t>
          </a:r>
          <a:endParaRPr lang="en-US" sz="2900" kern="1200"/>
        </a:p>
      </dsp:txBody>
      <dsp:txXfrm>
        <a:off x="578061" y="871760"/>
        <a:ext cx="4281408" cy="2658320"/>
      </dsp:txXfrm>
    </dsp:sp>
    <dsp:sp modelId="{24287104-1DE8-440E-908D-1A879A9C5B89}">
      <dsp:nvSpPr>
        <dsp:cNvPr id="0" name=""/>
        <dsp:cNvSpPr/>
      </dsp:nvSpPr>
      <dsp:spPr>
        <a:xfrm>
          <a:off x="5436265" y="319670"/>
          <a:ext cx="4446816" cy="28237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0565FD-DCA7-4590-B4BE-A8F471F0CC35}">
      <dsp:nvSpPr>
        <dsp:cNvPr id="0" name=""/>
        <dsp:cNvSpPr/>
      </dsp:nvSpPr>
      <dsp:spPr>
        <a:xfrm>
          <a:off x="5930356" y="789056"/>
          <a:ext cx="4446816" cy="282372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CR" sz="2900" b="1" kern="1200"/>
            <a:t>No</a:t>
          </a:r>
          <a:r>
            <a:rPr lang="es-CR" sz="2900" kern="1200"/>
            <a:t> se requiere el uso de módulos simulados (doble de prueba)</a:t>
          </a:r>
          <a:endParaRPr lang="en-US" sz="2900" kern="1200"/>
        </a:p>
      </dsp:txBody>
      <dsp:txXfrm>
        <a:off x="6013060" y="871760"/>
        <a:ext cx="4281408" cy="265832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7AE9B-32FE-49DC-A540-46BE286AFCD2}">
      <dsp:nvSpPr>
        <dsp:cNvPr id="0" name=""/>
        <dsp:cNvSpPr/>
      </dsp:nvSpPr>
      <dsp:spPr>
        <a:xfrm>
          <a:off x="3312272" y="0"/>
          <a:ext cx="4868208" cy="486820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5B09D-E32A-426B-AA31-8E70EE8E44B4}">
      <dsp:nvSpPr>
        <dsp:cNvPr id="0" name=""/>
        <dsp:cNvSpPr/>
      </dsp:nvSpPr>
      <dsp:spPr>
        <a:xfrm>
          <a:off x="3774752"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Descendente</a:t>
          </a:r>
        </a:p>
      </dsp:txBody>
      <dsp:txXfrm>
        <a:off x="3867434" y="555161"/>
        <a:ext cx="1713237" cy="1713237"/>
      </dsp:txXfrm>
    </dsp:sp>
    <dsp:sp modelId="{54F3FA27-DA83-42F3-BEDB-270E299C17DD}">
      <dsp:nvSpPr>
        <dsp:cNvPr id="0" name=""/>
        <dsp:cNvSpPr/>
      </dsp:nvSpPr>
      <dsp:spPr>
        <a:xfrm>
          <a:off x="5819399"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Ascendente</a:t>
          </a:r>
        </a:p>
      </dsp:txBody>
      <dsp:txXfrm>
        <a:off x="5912081" y="555161"/>
        <a:ext cx="1713237" cy="1713237"/>
      </dsp:txXfrm>
    </dsp:sp>
    <dsp:sp modelId="{73213ADC-29DF-4CE1-A5F3-E6D130E1D91C}">
      <dsp:nvSpPr>
        <dsp:cNvPr id="0" name=""/>
        <dsp:cNvSpPr/>
      </dsp:nvSpPr>
      <dsp:spPr>
        <a:xfrm>
          <a:off x="3774752" y="2507127"/>
          <a:ext cx="1898601" cy="1898601"/>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Big </a:t>
          </a:r>
          <a:r>
            <a:rPr lang="es-CR" sz="2200" kern="1200" dirty="0" err="1"/>
            <a:t>Bang</a:t>
          </a:r>
          <a:endParaRPr lang="es-CR" sz="2200" kern="1200" dirty="0"/>
        </a:p>
      </dsp:txBody>
      <dsp:txXfrm>
        <a:off x="3867434" y="2599809"/>
        <a:ext cx="1713237" cy="1713237"/>
      </dsp:txXfrm>
    </dsp:sp>
    <dsp:sp modelId="{8ACAB36D-3196-47FF-9606-F052A15D82FF}">
      <dsp:nvSpPr>
        <dsp:cNvPr id="0" name=""/>
        <dsp:cNvSpPr/>
      </dsp:nvSpPr>
      <dsp:spPr>
        <a:xfrm>
          <a:off x="5819399"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Funcional o Transaccional</a:t>
          </a:r>
        </a:p>
      </dsp:txBody>
      <dsp:txXfrm>
        <a:off x="5912081" y="2599809"/>
        <a:ext cx="1713237" cy="171323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7AE9B-32FE-49DC-A540-46BE286AFCD2}">
      <dsp:nvSpPr>
        <dsp:cNvPr id="0" name=""/>
        <dsp:cNvSpPr/>
      </dsp:nvSpPr>
      <dsp:spPr>
        <a:xfrm>
          <a:off x="3312272" y="0"/>
          <a:ext cx="4868208" cy="4868208"/>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95B09D-E32A-426B-AA31-8E70EE8E44B4}">
      <dsp:nvSpPr>
        <dsp:cNvPr id="0" name=""/>
        <dsp:cNvSpPr/>
      </dsp:nvSpPr>
      <dsp:spPr>
        <a:xfrm>
          <a:off x="3774752"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Descendente</a:t>
          </a:r>
        </a:p>
      </dsp:txBody>
      <dsp:txXfrm>
        <a:off x="3867434" y="555161"/>
        <a:ext cx="1713237" cy="1713237"/>
      </dsp:txXfrm>
    </dsp:sp>
    <dsp:sp modelId="{54F3FA27-DA83-42F3-BEDB-270E299C17DD}">
      <dsp:nvSpPr>
        <dsp:cNvPr id="0" name=""/>
        <dsp:cNvSpPr/>
      </dsp:nvSpPr>
      <dsp:spPr>
        <a:xfrm>
          <a:off x="5819399" y="462479"/>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Ascendente</a:t>
          </a:r>
        </a:p>
      </dsp:txBody>
      <dsp:txXfrm>
        <a:off x="5912081" y="555161"/>
        <a:ext cx="1713237" cy="1713237"/>
      </dsp:txXfrm>
    </dsp:sp>
    <dsp:sp modelId="{73213ADC-29DF-4CE1-A5F3-E6D130E1D91C}">
      <dsp:nvSpPr>
        <dsp:cNvPr id="0" name=""/>
        <dsp:cNvSpPr/>
      </dsp:nvSpPr>
      <dsp:spPr>
        <a:xfrm>
          <a:off x="3774752" y="2507127"/>
          <a:ext cx="1898601" cy="18986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Big </a:t>
          </a:r>
          <a:r>
            <a:rPr lang="es-CR" sz="2200" kern="1200" dirty="0" err="1"/>
            <a:t>Bang</a:t>
          </a:r>
          <a:endParaRPr lang="es-CR" sz="2200" kern="1200" dirty="0"/>
        </a:p>
      </dsp:txBody>
      <dsp:txXfrm>
        <a:off x="3867434" y="2599809"/>
        <a:ext cx="1713237" cy="1713237"/>
      </dsp:txXfrm>
    </dsp:sp>
    <dsp:sp modelId="{8ACAB36D-3196-47FF-9606-F052A15D82FF}">
      <dsp:nvSpPr>
        <dsp:cNvPr id="0" name=""/>
        <dsp:cNvSpPr/>
      </dsp:nvSpPr>
      <dsp:spPr>
        <a:xfrm>
          <a:off x="5819399" y="2507127"/>
          <a:ext cx="1898601" cy="1898601"/>
        </a:xfrm>
        <a:prstGeom prst="round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s-CR" sz="2200" kern="1200" dirty="0"/>
            <a:t>Funcional o Transaccional</a:t>
          </a:r>
        </a:p>
      </dsp:txBody>
      <dsp:txXfrm>
        <a:off x="5912081" y="2599809"/>
        <a:ext cx="1713237" cy="171323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A7AD1-8A38-4A5E-8C70-C1E7C6F1C0FD}">
      <dsp:nvSpPr>
        <dsp:cNvPr id="0" name=""/>
        <dsp:cNvSpPr/>
      </dsp:nvSpPr>
      <dsp:spPr>
        <a:xfrm>
          <a:off x="2555991" y="0"/>
          <a:ext cx="4351338" cy="4351338"/>
        </a:xfrm>
        <a:prstGeom prst="triangle">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E7AFA1D-8E7C-43C8-BB09-1017BEC43B6B}">
      <dsp:nvSpPr>
        <dsp:cNvPr id="0" name=""/>
        <dsp:cNvSpPr/>
      </dsp:nvSpPr>
      <dsp:spPr>
        <a:xfrm>
          <a:off x="4555184" y="435558"/>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mantenimiento</a:t>
          </a:r>
          <a:endParaRPr lang="es-ES" sz="1800" b="1" kern="1200" dirty="0"/>
        </a:p>
      </dsp:txBody>
      <dsp:txXfrm>
        <a:off x="4585387" y="465761"/>
        <a:ext cx="3567119" cy="558299"/>
      </dsp:txXfrm>
    </dsp:sp>
    <dsp:sp modelId="{09CA6F9B-3EEB-4163-AAB0-C46787F4B9D6}">
      <dsp:nvSpPr>
        <dsp:cNvPr id="0" name=""/>
        <dsp:cNvSpPr/>
      </dsp:nvSpPr>
      <dsp:spPr>
        <a:xfrm>
          <a:off x="4555184" y="1131602"/>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aceptación</a:t>
          </a:r>
          <a:endParaRPr lang="es-ES" sz="1800" b="1" kern="1200" dirty="0"/>
        </a:p>
      </dsp:txBody>
      <dsp:txXfrm>
        <a:off x="4585387" y="1161805"/>
        <a:ext cx="3567119" cy="558299"/>
      </dsp:txXfrm>
    </dsp:sp>
    <dsp:sp modelId="{AD8B56FE-54A0-4BF9-9EF5-EDD698EFC8FF}">
      <dsp:nvSpPr>
        <dsp:cNvPr id="0" name=""/>
        <dsp:cNvSpPr/>
      </dsp:nvSpPr>
      <dsp:spPr>
        <a:xfrm>
          <a:off x="4555184" y="1827646"/>
          <a:ext cx="3627525" cy="618705"/>
        </a:xfrm>
        <a:prstGeom prst="roundRect">
          <a:avLst/>
        </a:prstGeom>
        <a:solidFill>
          <a:srgbClr val="00B050">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sistema</a:t>
          </a:r>
          <a:endParaRPr lang="es-ES" sz="1800" b="1" kern="1200" dirty="0"/>
        </a:p>
      </dsp:txBody>
      <dsp:txXfrm>
        <a:off x="4585387" y="1857849"/>
        <a:ext cx="3567119" cy="558299"/>
      </dsp:txXfrm>
    </dsp:sp>
    <dsp:sp modelId="{07D707A0-EB1F-499B-AA58-D96214FA6D0A}">
      <dsp:nvSpPr>
        <dsp:cNvPr id="0" name=""/>
        <dsp:cNvSpPr/>
      </dsp:nvSpPr>
      <dsp:spPr>
        <a:xfrm>
          <a:off x="4555184" y="2523691"/>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integración</a:t>
          </a:r>
          <a:endParaRPr lang="es-ES" sz="1800" b="1" kern="1200" dirty="0"/>
        </a:p>
      </dsp:txBody>
      <dsp:txXfrm>
        <a:off x="4585387" y="2553894"/>
        <a:ext cx="3567119" cy="558299"/>
      </dsp:txXfrm>
    </dsp:sp>
    <dsp:sp modelId="{D53D3E6E-17D5-49DE-9B2D-69B0DAA4EF0E}">
      <dsp:nvSpPr>
        <dsp:cNvPr id="0" name=""/>
        <dsp:cNvSpPr/>
      </dsp:nvSpPr>
      <dsp:spPr>
        <a:xfrm>
          <a:off x="4555184" y="3219735"/>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unitarias</a:t>
          </a:r>
          <a:endParaRPr lang="es-ES" sz="1800" b="1" kern="1200" dirty="0"/>
        </a:p>
      </dsp:txBody>
      <dsp:txXfrm>
        <a:off x="4585387" y="3249938"/>
        <a:ext cx="3567119" cy="55829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4058AC-B0E1-4081-945D-D24805084272}">
      <dsp:nvSpPr>
        <dsp:cNvPr id="0" name=""/>
        <dsp:cNvSpPr/>
      </dsp:nvSpPr>
      <dsp:spPr>
        <a:xfrm>
          <a:off x="-6830115" y="-1044355"/>
          <a:ext cx="8129148" cy="8129148"/>
        </a:xfrm>
        <a:prstGeom prst="blockArc">
          <a:avLst>
            <a:gd name="adj1" fmla="val 18900000"/>
            <a:gd name="adj2" fmla="val 2700000"/>
            <a:gd name="adj3" fmla="val 266"/>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28FC2B-3EB7-434A-B9D4-02288F6E7DB7}">
      <dsp:nvSpPr>
        <dsp:cNvPr id="0" name=""/>
        <dsp:cNvSpPr/>
      </dsp:nvSpPr>
      <dsp:spPr>
        <a:xfrm>
          <a:off x="483537" y="318089"/>
          <a:ext cx="5486047" cy="6359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4775" tIns="45720" rIns="45720" bIns="45720" numCol="1" spcCol="1270" anchor="ctr" anchorCtr="0">
          <a:noAutofit/>
        </a:bodyPr>
        <a:lstStyle/>
        <a:p>
          <a:pPr marL="0" lvl="0" indent="0" algn="l" defTabSz="800100">
            <a:lnSpc>
              <a:spcPct val="90000"/>
            </a:lnSpc>
            <a:spcBef>
              <a:spcPct val="0"/>
            </a:spcBef>
            <a:spcAft>
              <a:spcPct val="35000"/>
            </a:spcAft>
            <a:buNone/>
          </a:pPr>
          <a:r>
            <a:rPr lang="es-CR" sz="1800" kern="1200" dirty="0"/>
            <a:t>Pruebas funcionales, para verificar la correcta funcionalidad del mismo.</a:t>
          </a:r>
        </a:p>
      </dsp:txBody>
      <dsp:txXfrm>
        <a:off x="483537" y="318089"/>
        <a:ext cx="5486047" cy="635937"/>
      </dsp:txXfrm>
    </dsp:sp>
    <dsp:sp modelId="{49B3476F-D025-4F4C-BFB3-B95A955F989C}">
      <dsp:nvSpPr>
        <dsp:cNvPr id="0" name=""/>
        <dsp:cNvSpPr/>
      </dsp:nvSpPr>
      <dsp:spPr>
        <a:xfrm>
          <a:off x="86076" y="238597"/>
          <a:ext cx="794921" cy="79492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0571431-9578-48F5-BFCF-13BE64E4FAB7}">
      <dsp:nvSpPr>
        <dsp:cNvPr id="0" name=""/>
        <dsp:cNvSpPr/>
      </dsp:nvSpPr>
      <dsp:spPr>
        <a:xfrm>
          <a:off x="1006638" y="1271874"/>
          <a:ext cx="4962945" cy="6359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4775" tIns="45720" rIns="45720" bIns="45720" numCol="1" spcCol="1270" anchor="ctr" anchorCtr="0">
          <a:noAutofit/>
        </a:bodyPr>
        <a:lstStyle/>
        <a:p>
          <a:pPr marL="0" lvl="0" indent="0" algn="l" defTabSz="800100">
            <a:lnSpc>
              <a:spcPct val="90000"/>
            </a:lnSpc>
            <a:spcBef>
              <a:spcPct val="0"/>
            </a:spcBef>
            <a:spcAft>
              <a:spcPct val="35000"/>
            </a:spcAft>
            <a:buNone/>
          </a:pPr>
          <a:r>
            <a:rPr lang="es-CR" sz="1800" kern="1200" dirty="0"/>
            <a:t>Pruebas de instalación, configuración y carga inicial de datos.</a:t>
          </a:r>
        </a:p>
      </dsp:txBody>
      <dsp:txXfrm>
        <a:off x="1006638" y="1271874"/>
        <a:ext cx="4962945" cy="635937"/>
      </dsp:txXfrm>
    </dsp:sp>
    <dsp:sp modelId="{8876CC8F-B595-4FAD-AF82-5A5E3F4B6AA2}">
      <dsp:nvSpPr>
        <dsp:cNvPr id="0" name=""/>
        <dsp:cNvSpPr/>
      </dsp:nvSpPr>
      <dsp:spPr>
        <a:xfrm>
          <a:off x="609178" y="1192382"/>
          <a:ext cx="794921" cy="79492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E1C3B26-9EA2-47B4-B88F-8BAC58FA5202}">
      <dsp:nvSpPr>
        <dsp:cNvPr id="0" name=""/>
        <dsp:cNvSpPr/>
      </dsp:nvSpPr>
      <dsp:spPr>
        <a:xfrm>
          <a:off x="1245840" y="2225659"/>
          <a:ext cx="4723744" cy="6359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4775" tIns="45720" rIns="45720" bIns="45720" numCol="1" spcCol="1270" anchor="ctr" anchorCtr="0">
          <a:noAutofit/>
        </a:bodyPr>
        <a:lstStyle/>
        <a:p>
          <a:pPr marL="0" lvl="0" indent="0" algn="l" defTabSz="800100">
            <a:lnSpc>
              <a:spcPct val="90000"/>
            </a:lnSpc>
            <a:spcBef>
              <a:spcPct val="0"/>
            </a:spcBef>
            <a:spcAft>
              <a:spcPct val="35000"/>
            </a:spcAft>
            <a:buNone/>
          </a:pPr>
          <a:r>
            <a:rPr lang="es-CR" sz="1800" kern="1200" dirty="0"/>
            <a:t>Pruebas de usabilidad.</a:t>
          </a:r>
        </a:p>
      </dsp:txBody>
      <dsp:txXfrm>
        <a:off x="1245840" y="2225659"/>
        <a:ext cx="4723744" cy="635937"/>
      </dsp:txXfrm>
    </dsp:sp>
    <dsp:sp modelId="{EA743BCC-5ADC-424D-B630-38A79468BB23}">
      <dsp:nvSpPr>
        <dsp:cNvPr id="0" name=""/>
        <dsp:cNvSpPr/>
      </dsp:nvSpPr>
      <dsp:spPr>
        <a:xfrm>
          <a:off x="848379" y="2146167"/>
          <a:ext cx="794921" cy="79492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D20097-34F7-4F13-B6BB-9E87430EB158}">
      <dsp:nvSpPr>
        <dsp:cNvPr id="0" name=""/>
        <dsp:cNvSpPr/>
      </dsp:nvSpPr>
      <dsp:spPr>
        <a:xfrm>
          <a:off x="1245840" y="3178840"/>
          <a:ext cx="4723744" cy="6359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4775" tIns="45720" rIns="45720" bIns="45720" numCol="1" spcCol="1270" anchor="ctr" anchorCtr="0">
          <a:noAutofit/>
        </a:bodyPr>
        <a:lstStyle/>
        <a:p>
          <a:pPr marL="0" lvl="0" indent="0" algn="l" defTabSz="800100">
            <a:lnSpc>
              <a:spcPct val="90000"/>
            </a:lnSpc>
            <a:spcBef>
              <a:spcPct val="0"/>
            </a:spcBef>
            <a:spcAft>
              <a:spcPct val="35000"/>
            </a:spcAft>
            <a:buNone/>
          </a:pPr>
          <a:r>
            <a:rPr lang="es-CR" sz="1800" kern="1200" dirty="0"/>
            <a:t>Pruebas de migración de datos.</a:t>
          </a:r>
        </a:p>
      </dsp:txBody>
      <dsp:txXfrm>
        <a:off x="1245840" y="3178840"/>
        <a:ext cx="4723744" cy="635937"/>
      </dsp:txXfrm>
    </dsp:sp>
    <dsp:sp modelId="{B617021E-2FE7-4384-BBE3-A03AED70118F}">
      <dsp:nvSpPr>
        <dsp:cNvPr id="0" name=""/>
        <dsp:cNvSpPr/>
      </dsp:nvSpPr>
      <dsp:spPr>
        <a:xfrm>
          <a:off x="848379" y="3099348"/>
          <a:ext cx="794921" cy="79492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0DFDCDB-41DB-46ED-B521-8AB91B75258E}">
      <dsp:nvSpPr>
        <dsp:cNvPr id="0" name=""/>
        <dsp:cNvSpPr/>
      </dsp:nvSpPr>
      <dsp:spPr>
        <a:xfrm>
          <a:off x="1006638" y="4132626"/>
          <a:ext cx="4962945" cy="6359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4775" tIns="45720" rIns="45720" bIns="45720" numCol="1" spcCol="1270" anchor="ctr" anchorCtr="0">
          <a:noAutofit/>
        </a:bodyPr>
        <a:lstStyle/>
        <a:p>
          <a:pPr marL="0" lvl="0" indent="0" algn="l" defTabSz="800100">
            <a:lnSpc>
              <a:spcPct val="90000"/>
            </a:lnSpc>
            <a:spcBef>
              <a:spcPct val="0"/>
            </a:spcBef>
            <a:spcAft>
              <a:spcPct val="35000"/>
            </a:spcAft>
            <a:buNone/>
          </a:pPr>
          <a:r>
            <a:rPr lang="es-CR" sz="1800" kern="1200" dirty="0"/>
            <a:t>Pruebas de prestaciones.</a:t>
          </a:r>
        </a:p>
      </dsp:txBody>
      <dsp:txXfrm>
        <a:off x="1006638" y="4132626"/>
        <a:ext cx="4962945" cy="635937"/>
      </dsp:txXfrm>
    </dsp:sp>
    <dsp:sp modelId="{63576910-65B9-42DB-9342-A99C2E784D61}">
      <dsp:nvSpPr>
        <dsp:cNvPr id="0" name=""/>
        <dsp:cNvSpPr/>
      </dsp:nvSpPr>
      <dsp:spPr>
        <a:xfrm>
          <a:off x="609178" y="4053133"/>
          <a:ext cx="794921" cy="79492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9DBF539-E4FA-4519-8E96-AE693443D3E3}">
      <dsp:nvSpPr>
        <dsp:cNvPr id="0" name=""/>
        <dsp:cNvSpPr/>
      </dsp:nvSpPr>
      <dsp:spPr>
        <a:xfrm>
          <a:off x="483537" y="5086411"/>
          <a:ext cx="5486047" cy="6359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4775" tIns="45720" rIns="45720" bIns="45720" numCol="1" spcCol="1270" anchor="ctr" anchorCtr="0">
          <a:noAutofit/>
        </a:bodyPr>
        <a:lstStyle/>
        <a:p>
          <a:pPr marL="0" lvl="0" indent="0" algn="l" defTabSz="800100">
            <a:lnSpc>
              <a:spcPct val="90000"/>
            </a:lnSpc>
            <a:spcBef>
              <a:spcPct val="0"/>
            </a:spcBef>
            <a:spcAft>
              <a:spcPct val="35000"/>
            </a:spcAft>
            <a:buNone/>
          </a:pPr>
          <a:r>
            <a:rPr lang="es-CR" sz="1800" kern="1200" dirty="0"/>
            <a:t>Pruebas de seguridad.</a:t>
          </a:r>
        </a:p>
      </dsp:txBody>
      <dsp:txXfrm>
        <a:off x="483537" y="5086411"/>
        <a:ext cx="5486047" cy="635937"/>
      </dsp:txXfrm>
    </dsp:sp>
    <dsp:sp modelId="{005A9533-9FE9-4007-ABB1-806E88AA78C7}">
      <dsp:nvSpPr>
        <dsp:cNvPr id="0" name=""/>
        <dsp:cNvSpPr/>
      </dsp:nvSpPr>
      <dsp:spPr>
        <a:xfrm>
          <a:off x="86076" y="5006919"/>
          <a:ext cx="794921" cy="794921"/>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A7AD1-8A38-4A5E-8C70-C1E7C6F1C0FD}">
      <dsp:nvSpPr>
        <dsp:cNvPr id="0" name=""/>
        <dsp:cNvSpPr/>
      </dsp:nvSpPr>
      <dsp:spPr>
        <a:xfrm>
          <a:off x="2555991" y="0"/>
          <a:ext cx="4351338" cy="4351338"/>
        </a:xfrm>
        <a:prstGeom prst="triangle">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E7AFA1D-8E7C-43C8-BB09-1017BEC43B6B}">
      <dsp:nvSpPr>
        <dsp:cNvPr id="0" name=""/>
        <dsp:cNvSpPr/>
      </dsp:nvSpPr>
      <dsp:spPr>
        <a:xfrm>
          <a:off x="4555184" y="435558"/>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mantenimiento</a:t>
          </a:r>
        </a:p>
      </dsp:txBody>
      <dsp:txXfrm>
        <a:off x="4585387" y="465761"/>
        <a:ext cx="3567119" cy="558299"/>
      </dsp:txXfrm>
    </dsp:sp>
    <dsp:sp modelId="{09CA6F9B-3EEB-4163-AAB0-C46787F4B9D6}">
      <dsp:nvSpPr>
        <dsp:cNvPr id="0" name=""/>
        <dsp:cNvSpPr/>
      </dsp:nvSpPr>
      <dsp:spPr>
        <a:xfrm>
          <a:off x="4555184" y="1131602"/>
          <a:ext cx="3627525" cy="618705"/>
        </a:xfrm>
        <a:prstGeom prst="roundRect">
          <a:avLst/>
        </a:prstGeom>
        <a:solidFill>
          <a:srgbClr val="00B050">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aceptación</a:t>
          </a:r>
        </a:p>
      </dsp:txBody>
      <dsp:txXfrm>
        <a:off x="4585387" y="1161805"/>
        <a:ext cx="3567119" cy="558299"/>
      </dsp:txXfrm>
    </dsp:sp>
    <dsp:sp modelId="{AD8B56FE-54A0-4BF9-9EF5-EDD698EFC8FF}">
      <dsp:nvSpPr>
        <dsp:cNvPr id="0" name=""/>
        <dsp:cNvSpPr/>
      </dsp:nvSpPr>
      <dsp:spPr>
        <a:xfrm>
          <a:off x="4555184" y="1827646"/>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sistema</a:t>
          </a:r>
        </a:p>
      </dsp:txBody>
      <dsp:txXfrm>
        <a:off x="4585387" y="1857849"/>
        <a:ext cx="3567119" cy="558299"/>
      </dsp:txXfrm>
    </dsp:sp>
    <dsp:sp modelId="{07D707A0-EB1F-499B-AA58-D96214FA6D0A}">
      <dsp:nvSpPr>
        <dsp:cNvPr id="0" name=""/>
        <dsp:cNvSpPr/>
      </dsp:nvSpPr>
      <dsp:spPr>
        <a:xfrm>
          <a:off x="4555184" y="2523691"/>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de integración</a:t>
          </a:r>
        </a:p>
      </dsp:txBody>
      <dsp:txXfrm>
        <a:off x="4585387" y="2553894"/>
        <a:ext cx="3567119" cy="558299"/>
      </dsp:txXfrm>
    </dsp:sp>
    <dsp:sp modelId="{D53D3E6E-17D5-49DE-9B2D-69B0DAA4EF0E}">
      <dsp:nvSpPr>
        <dsp:cNvPr id="0" name=""/>
        <dsp:cNvSpPr/>
      </dsp:nvSpPr>
      <dsp:spPr>
        <a:xfrm>
          <a:off x="4555184" y="3219735"/>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dirty="0">
              <a:solidFill>
                <a:sysClr val="windowText" lastClr="000000"/>
              </a:solidFill>
            </a:rPr>
            <a:t>Pruebas unitarias</a:t>
          </a:r>
        </a:p>
      </dsp:txBody>
      <dsp:txXfrm>
        <a:off x="4585387" y="3249938"/>
        <a:ext cx="3567119" cy="55829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B15E7B-6C2C-4580-A378-289559027B42}">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B42634-456B-4010-A8AB-E55D6E597950}">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C5D7EC-4DB5-4333-8906-EC4BD6276CD7}">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s-CR" sz="1800" kern="1200" dirty="0"/>
            <a:t>Las pruebas de aceptación tienen como objetivo </a:t>
          </a:r>
          <a:r>
            <a:rPr lang="es-CR" sz="1800" b="1" kern="1200" dirty="0"/>
            <a:t>obtener la aceptación final del cliente antes de la entrega del producto para su paso a producción</a:t>
          </a:r>
          <a:r>
            <a:rPr lang="es-CR" sz="1800" kern="1200" dirty="0"/>
            <a:t>. </a:t>
          </a:r>
          <a:endParaRPr lang="en-US" sz="1800" kern="1200" dirty="0"/>
        </a:p>
      </dsp:txBody>
      <dsp:txXfrm>
        <a:off x="1834517" y="469890"/>
        <a:ext cx="3148942" cy="1335915"/>
      </dsp:txXfrm>
    </dsp:sp>
    <dsp:sp modelId="{CACFC385-9198-4A5B-96F7-5228159245AB}">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D227E4-C75A-4207-A354-1262C5430649}">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6D2AC43-E2BF-47B5-8E21-A5FF9EBD5991}">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s-CR" sz="1800" kern="1200"/>
            <a:t>Las pruebas de aceptación son básicamente </a:t>
          </a:r>
          <a:r>
            <a:rPr lang="es-CR" sz="1800" b="1" kern="1200"/>
            <a:t>pruebas funcionales </a:t>
          </a:r>
          <a:r>
            <a:rPr lang="es-CR" sz="1800" kern="1200"/>
            <a:t>sobre el sistema completo, y buscan comprobar que se satisfacen los requisitos establecidos. </a:t>
          </a:r>
          <a:endParaRPr lang="en-US" sz="1800" kern="1200"/>
        </a:p>
      </dsp:txBody>
      <dsp:txXfrm>
        <a:off x="7154322" y="469890"/>
        <a:ext cx="3148942" cy="1335915"/>
      </dsp:txXfrm>
    </dsp:sp>
    <dsp:sp modelId="{C1150C03-1D75-4BD7-8B40-1AA9119FF21E}">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701CEF-6D9A-454B-B090-95D3AC548717}">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3C66FD1-8C12-4DB8-BDAF-C8F811205E21}">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s-CR" sz="1800" kern="1200"/>
            <a:t>La ejecución de las pruebas de aceptación </a:t>
          </a:r>
          <a:r>
            <a:rPr lang="es-CR" sz="1800" b="1" kern="1200"/>
            <a:t>requiere un entorno de pruebas </a:t>
          </a:r>
          <a:r>
            <a:rPr lang="es-CR" sz="1800" kern="1200"/>
            <a:t>que represente el entorno de producción.</a:t>
          </a:r>
          <a:endParaRPr lang="en-US" sz="1800" kern="1200"/>
        </a:p>
      </dsp:txBody>
      <dsp:txXfrm>
        <a:off x="1834517" y="2545532"/>
        <a:ext cx="3148942" cy="1335915"/>
      </dsp:txXfrm>
    </dsp:sp>
    <dsp:sp modelId="{86FCB23E-FABB-44B6-AA8B-7022BC0BC4FA}">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680895-08A2-45B8-B419-46568EE8D06E}">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7DF923-E75D-4C24-9268-A19E6295FEB9}">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100000"/>
            </a:lnSpc>
            <a:spcBef>
              <a:spcPct val="0"/>
            </a:spcBef>
            <a:spcAft>
              <a:spcPct val="35000"/>
            </a:spcAft>
            <a:buNone/>
          </a:pPr>
          <a:r>
            <a:rPr lang="es-CR" sz="1800" kern="1200"/>
            <a:t>Las pruebas de aceptación son, a menudo, </a:t>
          </a:r>
          <a:r>
            <a:rPr lang="es-CR" sz="1800" b="1" kern="1200"/>
            <a:t>responsabilidad del usuario o del cliente.</a:t>
          </a:r>
          <a:endParaRPr lang="en-US" sz="1800" kern="1200"/>
        </a:p>
      </dsp:txBody>
      <dsp:txXfrm>
        <a:off x="7154322" y="2545532"/>
        <a:ext cx="3148942" cy="1335915"/>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A555E9-9638-4DCD-A8A3-123DFC0DE103}">
      <dsp:nvSpPr>
        <dsp:cNvPr id="0" name=""/>
        <dsp:cNvSpPr/>
      </dsp:nvSpPr>
      <dsp:spPr>
        <a:xfrm>
          <a:off x="0" y="192345"/>
          <a:ext cx="6700731" cy="24948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0051" tIns="249936" rIns="520051" bIns="142240" numCol="1" spcCol="1270" anchor="t" anchorCtr="0">
          <a:noAutofit/>
        </a:bodyPr>
        <a:lstStyle/>
        <a:p>
          <a:pPr marL="228600" lvl="1" indent="-228600" algn="l" defTabSz="889000">
            <a:lnSpc>
              <a:spcPct val="90000"/>
            </a:lnSpc>
            <a:spcBef>
              <a:spcPct val="0"/>
            </a:spcBef>
            <a:spcAft>
              <a:spcPct val="15000"/>
            </a:spcAft>
            <a:buChar char="•"/>
          </a:pPr>
          <a:r>
            <a:rPr lang="es-CR" sz="2000" kern="1200" dirty="0"/>
            <a:t>Consisten en invitar al cliente a que pruebe el sistema en el entorno de desarrollo. 
Se trabaja en un entorno controlado y el cliente siempre tiene un experto a mano para ayudarle a usar el sistema. 
El desarrollador va registrando los errores detectados y los problemas de uso.</a:t>
          </a:r>
        </a:p>
      </dsp:txBody>
      <dsp:txXfrm>
        <a:off x="0" y="192345"/>
        <a:ext cx="6700731" cy="2494800"/>
      </dsp:txXfrm>
    </dsp:sp>
    <dsp:sp modelId="{8FB92788-C0B5-4240-A609-C3757D819AA7}">
      <dsp:nvSpPr>
        <dsp:cNvPr id="0" name=""/>
        <dsp:cNvSpPr/>
      </dsp:nvSpPr>
      <dsp:spPr>
        <a:xfrm>
          <a:off x="335036" y="15225"/>
          <a:ext cx="4690511"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290" tIns="0" rIns="177290" bIns="0" numCol="1" spcCol="1270" anchor="ctr" anchorCtr="0">
          <a:noAutofit/>
        </a:bodyPr>
        <a:lstStyle/>
        <a:p>
          <a:pPr marL="0" lvl="0" indent="0" algn="l" defTabSz="1066800">
            <a:lnSpc>
              <a:spcPct val="90000"/>
            </a:lnSpc>
            <a:spcBef>
              <a:spcPct val="0"/>
            </a:spcBef>
            <a:spcAft>
              <a:spcPct val="35000"/>
            </a:spcAft>
            <a:buNone/>
          </a:pPr>
          <a:r>
            <a:rPr lang="es-CR" sz="2400" b="1" kern="1200" dirty="0"/>
            <a:t>Alfa</a:t>
          </a:r>
        </a:p>
      </dsp:txBody>
      <dsp:txXfrm>
        <a:off x="352329" y="32518"/>
        <a:ext cx="4655925" cy="319654"/>
      </dsp:txXfrm>
    </dsp:sp>
    <dsp:sp modelId="{9AE381B6-00ED-4AAB-A0A6-F41CC9691C9F}">
      <dsp:nvSpPr>
        <dsp:cNvPr id="0" name=""/>
        <dsp:cNvSpPr/>
      </dsp:nvSpPr>
      <dsp:spPr>
        <a:xfrm>
          <a:off x="0" y="2929065"/>
          <a:ext cx="6700731" cy="1852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20051" tIns="249936" rIns="520051" bIns="142240" numCol="1" spcCol="1270" anchor="t" anchorCtr="0">
          <a:noAutofit/>
        </a:bodyPr>
        <a:lstStyle/>
        <a:p>
          <a:pPr marL="228600" lvl="1" indent="-228600" algn="l" defTabSz="889000">
            <a:lnSpc>
              <a:spcPct val="90000"/>
            </a:lnSpc>
            <a:spcBef>
              <a:spcPct val="0"/>
            </a:spcBef>
            <a:spcAft>
              <a:spcPct val="15000"/>
            </a:spcAft>
            <a:buChar char="•"/>
          </a:pPr>
          <a:r>
            <a:rPr lang="es-CR" sz="2000" kern="1200" dirty="0"/>
            <a:t>Se realizan con posterioridad a las pruebas Alfa, y se desarrollan en el entorno del cliente. 
El cliente se queda a solas con el producto y trata de encontrarle fallos de los que informa al desarrollador.</a:t>
          </a:r>
        </a:p>
      </dsp:txBody>
      <dsp:txXfrm>
        <a:off x="0" y="2929065"/>
        <a:ext cx="6700731" cy="1852200"/>
      </dsp:txXfrm>
    </dsp:sp>
    <dsp:sp modelId="{99FED77B-42CF-483F-A773-F1F05DFEA145}">
      <dsp:nvSpPr>
        <dsp:cNvPr id="0" name=""/>
        <dsp:cNvSpPr/>
      </dsp:nvSpPr>
      <dsp:spPr>
        <a:xfrm>
          <a:off x="335036" y="2751945"/>
          <a:ext cx="4690511" cy="3542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290" tIns="0" rIns="177290" bIns="0" numCol="1" spcCol="1270" anchor="ctr" anchorCtr="0">
          <a:noAutofit/>
        </a:bodyPr>
        <a:lstStyle/>
        <a:p>
          <a:pPr marL="0" lvl="0" indent="0" algn="l" defTabSz="1066800">
            <a:lnSpc>
              <a:spcPct val="90000"/>
            </a:lnSpc>
            <a:spcBef>
              <a:spcPct val="0"/>
            </a:spcBef>
            <a:spcAft>
              <a:spcPct val="35000"/>
            </a:spcAft>
            <a:buNone/>
          </a:pPr>
          <a:r>
            <a:rPr lang="es-CR" sz="2400" b="1" kern="1200" dirty="0"/>
            <a:t>Beta</a:t>
          </a:r>
        </a:p>
      </dsp:txBody>
      <dsp:txXfrm>
        <a:off x="352329" y="2769238"/>
        <a:ext cx="4655925" cy="31965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7A7AD1-8A38-4A5E-8C70-C1E7C6F1C0FD}">
      <dsp:nvSpPr>
        <dsp:cNvPr id="0" name=""/>
        <dsp:cNvSpPr/>
      </dsp:nvSpPr>
      <dsp:spPr>
        <a:xfrm>
          <a:off x="2555991" y="0"/>
          <a:ext cx="4351338" cy="4351338"/>
        </a:xfrm>
        <a:prstGeom prst="triangle">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2E7AFA1D-8E7C-43C8-BB09-1017BEC43B6B}">
      <dsp:nvSpPr>
        <dsp:cNvPr id="0" name=""/>
        <dsp:cNvSpPr/>
      </dsp:nvSpPr>
      <dsp:spPr>
        <a:xfrm>
          <a:off x="4555184" y="435558"/>
          <a:ext cx="3627525" cy="618705"/>
        </a:xfrm>
        <a:prstGeom prst="roundRect">
          <a:avLst/>
        </a:prstGeom>
        <a:solidFill>
          <a:srgbClr val="00B050">
            <a:alpha val="90000"/>
          </a:srgb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mantenimiento</a:t>
          </a:r>
          <a:endParaRPr lang="es-ES" sz="1800" b="1" kern="1200" dirty="0"/>
        </a:p>
      </dsp:txBody>
      <dsp:txXfrm>
        <a:off x="4585387" y="465761"/>
        <a:ext cx="3567119" cy="558299"/>
      </dsp:txXfrm>
    </dsp:sp>
    <dsp:sp modelId="{09CA6F9B-3EEB-4163-AAB0-C46787F4B9D6}">
      <dsp:nvSpPr>
        <dsp:cNvPr id="0" name=""/>
        <dsp:cNvSpPr/>
      </dsp:nvSpPr>
      <dsp:spPr>
        <a:xfrm>
          <a:off x="4555184" y="1131602"/>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aceptación</a:t>
          </a:r>
          <a:endParaRPr lang="es-ES" sz="1800" b="1" kern="1200" dirty="0"/>
        </a:p>
      </dsp:txBody>
      <dsp:txXfrm>
        <a:off x="4585387" y="1161805"/>
        <a:ext cx="3567119" cy="558299"/>
      </dsp:txXfrm>
    </dsp:sp>
    <dsp:sp modelId="{AD8B56FE-54A0-4BF9-9EF5-EDD698EFC8FF}">
      <dsp:nvSpPr>
        <dsp:cNvPr id="0" name=""/>
        <dsp:cNvSpPr/>
      </dsp:nvSpPr>
      <dsp:spPr>
        <a:xfrm>
          <a:off x="4555184" y="1827646"/>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sistema</a:t>
          </a:r>
          <a:endParaRPr lang="es-ES" sz="1800" b="1" kern="1200" dirty="0"/>
        </a:p>
      </dsp:txBody>
      <dsp:txXfrm>
        <a:off x="4585387" y="1857849"/>
        <a:ext cx="3567119" cy="558299"/>
      </dsp:txXfrm>
    </dsp:sp>
    <dsp:sp modelId="{07D707A0-EB1F-499B-AA58-D96214FA6D0A}">
      <dsp:nvSpPr>
        <dsp:cNvPr id="0" name=""/>
        <dsp:cNvSpPr/>
      </dsp:nvSpPr>
      <dsp:spPr>
        <a:xfrm>
          <a:off x="4555184" y="2523691"/>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de integración</a:t>
          </a:r>
          <a:endParaRPr lang="es-ES" sz="1800" b="1" kern="1200" dirty="0"/>
        </a:p>
      </dsp:txBody>
      <dsp:txXfrm>
        <a:off x="4585387" y="2553894"/>
        <a:ext cx="3567119" cy="558299"/>
      </dsp:txXfrm>
    </dsp:sp>
    <dsp:sp modelId="{D53D3E6E-17D5-49DE-9B2D-69B0DAA4EF0E}">
      <dsp:nvSpPr>
        <dsp:cNvPr id="0" name=""/>
        <dsp:cNvSpPr/>
      </dsp:nvSpPr>
      <dsp:spPr>
        <a:xfrm>
          <a:off x="4555184" y="3219735"/>
          <a:ext cx="3627525" cy="618705"/>
        </a:xfrm>
        <a:prstGeom prst="round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s-ES" sz="1800" b="1" kern="1200"/>
            <a:t>Pruebas unitarias</a:t>
          </a:r>
          <a:endParaRPr lang="es-ES" sz="1800" b="1" kern="1200" dirty="0"/>
        </a:p>
      </dsp:txBody>
      <dsp:txXfrm>
        <a:off x="4585387" y="3249938"/>
        <a:ext cx="3567119" cy="55829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42927-CEAE-4E2B-909A-01AFFCDF3071}">
      <dsp:nvSpPr>
        <dsp:cNvPr id="0" name=""/>
        <dsp:cNvSpPr/>
      </dsp:nvSpPr>
      <dsp:spPr>
        <a:xfrm>
          <a:off x="6580148" y="2228390"/>
          <a:ext cx="1744835" cy="415191"/>
        </a:xfrm>
        <a:custGeom>
          <a:avLst/>
          <a:gdLst/>
          <a:ahLst/>
          <a:cxnLst/>
          <a:rect l="0" t="0" r="0" b="0"/>
          <a:pathLst>
            <a:path>
              <a:moveTo>
                <a:pt x="0" y="0"/>
              </a:moveTo>
              <a:lnTo>
                <a:pt x="0" y="282940"/>
              </a:lnTo>
              <a:lnTo>
                <a:pt x="1744835" y="282940"/>
              </a:lnTo>
              <a:lnTo>
                <a:pt x="1744835"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A6E46-0045-4C82-ABFE-678E3C7455CD}">
      <dsp:nvSpPr>
        <dsp:cNvPr id="0" name=""/>
        <dsp:cNvSpPr/>
      </dsp:nvSpPr>
      <dsp:spPr>
        <a:xfrm>
          <a:off x="6580148" y="3550103"/>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9809B-66EA-41B9-AACC-ACC696A42E1F}">
      <dsp:nvSpPr>
        <dsp:cNvPr id="0" name=""/>
        <dsp:cNvSpPr/>
      </dsp:nvSpPr>
      <dsp:spPr>
        <a:xfrm>
          <a:off x="5707730" y="3550103"/>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EFDC9D-6DEA-4DE7-A7E4-60ACF7D62EFE}">
      <dsp:nvSpPr>
        <dsp:cNvPr id="0" name=""/>
        <dsp:cNvSpPr/>
      </dsp:nvSpPr>
      <dsp:spPr>
        <a:xfrm>
          <a:off x="6534428" y="2228390"/>
          <a:ext cx="91440" cy="415191"/>
        </a:xfrm>
        <a:custGeom>
          <a:avLst/>
          <a:gdLst/>
          <a:ahLst/>
          <a:cxnLst/>
          <a:rect l="0" t="0" r="0" b="0"/>
          <a:pathLst>
            <a:path>
              <a:moveTo>
                <a:pt x="45720" y="0"/>
              </a:moveTo>
              <a:lnTo>
                <a:pt x="4572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8A18CE-E2CA-480C-B323-2237987DE8B2}">
      <dsp:nvSpPr>
        <dsp:cNvPr id="0" name=""/>
        <dsp:cNvSpPr/>
      </dsp:nvSpPr>
      <dsp:spPr>
        <a:xfrm>
          <a:off x="4835312" y="2228390"/>
          <a:ext cx="1744835" cy="415191"/>
        </a:xfrm>
        <a:custGeom>
          <a:avLst/>
          <a:gdLst/>
          <a:ahLst/>
          <a:cxnLst/>
          <a:rect l="0" t="0" r="0" b="0"/>
          <a:pathLst>
            <a:path>
              <a:moveTo>
                <a:pt x="1744835" y="0"/>
              </a:moveTo>
              <a:lnTo>
                <a:pt x="1744835"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F3FAC5-1912-45A4-81C7-8BD7CD82795D}">
      <dsp:nvSpPr>
        <dsp:cNvPr id="0" name=""/>
        <dsp:cNvSpPr/>
      </dsp:nvSpPr>
      <dsp:spPr>
        <a:xfrm>
          <a:off x="4399103" y="906677"/>
          <a:ext cx="2181044" cy="415191"/>
        </a:xfrm>
        <a:custGeom>
          <a:avLst/>
          <a:gdLst/>
          <a:ahLst/>
          <a:cxnLst/>
          <a:rect l="0" t="0" r="0" b="0"/>
          <a:pathLst>
            <a:path>
              <a:moveTo>
                <a:pt x="0" y="0"/>
              </a:moveTo>
              <a:lnTo>
                <a:pt x="0" y="282940"/>
              </a:lnTo>
              <a:lnTo>
                <a:pt x="2181044" y="282940"/>
              </a:lnTo>
              <a:lnTo>
                <a:pt x="2181044"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5B29F5-173F-4BC0-9991-BB58131471EA}">
      <dsp:nvSpPr>
        <dsp:cNvPr id="0" name=""/>
        <dsp:cNvSpPr/>
      </dsp:nvSpPr>
      <dsp:spPr>
        <a:xfrm>
          <a:off x="2218059" y="2228390"/>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C591A-AD78-4CA0-95B7-D42F2227ED78}">
      <dsp:nvSpPr>
        <dsp:cNvPr id="0" name=""/>
        <dsp:cNvSpPr/>
      </dsp:nvSpPr>
      <dsp:spPr>
        <a:xfrm>
          <a:off x="1345642" y="2228390"/>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72630A-6C88-4A55-9418-17028023D774}">
      <dsp:nvSpPr>
        <dsp:cNvPr id="0" name=""/>
        <dsp:cNvSpPr/>
      </dsp:nvSpPr>
      <dsp:spPr>
        <a:xfrm>
          <a:off x="2218059" y="906677"/>
          <a:ext cx="2181044" cy="415191"/>
        </a:xfrm>
        <a:custGeom>
          <a:avLst/>
          <a:gdLst/>
          <a:ahLst/>
          <a:cxnLst/>
          <a:rect l="0" t="0" r="0" b="0"/>
          <a:pathLst>
            <a:path>
              <a:moveTo>
                <a:pt x="2181044" y="0"/>
              </a:moveTo>
              <a:lnTo>
                <a:pt x="2181044" y="282940"/>
              </a:lnTo>
              <a:lnTo>
                <a:pt x="0" y="282940"/>
              </a:lnTo>
              <a:lnTo>
                <a:pt x="0"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12C03-E89C-4A6E-AF5D-A10072F227AB}">
      <dsp:nvSpPr>
        <dsp:cNvPr id="0" name=""/>
        <dsp:cNvSpPr/>
      </dsp:nvSpPr>
      <dsp:spPr>
        <a:xfrm>
          <a:off x="3685307" y="156"/>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57BEE-AE82-4498-A4AE-4811D240D67F}">
      <dsp:nvSpPr>
        <dsp:cNvPr id="0" name=""/>
        <dsp:cNvSpPr/>
      </dsp:nvSpPr>
      <dsp:spPr>
        <a:xfrm>
          <a:off x="3843929" y="150846"/>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Pruebas</a:t>
          </a:r>
        </a:p>
      </dsp:txBody>
      <dsp:txXfrm>
        <a:off x="3870480" y="177397"/>
        <a:ext cx="1374490" cy="853419"/>
      </dsp:txXfrm>
    </dsp:sp>
    <dsp:sp modelId="{262FC079-CCD5-409C-9366-64E1018AD7A7}">
      <dsp:nvSpPr>
        <dsp:cNvPr id="0" name=""/>
        <dsp:cNvSpPr/>
      </dsp:nvSpPr>
      <dsp:spPr>
        <a:xfrm>
          <a:off x="1504263"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F80DC-559A-4DD8-AB98-DF721F8BD335}">
      <dsp:nvSpPr>
        <dsp:cNvPr id="0" name=""/>
        <dsp:cNvSpPr/>
      </dsp:nvSpPr>
      <dsp:spPr>
        <a:xfrm>
          <a:off x="1662884"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Estáticas</a:t>
          </a:r>
        </a:p>
      </dsp:txBody>
      <dsp:txXfrm>
        <a:off x="1689435" y="1499110"/>
        <a:ext cx="1374490" cy="853419"/>
      </dsp:txXfrm>
    </dsp:sp>
    <dsp:sp modelId="{956C5A52-8CC3-4A58-8733-3ADBD9B4809F}">
      <dsp:nvSpPr>
        <dsp:cNvPr id="0" name=""/>
        <dsp:cNvSpPr/>
      </dsp:nvSpPr>
      <dsp:spPr>
        <a:xfrm>
          <a:off x="631845"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7F261-E4F8-434F-8F56-14E20BD91820}">
      <dsp:nvSpPr>
        <dsp:cNvPr id="0" name=""/>
        <dsp:cNvSpPr/>
      </dsp:nvSpPr>
      <dsp:spPr>
        <a:xfrm>
          <a:off x="79046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Análisis estático</a:t>
          </a:r>
        </a:p>
      </dsp:txBody>
      <dsp:txXfrm>
        <a:off x="817018" y="2820823"/>
        <a:ext cx="1374490" cy="853419"/>
      </dsp:txXfrm>
    </dsp:sp>
    <dsp:sp modelId="{4A79A66E-7C56-4977-9062-CE64CB0FB1EA}">
      <dsp:nvSpPr>
        <dsp:cNvPr id="0" name=""/>
        <dsp:cNvSpPr/>
      </dsp:nvSpPr>
      <dsp:spPr>
        <a:xfrm>
          <a:off x="237668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24FBC-81D6-42E7-8DA4-4EFFEA1D8E04}">
      <dsp:nvSpPr>
        <dsp:cNvPr id="0" name=""/>
        <dsp:cNvSpPr/>
      </dsp:nvSpPr>
      <dsp:spPr>
        <a:xfrm>
          <a:off x="2535302"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Revisión</a:t>
          </a:r>
        </a:p>
      </dsp:txBody>
      <dsp:txXfrm>
        <a:off x="2561853" y="2820823"/>
        <a:ext cx="1374490" cy="853419"/>
      </dsp:txXfrm>
    </dsp:sp>
    <dsp:sp modelId="{566C811B-ECF8-4501-96D9-E246B2E04042}">
      <dsp:nvSpPr>
        <dsp:cNvPr id="0" name=""/>
        <dsp:cNvSpPr/>
      </dsp:nvSpPr>
      <dsp:spPr>
        <a:xfrm>
          <a:off x="5866351"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11F06-58CE-492C-989E-5E01E0D5E83B}">
      <dsp:nvSpPr>
        <dsp:cNvPr id="0" name=""/>
        <dsp:cNvSpPr/>
      </dsp:nvSpPr>
      <dsp:spPr>
        <a:xfrm>
          <a:off x="6024973"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Dinámicas</a:t>
          </a:r>
        </a:p>
      </dsp:txBody>
      <dsp:txXfrm>
        <a:off x="6051524" y="1499110"/>
        <a:ext cx="1374490" cy="853419"/>
      </dsp:txXfrm>
    </dsp:sp>
    <dsp:sp modelId="{4A874F81-89C7-4C90-9EDC-85CC52A43302}">
      <dsp:nvSpPr>
        <dsp:cNvPr id="0" name=""/>
        <dsp:cNvSpPr/>
      </dsp:nvSpPr>
      <dsp:spPr>
        <a:xfrm>
          <a:off x="4121516"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B9F132-A31D-494C-B934-EF1513B7C629}">
      <dsp:nvSpPr>
        <dsp:cNvPr id="0" name=""/>
        <dsp:cNvSpPr/>
      </dsp:nvSpPr>
      <dsp:spPr>
        <a:xfrm>
          <a:off x="428013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Blanca</a:t>
          </a:r>
        </a:p>
      </dsp:txBody>
      <dsp:txXfrm>
        <a:off x="4306688" y="2820823"/>
        <a:ext cx="1374490" cy="853419"/>
      </dsp:txXfrm>
    </dsp:sp>
    <dsp:sp modelId="{94B121C5-16A0-4B91-AFC6-A5DD2A21DC7A}">
      <dsp:nvSpPr>
        <dsp:cNvPr id="0" name=""/>
        <dsp:cNvSpPr/>
      </dsp:nvSpPr>
      <dsp:spPr>
        <a:xfrm>
          <a:off x="586635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9779AE-7549-4A9C-BB50-8BDE24966E5D}">
      <dsp:nvSpPr>
        <dsp:cNvPr id="0" name=""/>
        <dsp:cNvSpPr/>
      </dsp:nvSpPr>
      <dsp:spPr>
        <a:xfrm>
          <a:off x="6024973"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Negra</a:t>
          </a:r>
        </a:p>
      </dsp:txBody>
      <dsp:txXfrm>
        <a:off x="6051524" y="2820823"/>
        <a:ext cx="1374490" cy="853419"/>
      </dsp:txXfrm>
    </dsp:sp>
    <dsp:sp modelId="{43DACF03-C343-4FA3-A062-28C19366EAF3}">
      <dsp:nvSpPr>
        <dsp:cNvPr id="0" name=""/>
        <dsp:cNvSpPr/>
      </dsp:nvSpPr>
      <dsp:spPr>
        <a:xfrm>
          <a:off x="4993934"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56BA7-F26D-4A68-AE29-86AAF5712107}">
      <dsp:nvSpPr>
        <dsp:cNvPr id="0" name=""/>
        <dsp:cNvSpPr/>
      </dsp:nvSpPr>
      <dsp:spPr>
        <a:xfrm>
          <a:off x="5152555"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Funcional</a:t>
          </a:r>
        </a:p>
      </dsp:txBody>
      <dsp:txXfrm>
        <a:off x="5179106" y="4142536"/>
        <a:ext cx="1374490" cy="853419"/>
      </dsp:txXfrm>
    </dsp:sp>
    <dsp:sp modelId="{8FC33AA4-B9CD-4EBE-AE90-8FA4D8D6234C}">
      <dsp:nvSpPr>
        <dsp:cNvPr id="0" name=""/>
        <dsp:cNvSpPr/>
      </dsp:nvSpPr>
      <dsp:spPr>
        <a:xfrm>
          <a:off x="6738769"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7155B-A9E6-4143-A11A-DE646E0B443E}">
      <dsp:nvSpPr>
        <dsp:cNvPr id="0" name=""/>
        <dsp:cNvSpPr/>
      </dsp:nvSpPr>
      <dsp:spPr>
        <a:xfrm>
          <a:off x="6897390"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No funcional</a:t>
          </a:r>
        </a:p>
      </dsp:txBody>
      <dsp:txXfrm>
        <a:off x="6923941" y="4142536"/>
        <a:ext cx="1374490" cy="853419"/>
      </dsp:txXfrm>
    </dsp:sp>
    <dsp:sp modelId="{1D0784BF-A55F-49EB-A4AB-61D1E2E4FDE1}">
      <dsp:nvSpPr>
        <dsp:cNvPr id="0" name=""/>
        <dsp:cNvSpPr/>
      </dsp:nvSpPr>
      <dsp:spPr>
        <a:xfrm>
          <a:off x="7611187"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C2F40-DD25-4B5C-9468-CE244B4E4020}">
      <dsp:nvSpPr>
        <dsp:cNvPr id="0" name=""/>
        <dsp:cNvSpPr/>
      </dsp:nvSpPr>
      <dsp:spPr>
        <a:xfrm>
          <a:off x="7769808"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Basadas en la experiencia</a:t>
          </a:r>
        </a:p>
      </dsp:txBody>
      <dsp:txXfrm>
        <a:off x="7796359" y="2820823"/>
        <a:ext cx="1374490" cy="853419"/>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42927-CEAE-4E2B-909A-01AFFCDF3071}">
      <dsp:nvSpPr>
        <dsp:cNvPr id="0" name=""/>
        <dsp:cNvSpPr/>
      </dsp:nvSpPr>
      <dsp:spPr>
        <a:xfrm>
          <a:off x="6580148" y="2228390"/>
          <a:ext cx="1744835" cy="415191"/>
        </a:xfrm>
        <a:custGeom>
          <a:avLst/>
          <a:gdLst/>
          <a:ahLst/>
          <a:cxnLst/>
          <a:rect l="0" t="0" r="0" b="0"/>
          <a:pathLst>
            <a:path>
              <a:moveTo>
                <a:pt x="0" y="0"/>
              </a:moveTo>
              <a:lnTo>
                <a:pt x="0" y="282940"/>
              </a:lnTo>
              <a:lnTo>
                <a:pt x="1744835" y="282940"/>
              </a:lnTo>
              <a:lnTo>
                <a:pt x="1744835"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A6E46-0045-4C82-ABFE-678E3C7455CD}">
      <dsp:nvSpPr>
        <dsp:cNvPr id="0" name=""/>
        <dsp:cNvSpPr/>
      </dsp:nvSpPr>
      <dsp:spPr>
        <a:xfrm>
          <a:off x="6580148" y="3550103"/>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9809B-66EA-41B9-AACC-ACC696A42E1F}">
      <dsp:nvSpPr>
        <dsp:cNvPr id="0" name=""/>
        <dsp:cNvSpPr/>
      </dsp:nvSpPr>
      <dsp:spPr>
        <a:xfrm>
          <a:off x="5707730" y="3550103"/>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EFDC9D-6DEA-4DE7-A7E4-60ACF7D62EFE}">
      <dsp:nvSpPr>
        <dsp:cNvPr id="0" name=""/>
        <dsp:cNvSpPr/>
      </dsp:nvSpPr>
      <dsp:spPr>
        <a:xfrm>
          <a:off x="6534428" y="2228390"/>
          <a:ext cx="91440" cy="415191"/>
        </a:xfrm>
        <a:custGeom>
          <a:avLst/>
          <a:gdLst/>
          <a:ahLst/>
          <a:cxnLst/>
          <a:rect l="0" t="0" r="0" b="0"/>
          <a:pathLst>
            <a:path>
              <a:moveTo>
                <a:pt x="45720" y="0"/>
              </a:moveTo>
              <a:lnTo>
                <a:pt x="4572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8A18CE-E2CA-480C-B323-2237987DE8B2}">
      <dsp:nvSpPr>
        <dsp:cNvPr id="0" name=""/>
        <dsp:cNvSpPr/>
      </dsp:nvSpPr>
      <dsp:spPr>
        <a:xfrm>
          <a:off x="4835312" y="2228390"/>
          <a:ext cx="1744835" cy="415191"/>
        </a:xfrm>
        <a:custGeom>
          <a:avLst/>
          <a:gdLst/>
          <a:ahLst/>
          <a:cxnLst/>
          <a:rect l="0" t="0" r="0" b="0"/>
          <a:pathLst>
            <a:path>
              <a:moveTo>
                <a:pt x="1744835" y="0"/>
              </a:moveTo>
              <a:lnTo>
                <a:pt x="1744835"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F3FAC5-1912-45A4-81C7-8BD7CD82795D}">
      <dsp:nvSpPr>
        <dsp:cNvPr id="0" name=""/>
        <dsp:cNvSpPr/>
      </dsp:nvSpPr>
      <dsp:spPr>
        <a:xfrm>
          <a:off x="4399103" y="906677"/>
          <a:ext cx="2181044" cy="415191"/>
        </a:xfrm>
        <a:custGeom>
          <a:avLst/>
          <a:gdLst/>
          <a:ahLst/>
          <a:cxnLst/>
          <a:rect l="0" t="0" r="0" b="0"/>
          <a:pathLst>
            <a:path>
              <a:moveTo>
                <a:pt x="0" y="0"/>
              </a:moveTo>
              <a:lnTo>
                <a:pt x="0" y="282940"/>
              </a:lnTo>
              <a:lnTo>
                <a:pt x="2181044" y="282940"/>
              </a:lnTo>
              <a:lnTo>
                <a:pt x="2181044"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5B29F5-173F-4BC0-9991-BB58131471EA}">
      <dsp:nvSpPr>
        <dsp:cNvPr id="0" name=""/>
        <dsp:cNvSpPr/>
      </dsp:nvSpPr>
      <dsp:spPr>
        <a:xfrm>
          <a:off x="2218059" y="2228390"/>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C591A-AD78-4CA0-95B7-D42F2227ED78}">
      <dsp:nvSpPr>
        <dsp:cNvPr id="0" name=""/>
        <dsp:cNvSpPr/>
      </dsp:nvSpPr>
      <dsp:spPr>
        <a:xfrm>
          <a:off x="1345642" y="2228390"/>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72630A-6C88-4A55-9418-17028023D774}">
      <dsp:nvSpPr>
        <dsp:cNvPr id="0" name=""/>
        <dsp:cNvSpPr/>
      </dsp:nvSpPr>
      <dsp:spPr>
        <a:xfrm>
          <a:off x="2218059" y="906677"/>
          <a:ext cx="2181044" cy="415191"/>
        </a:xfrm>
        <a:custGeom>
          <a:avLst/>
          <a:gdLst/>
          <a:ahLst/>
          <a:cxnLst/>
          <a:rect l="0" t="0" r="0" b="0"/>
          <a:pathLst>
            <a:path>
              <a:moveTo>
                <a:pt x="2181044" y="0"/>
              </a:moveTo>
              <a:lnTo>
                <a:pt x="2181044" y="282940"/>
              </a:lnTo>
              <a:lnTo>
                <a:pt x="0" y="282940"/>
              </a:lnTo>
              <a:lnTo>
                <a:pt x="0"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12C03-E89C-4A6E-AF5D-A10072F227AB}">
      <dsp:nvSpPr>
        <dsp:cNvPr id="0" name=""/>
        <dsp:cNvSpPr/>
      </dsp:nvSpPr>
      <dsp:spPr>
        <a:xfrm>
          <a:off x="3685307" y="156"/>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57BEE-AE82-4498-A4AE-4811D240D67F}">
      <dsp:nvSpPr>
        <dsp:cNvPr id="0" name=""/>
        <dsp:cNvSpPr/>
      </dsp:nvSpPr>
      <dsp:spPr>
        <a:xfrm>
          <a:off x="3843929" y="150846"/>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Pruebas</a:t>
          </a:r>
        </a:p>
      </dsp:txBody>
      <dsp:txXfrm>
        <a:off x="3870480" y="177397"/>
        <a:ext cx="1374490" cy="853419"/>
      </dsp:txXfrm>
    </dsp:sp>
    <dsp:sp modelId="{262FC079-CCD5-409C-9366-64E1018AD7A7}">
      <dsp:nvSpPr>
        <dsp:cNvPr id="0" name=""/>
        <dsp:cNvSpPr/>
      </dsp:nvSpPr>
      <dsp:spPr>
        <a:xfrm>
          <a:off x="1504263"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F80DC-559A-4DD8-AB98-DF721F8BD335}">
      <dsp:nvSpPr>
        <dsp:cNvPr id="0" name=""/>
        <dsp:cNvSpPr/>
      </dsp:nvSpPr>
      <dsp:spPr>
        <a:xfrm>
          <a:off x="1662884"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Estáticas</a:t>
          </a:r>
        </a:p>
      </dsp:txBody>
      <dsp:txXfrm>
        <a:off x="1689435" y="1499110"/>
        <a:ext cx="1374490" cy="853419"/>
      </dsp:txXfrm>
    </dsp:sp>
    <dsp:sp modelId="{956C5A52-8CC3-4A58-8733-3ADBD9B4809F}">
      <dsp:nvSpPr>
        <dsp:cNvPr id="0" name=""/>
        <dsp:cNvSpPr/>
      </dsp:nvSpPr>
      <dsp:spPr>
        <a:xfrm>
          <a:off x="631845"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7F261-E4F8-434F-8F56-14E20BD91820}">
      <dsp:nvSpPr>
        <dsp:cNvPr id="0" name=""/>
        <dsp:cNvSpPr/>
      </dsp:nvSpPr>
      <dsp:spPr>
        <a:xfrm>
          <a:off x="79046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Análisis estático</a:t>
          </a:r>
        </a:p>
      </dsp:txBody>
      <dsp:txXfrm>
        <a:off x="817018" y="2820823"/>
        <a:ext cx="1374490" cy="853419"/>
      </dsp:txXfrm>
    </dsp:sp>
    <dsp:sp modelId="{4A79A66E-7C56-4977-9062-CE64CB0FB1EA}">
      <dsp:nvSpPr>
        <dsp:cNvPr id="0" name=""/>
        <dsp:cNvSpPr/>
      </dsp:nvSpPr>
      <dsp:spPr>
        <a:xfrm>
          <a:off x="237668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24FBC-81D6-42E7-8DA4-4EFFEA1D8E04}">
      <dsp:nvSpPr>
        <dsp:cNvPr id="0" name=""/>
        <dsp:cNvSpPr/>
      </dsp:nvSpPr>
      <dsp:spPr>
        <a:xfrm>
          <a:off x="2535302"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Revisión</a:t>
          </a:r>
        </a:p>
      </dsp:txBody>
      <dsp:txXfrm>
        <a:off x="2561853" y="2820823"/>
        <a:ext cx="1374490" cy="853419"/>
      </dsp:txXfrm>
    </dsp:sp>
    <dsp:sp modelId="{566C811B-ECF8-4501-96D9-E246B2E04042}">
      <dsp:nvSpPr>
        <dsp:cNvPr id="0" name=""/>
        <dsp:cNvSpPr/>
      </dsp:nvSpPr>
      <dsp:spPr>
        <a:xfrm>
          <a:off x="5866351"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11F06-58CE-492C-989E-5E01E0D5E83B}">
      <dsp:nvSpPr>
        <dsp:cNvPr id="0" name=""/>
        <dsp:cNvSpPr/>
      </dsp:nvSpPr>
      <dsp:spPr>
        <a:xfrm>
          <a:off x="6024973"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Dinámicas</a:t>
          </a:r>
        </a:p>
      </dsp:txBody>
      <dsp:txXfrm>
        <a:off x="6051524" y="1499110"/>
        <a:ext cx="1374490" cy="853419"/>
      </dsp:txXfrm>
    </dsp:sp>
    <dsp:sp modelId="{4A874F81-89C7-4C90-9EDC-85CC52A43302}">
      <dsp:nvSpPr>
        <dsp:cNvPr id="0" name=""/>
        <dsp:cNvSpPr/>
      </dsp:nvSpPr>
      <dsp:spPr>
        <a:xfrm>
          <a:off x="4121516"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B9F132-A31D-494C-B934-EF1513B7C629}">
      <dsp:nvSpPr>
        <dsp:cNvPr id="0" name=""/>
        <dsp:cNvSpPr/>
      </dsp:nvSpPr>
      <dsp:spPr>
        <a:xfrm>
          <a:off x="428013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Blanca</a:t>
          </a:r>
        </a:p>
      </dsp:txBody>
      <dsp:txXfrm>
        <a:off x="4306688" y="2820823"/>
        <a:ext cx="1374490" cy="853419"/>
      </dsp:txXfrm>
    </dsp:sp>
    <dsp:sp modelId="{94B121C5-16A0-4B91-AFC6-A5DD2A21DC7A}">
      <dsp:nvSpPr>
        <dsp:cNvPr id="0" name=""/>
        <dsp:cNvSpPr/>
      </dsp:nvSpPr>
      <dsp:spPr>
        <a:xfrm>
          <a:off x="586635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9779AE-7549-4A9C-BB50-8BDE24966E5D}">
      <dsp:nvSpPr>
        <dsp:cNvPr id="0" name=""/>
        <dsp:cNvSpPr/>
      </dsp:nvSpPr>
      <dsp:spPr>
        <a:xfrm>
          <a:off x="6024973"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Negra</a:t>
          </a:r>
        </a:p>
      </dsp:txBody>
      <dsp:txXfrm>
        <a:off x="6051524" y="2820823"/>
        <a:ext cx="1374490" cy="853419"/>
      </dsp:txXfrm>
    </dsp:sp>
    <dsp:sp modelId="{43DACF03-C343-4FA3-A062-28C19366EAF3}">
      <dsp:nvSpPr>
        <dsp:cNvPr id="0" name=""/>
        <dsp:cNvSpPr/>
      </dsp:nvSpPr>
      <dsp:spPr>
        <a:xfrm>
          <a:off x="4993934"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56BA7-F26D-4A68-AE29-86AAF5712107}">
      <dsp:nvSpPr>
        <dsp:cNvPr id="0" name=""/>
        <dsp:cNvSpPr/>
      </dsp:nvSpPr>
      <dsp:spPr>
        <a:xfrm>
          <a:off x="5152555"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Funcional</a:t>
          </a:r>
        </a:p>
      </dsp:txBody>
      <dsp:txXfrm>
        <a:off x="5179106" y="4142536"/>
        <a:ext cx="1374490" cy="853419"/>
      </dsp:txXfrm>
    </dsp:sp>
    <dsp:sp modelId="{8FC33AA4-B9CD-4EBE-AE90-8FA4D8D6234C}">
      <dsp:nvSpPr>
        <dsp:cNvPr id="0" name=""/>
        <dsp:cNvSpPr/>
      </dsp:nvSpPr>
      <dsp:spPr>
        <a:xfrm>
          <a:off x="6738769"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7155B-A9E6-4143-A11A-DE646E0B443E}">
      <dsp:nvSpPr>
        <dsp:cNvPr id="0" name=""/>
        <dsp:cNvSpPr/>
      </dsp:nvSpPr>
      <dsp:spPr>
        <a:xfrm>
          <a:off x="6897390"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No funcional</a:t>
          </a:r>
        </a:p>
      </dsp:txBody>
      <dsp:txXfrm>
        <a:off x="6923941" y="4142536"/>
        <a:ext cx="1374490" cy="853419"/>
      </dsp:txXfrm>
    </dsp:sp>
    <dsp:sp modelId="{1D0784BF-A55F-49EB-A4AB-61D1E2E4FDE1}">
      <dsp:nvSpPr>
        <dsp:cNvPr id="0" name=""/>
        <dsp:cNvSpPr/>
      </dsp:nvSpPr>
      <dsp:spPr>
        <a:xfrm>
          <a:off x="7611187"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C2F40-DD25-4B5C-9468-CE244B4E4020}">
      <dsp:nvSpPr>
        <dsp:cNvPr id="0" name=""/>
        <dsp:cNvSpPr/>
      </dsp:nvSpPr>
      <dsp:spPr>
        <a:xfrm>
          <a:off x="7769808"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Basadas en la experiencia</a:t>
          </a:r>
        </a:p>
      </dsp:txBody>
      <dsp:txXfrm>
        <a:off x="7796359" y="2820823"/>
        <a:ext cx="1374490" cy="85341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42927-CEAE-4E2B-909A-01AFFCDF3071}">
      <dsp:nvSpPr>
        <dsp:cNvPr id="0" name=""/>
        <dsp:cNvSpPr/>
      </dsp:nvSpPr>
      <dsp:spPr>
        <a:xfrm>
          <a:off x="6580148" y="2228390"/>
          <a:ext cx="1744835" cy="415191"/>
        </a:xfrm>
        <a:custGeom>
          <a:avLst/>
          <a:gdLst/>
          <a:ahLst/>
          <a:cxnLst/>
          <a:rect l="0" t="0" r="0" b="0"/>
          <a:pathLst>
            <a:path>
              <a:moveTo>
                <a:pt x="0" y="0"/>
              </a:moveTo>
              <a:lnTo>
                <a:pt x="0" y="282940"/>
              </a:lnTo>
              <a:lnTo>
                <a:pt x="1744835" y="282940"/>
              </a:lnTo>
              <a:lnTo>
                <a:pt x="1744835"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A6E46-0045-4C82-ABFE-678E3C7455CD}">
      <dsp:nvSpPr>
        <dsp:cNvPr id="0" name=""/>
        <dsp:cNvSpPr/>
      </dsp:nvSpPr>
      <dsp:spPr>
        <a:xfrm>
          <a:off x="6580148" y="3550103"/>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9809B-66EA-41B9-AACC-ACC696A42E1F}">
      <dsp:nvSpPr>
        <dsp:cNvPr id="0" name=""/>
        <dsp:cNvSpPr/>
      </dsp:nvSpPr>
      <dsp:spPr>
        <a:xfrm>
          <a:off x="5707730" y="3550103"/>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EFDC9D-6DEA-4DE7-A7E4-60ACF7D62EFE}">
      <dsp:nvSpPr>
        <dsp:cNvPr id="0" name=""/>
        <dsp:cNvSpPr/>
      </dsp:nvSpPr>
      <dsp:spPr>
        <a:xfrm>
          <a:off x="6534428" y="2228390"/>
          <a:ext cx="91440" cy="415191"/>
        </a:xfrm>
        <a:custGeom>
          <a:avLst/>
          <a:gdLst/>
          <a:ahLst/>
          <a:cxnLst/>
          <a:rect l="0" t="0" r="0" b="0"/>
          <a:pathLst>
            <a:path>
              <a:moveTo>
                <a:pt x="45720" y="0"/>
              </a:moveTo>
              <a:lnTo>
                <a:pt x="4572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8A18CE-E2CA-480C-B323-2237987DE8B2}">
      <dsp:nvSpPr>
        <dsp:cNvPr id="0" name=""/>
        <dsp:cNvSpPr/>
      </dsp:nvSpPr>
      <dsp:spPr>
        <a:xfrm>
          <a:off x="4835312" y="2228390"/>
          <a:ext cx="1744835" cy="415191"/>
        </a:xfrm>
        <a:custGeom>
          <a:avLst/>
          <a:gdLst/>
          <a:ahLst/>
          <a:cxnLst/>
          <a:rect l="0" t="0" r="0" b="0"/>
          <a:pathLst>
            <a:path>
              <a:moveTo>
                <a:pt x="1744835" y="0"/>
              </a:moveTo>
              <a:lnTo>
                <a:pt x="1744835"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F3FAC5-1912-45A4-81C7-8BD7CD82795D}">
      <dsp:nvSpPr>
        <dsp:cNvPr id="0" name=""/>
        <dsp:cNvSpPr/>
      </dsp:nvSpPr>
      <dsp:spPr>
        <a:xfrm>
          <a:off x="4399103" y="906677"/>
          <a:ext cx="2181044" cy="415191"/>
        </a:xfrm>
        <a:custGeom>
          <a:avLst/>
          <a:gdLst/>
          <a:ahLst/>
          <a:cxnLst/>
          <a:rect l="0" t="0" r="0" b="0"/>
          <a:pathLst>
            <a:path>
              <a:moveTo>
                <a:pt x="0" y="0"/>
              </a:moveTo>
              <a:lnTo>
                <a:pt x="0" y="282940"/>
              </a:lnTo>
              <a:lnTo>
                <a:pt x="2181044" y="282940"/>
              </a:lnTo>
              <a:lnTo>
                <a:pt x="2181044"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5B29F5-173F-4BC0-9991-BB58131471EA}">
      <dsp:nvSpPr>
        <dsp:cNvPr id="0" name=""/>
        <dsp:cNvSpPr/>
      </dsp:nvSpPr>
      <dsp:spPr>
        <a:xfrm>
          <a:off x="2218059" y="2228390"/>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C591A-AD78-4CA0-95B7-D42F2227ED78}">
      <dsp:nvSpPr>
        <dsp:cNvPr id="0" name=""/>
        <dsp:cNvSpPr/>
      </dsp:nvSpPr>
      <dsp:spPr>
        <a:xfrm>
          <a:off x="1345642" y="2228390"/>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72630A-6C88-4A55-9418-17028023D774}">
      <dsp:nvSpPr>
        <dsp:cNvPr id="0" name=""/>
        <dsp:cNvSpPr/>
      </dsp:nvSpPr>
      <dsp:spPr>
        <a:xfrm>
          <a:off x="2218059" y="906677"/>
          <a:ext cx="2181044" cy="415191"/>
        </a:xfrm>
        <a:custGeom>
          <a:avLst/>
          <a:gdLst/>
          <a:ahLst/>
          <a:cxnLst/>
          <a:rect l="0" t="0" r="0" b="0"/>
          <a:pathLst>
            <a:path>
              <a:moveTo>
                <a:pt x="2181044" y="0"/>
              </a:moveTo>
              <a:lnTo>
                <a:pt x="2181044" y="282940"/>
              </a:lnTo>
              <a:lnTo>
                <a:pt x="0" y="282940"/>
              </a:lnTo>
              <a:lnTo>
                <a:pt x="0"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12C03-E89C-4A6E-AF5D-A10072F227AB}">
      <dsp:nvSpPr>
        <dsp:cNvPr id="0" name=""/>
        <dsp:cNvSpPr/>
      </dsp:nvSpPr>
      <dsp:spPr>
        <a:xfrm>
          <a:off x="3685307" y="156"/>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57BEE-AE82-4498-A4AE-4811D240D67F}">
      <dsp:nvSpPr>
        <dsp:cNvPr id="0" name=""/>
        <dsp:cNvSpPr/>
      </dsp:nvSpPr>
      <dsp:spPr>
        <a:xfrm>
          <a:off x="3843929" y="150846"/>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Pruebas</a:t>
          </a:r>
        </a:p>
      </dsp:txBody>
      <dsp:txXfrm>
        <a:off x="3870480" y="177397"/>
        <a:ext cx="1374490" cy="853419"/>
      </dsp:txXfrm>
    </dsp:sp>
    <dsp:sp modelId="{262FC079-CCD5-409C-9366-64E1018AD7A7}">
      <dsp:nvSpPr>
        <dsp:cNvPr id="0" name=""/>
        <dsp:cNvSpPr/>
      </dsp:nvSpPr>
      <dsp:spPr>
        <a:xfrm>
          <a:off x="1504263"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F80DC-559A-4DD8-AB98-DF721F8BD335}">
      <dsp:nvSpPr>
        <dsp:cNvPr id="0" name=""/>
        <dsp:cNvSpPr/>
      </dsp:nvSpPr>
      <dsp:spPr>
        <a:xfrm>
          <a:off x="1662884"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Estáticas</a:t>
          </a:r>
        </a:p>
      </dsp:txBody>
      <dsp:txXfrm>
        <a:off x="1689435" y="1499110"/>
        <a:ext cx="1374490" cy="853419"/>
      </dsp:txXfrm>
    </dsp:sp>
    <dsp:sp modelId="{956C5A52-8CC3-4A58-8733-3ADBD9B4809F}">
      <dsp:nvSpPr>
        <dsp:cNvPr id="0" name=""/>
        <dsp:cNvSpPr/>
      </dsp:nvSpPr>
      <dsp:spPr>
        <a:xfrm>
          <a:off x="631845"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7F261-E4F8-434F-8F56-14E20BD91820}">
      <dsp:nvSpPr>
        <dsp:cNvPr id="0" name=""/>
        <dsp:cNvSpPr/>
      </dsp:nvSpPr>
      <dsp:spPr>
        <a:xfrm>
          <a:off x="79046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Análisis estático</a:t>
          </a:r>
        </a:p>
      </dsp:txBody>
      <dsp:txXfrm>
        <a:off x="817018" y="2820823"/>
        <a:ext cx="1374490" cy="853419"/>
      </dsp:txXfrm>
    </dsp:sp>
    <dsp:sp modelId="{4A79A66E-7C56-4977-9062-CE64CB0FB1EA}">
      <dsp:nvSpPr>
        <dsp:cNvPr id="0" name=""/>
        <dsp:cNvSpPr/>
      </dsp:nvSpPr>
      <dsp:spPr>
        <a:xfrm>
          <a:off x="237668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24FBC-81D6-42E7-8DA4-4EFFEA1D8E04}">
      <dsp:nvSpPr>
        <dsp:cNvPr id="0" name=""/>
        <dsp:cNvSpPr/>
      </dsp:nvSpPr>
      <dsp:spPr>
        <a:xfrm>
          <a:off x="2535302"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Revisión</a:t>
          </a:r>
        </a:p>
      </dsp:txBody>
      <dsp:txXfrm>
        <a:off x="2561853" y="2820823"/>
        <a:ext cx="1374490" cy="853419"/>
      </dsp:txXfrm>
    </dsp:sp>
    <dsp:sp modelId="{566C811B-ECF8-4501-96D9-E246B2E04042}">
      <dsp:nvSpPr>
        <dsp:cNvPr id="0" name=""/>
        <dsp:cNvSpPr/>
      </dsp:nvSpPr>
      <dsp:spPr>
        <a:xfrm>
          <a:off x="5866351"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11F06-58CE-492C-989E-5E01E0D5E83B}">
      <dsp:nvSpPr>
        <dsp:cNvPr id="0" name=""/>
        <dsp:cNvSpPr/>
      </dsp:nvSpPr>
      <dsp:spPr>
        <a:xfrm>
          <a:off x="6024973"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Dinámicas</a:t>
          </a:r>
        </a:p>
      </dsp:txBody>
      <dsp:txXfrm>
        <a:off x="6051524" y="1499110"/>
        <a:ext cx="1374490" cy="853419"/>
      </dsp:txXfrm>
    </dsp:sp>
    <dsp:sp modelId="{4A874F81-89C7-4C90-9EDC-85CC52A43302}">
      <dsp:nvSpPr>
        <dsp:cNvPr id="0" name=""/>
        <dsp:cNvSpPr/>
      </dsp:nvSpPr>
      <dsp:spPr>
        <a:xfrm>
          <a:off x="4121516"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B9F132-A31D-494C-B934-EF1513B7C629}">
      <dsp:nvSpPr>
        <dsp:cNvPr id="0" name=""/>
        <dsp:cNvSpPr/>
      </dsp:nvSpPr>
      <dsp:spPr>
        <a:xfrm>
          <a:off x="428013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Blanca</a:t>
          </a:r>
        </a:p>
      </dsp:txBody>
      <dsp:txXfrm>
        <a:off x="4306688" y="2820823"/>
        <a:ext cx="1374490" cy="853419"/>
      </dsp:txXfrm>
    </dsp:sp>
    <dsp:sp modelId="{94B121C5-16A0-4B91-AFC6-A5DD2A21DC7A}">
      <dsp:nvSpPr>
        <dsp:cNvPr id="0" name=""/>
        <dsp:cNvSpPr/>
      </dsp:nvSpPr>
      <dsp:spPr>
        <a:xfrm>
          <a:off x="586635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9779AE-7549-4A9C-BB50-8BDE24966E5D}">
      <dsp:nvSpPr>
        <dsp:cNvPr id="0" name=""/>
        <dsp:cNvSpPr/>
      </dsp:nvSpPr>
      <dsp:spPr>
        <a:xfrm>
          <a:off x="6024973"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Negra</a:t>
          </a:r>
        </a:p>
      </dsp:txBody>
      <dsp:txXfrm>
        <a:off x="6051524" y="2820823"/>
        <a:ext cx="1374490" cy="853419"/>
      </dsp:txXfrm>
    </dsp:sp>
    <dsp:sp modelId="{43DACF03-C343-4FA3-A062-28C19366EAF3}">
      <dsp:nvSpPr>
        <dsp:cNvPr id="0" name=""/>
        <dsp:cNvSpPr/>
      </dsp:nvSpPr>
      <dsp:spPr>
        <a:xfrm>
          <a:off x="4993934"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56BA7-F26D-4A68-AE29-86AAF5712107}">
      <dsp:nvSpPr>
        <dsp:cNvPr id="0" name=""/>
        <dsp:cNvSpPr/>
      </dsp:nvSpPr>
      <dsp:spPr>
        <a:xfrm>
          <a:off x="5152555"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Funcional</a:t>
          </a:r>
        </a:p>
      </dsp:txBody>
      <dsp:txXfrm>
        <a:off x="5179106" y="4142536"/>
        <a:ext cx="1374490" cy="853419"/>
      </dsp:txXfrm>
    </dsp:sp>
    <dsp:sp modelId="{8FC33AA4-B9CD-4EBE-AE90-8FA4D8D6234C}">
      <dsp:nvSpPr>
        <dsp:cNvPr id="0" name=""/>
        <dsp:cNvSpPr/>
      </dsp:nvSpPr>
      <dsp:spPr>
        <a:xfrm>
          <a:off x="6738769"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7155B-A9E6-4143-A11A-DE646E0B443E}">
      <dsp:nvSpPr>
        <dsp:cNvPr id="0" name=""/>
        <dsp:cNvSpPr/>
      </dsp:nvSpPr>
      <dsp:spPr>
        <a:xfrm>
          <a:off x="6897390"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No funcional</a:t>
          </a:r>
        </a:p>
      </dsp:txBody>
      <dsp:txXfrm>
        <a:off x="6923941" y="4142536"/>
        <a:ext cx="1374490" cy="853419"/>
      </dsp:txXfrm>
    </dsp:sp>
    <dsp:sp modelId="{1D0784BF-A55F-49EB-A4AB-61D1E2E4FDE1}">
      <dsp:nvSpPr>
        <dsp:cNvPr id="0" name=""/>
        <dsp:cNvSpPr/>
      </dsp:nvSpPr>
      <dsp:spPr>
        <a:xfrm>
          <a:off x="7611187"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C2F40-DD25-4B5C-9468-CE244B4E4020}">
      <dsp:nvSpPr>
        <dsp:cNvPr id="0" name=""/>
        <dsp:cNvSpPr/>
      </dsp:nvSpPr>
      <dsp:spPr>
        <a:xfrm>
          <a:off x="7769808"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Basadas en la experiencia</a:t>
          </a:r>
        </a:p>
      </dsp:txBody>
      <dsp:txXfrm>
        <a:off x="7796359" y="2820823"/>
        <a:ext cx="1374490" cy="85341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42927-CEAE-4E2B-909A-01AFFCDF3071}">
      <dsp:nvSpPr>
        <dsp:cNvPr id="0" name=""/>
        <dsp:cNvSpPr/>
      </dsp:nvSpPr>
      <dsp:spPr>
        <a:xfrm>
          <a:off x="6580148" y="2228390"/>
          <a:ext cx="1744835" cy="415191"/>
        </a:xfrm>
        <a:custGeom>
          <a:avLst/>
          <a:gdLst/>
          <a:ahLst/>
          <a:cxnLst/>
          <a:rect l="0" t="0" r="0" b="0"/>
          <a:pathLst>
            <a:path>
              <a:moveTo>
                <a:pt x="0" y="0"/>
              </a:moveTo>
              <a:lnTo>
                <a:pt x="0" y="282940"/>
              </a:lnTo>
              <a:lnTo>
                <a:pt x="1744835" y="282940"/>
              </a:lnTo>
              <a:lnTo>
                <a:pt x="1744835"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A6E46-0045-4C82-ABFE-678E3C7455CD}">
      <dsp:nvSpPr>
        <dsp:cNvPr id="0" name=""/>
        <dsp:cNvSpPr/>
      </dsp:nvSpPr>
      <dsp:spPr>
        <a:xfrm>
          <a:off x="6580148" y="3550103"/>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9809B-66EA-41B9-AACC-ACC696A42E1F}">
      <dsp:nvSpPr>
        <dsp:cNvPr id="0" name=""/>
        <dsp:cNvSpPr/>
      </dsp:nvSpPr>
      <dsp:spPr>
        <a:xfrm>
          <a:off x="5707730" y="3550103"/>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EFDC9D-6DEA-4DE7-A7E4-60ACF7D62EFE}">
      <dsp:nvSpPr>
        <dsp:cNvPr id="0" name=""/>
        <dsp:cNvSpPr/>
      </dsp:nvSpPr>
      <dsp:spPr>
        <a:xfrm>
          <a:off x="6534428" y="2228390"/>
          <a:ext cx="91440" cy="415191"/>
        </a:xfrm>
        <a:custGeom>
          <a:avLst/>
          <a:gdLst/>
          <a:ahLst/>
          <a:cxnLst/>
          <a:rect l="0" t="0" r="0" b="0"/>
          <a:pathLst>
            <a:path>
              <a:moveTo>
                <a:pt x="45720" y="0"/>
              </a:moveTo>
              <a:lnTo>
                <a:pt x="4572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8A18CE-E2CA-480C-B323-2237987DE8B2}">
      <dsp:nvSpPr>
        <dsp:cNvPr id="0" name=""/>
        <dsp:cNvSpPr/>
      </dsp:nvSpPr>
      <dsp:spPr>
        <a:xfrm>
          <a:off x="4835312" y="2228390"/>
          <a:ext cx="1744835" cy="415191"/>
        </a:xfrm>
        <a:custGeom>
          <a:avLst/>
          <a:gdLst/>
          <a:ahLst/>
          <a:cxnLst/>
          <a:rect l="0" t="0" r="0" b="0"/>
          <a:pathLst>
            <a:path>
              <a:moveTo>
                <a:pt x="1744835" y="0"/>
              </a:moveTo>
              <a:lnTo>
                <a:pt x="1744835"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F3FAC5-1912-45A4-81C7-8BD7CD82795D}">
      <dsp:nvSpPr>
        <dsp:cNvPr id="0" name=""/>
        <dsp:cNvSpPr/>
      </dsp:nvSpPr>
      <dsp:spPr>
        <a:xfrm>
          <a:off x="4399103" y="906677"/>
          <a:ext cx="2181044" cy="415191"/>
        </a:xfrm>
        <a:custGeom>
          <a:avLst/>
          <a:gdLst/>
          <a:ahLst/>
          <a:cxnLst/>
          <a:rect l="0" t="0" r="0" b="0"/>
          <a:pathLst>
            <a:path>
              <a:moveTo>
                <a:pt x="0" y="0"/>
              </a:moveTo>
              <a:lnTo>
                <a:pt x="0" y="282940"/>
              </a:lnTo>
              <a:lnTo>
                <a:pt x="2181044" y="282940"/>
              </a:lnTo>
              <a:lnTo>
                <a:pt x="2181044"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5B29F5-173F-4BC0-9991-BB58131471EA}">
      <dsp:nvSpPr>
        <dsp:cNvPr id="0" name=""/>
        <dsp:cNvSpPr/>
      </dsp:nvSpPr>
      <dsp:spPr>
        <a:xfrm>
          <a:off x="2218059" y="2228390"/>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C591A-AD78-4CA0-95B7-D42F2227ED78}">
      <dsp:nvSpPr>
        <dsp:cNvPr id="0" name=""/>
        <dsp:cNvSpPr/>
      </dsp:nvSpPr>
      <dsp:spPr>
        <a:xfrm>
          <a:off x="1345642" y="2228390"/>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72630A-6C88-4A55-9418-17028023D774}">
      <dsp:nvSpPr>
        <dsp:cNvPr id="0" name=""/>
        <dsp:cNvSpPr/>
      </dsp:nvSpPr>
      <dsp:spPr>
        <a:xfrm>
          <a:off x="2218059" y="906677"/>
          <a:ext cx="2181044" cy="415191"/>
        </a:xfrm>
        <a:custGeom>
          <a:avLst/>
          <a:gdLst/>
          <a:ahLst/>
          <a:cxnLst/>
          <a:rect l="0" t="0" r="0" b="0"/>
          <a:pathLst>
            <a:path>
              <a:moveTo>
                <a:pt x="2181044" y="0"/>
              </a:moveTo>
              <a:lnTo>
                <a:pt x="2181044" y="282940"/>
              </a:lnTo>
              <a:lnTo>
                <a:pt x="0" y="282940"/>
              </a:lnTo>
              <a:lnTo>
                <a:pt x="0"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12C03-E89C-4A6E-AF5D-A10072F227AB}">
      <dsp:nvSpPr>
        <dsp:cNvPr id="0" name=""/>
        <dsp:cNvSpPr/>
      </dsp:nvSpPr>
      <dsp:spPr>
        <a:xfrm>
          <a:off x="3685307" y="156"/>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57BEE-AE82-4498-A4AE-4811D240D67F}">
      <dsp:nvSpPr>
        <dsp:cNvPr id="0" name=""/>
        <dsp:cNvSpPr/>
      </dsp:nvSpPr>
      <dsp:spPr>
        <a:xfrm>
          <a:off x="3843929" y="150846"/>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Pruebas</a:t>
          </a:r>
        </a:p>
      </dsp:txBody>
      <dsp:txXfrm>
        <a:off x="3870480" y="177397"/>
        <a:ext cx="1374490" cy="853419"/>
      </dsp:txXfrm>
    </dsp:sp>
    <dsp:sp modelId="{262FC079-CCD5-409C-9366-64E1018AD7A7}">
      <dsp:nvSpPr>
        <dsp:cNvPr id="0" name=""/>
        <dsp:cNvSpPr/>
      </dsp:nvSpPr>
      <dsp:spPr>
        <a:xfrm>
          <a:off x="1504263"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F80DC-559A-4DD8-AB98-DF721F8BD335}">
      <dsp:nvSpPr>
        <dsp:cNvPr id="0" name=""/>
        <dsp:cNvSpPr/>
      </dsp:nvSpPr>
      <dsp:spPr>
        <a:xfrm>
          <a:off x="1662884" y="1472559"/>
          <a:ext cx="1427592" cy="906521"/>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Estáticas</a:t>
          </a:r>
        </a:p>
      </dsp:txBody>
      <dsp:txXfrm>
        <a:off x="1689435" y="1499110"/>
        <a:ext cx="1374490" cy="853419"/>
      </dsp:txXfrm>
    </dsp:sp>
    <dsp:sp modelId="{956C5A52-8CC3-4A58-8733-3ADBD9B4809F}">
      <dsp:nvSpPr>
        <dsp:cNvPr id="0" name=""/>
        <dsp:cNvSpPr/>
      </dsp:nvSpPr>
      <dsp:spPr>
        <a:xfrm>
          <a:off x="631845"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7F261-E4F8-434F-8F56-14E20BD91820}">
      <dsp:nvSpPr>
        <dsp:cNvPr id="0" name=""/>
        <dsp:cNvSpPr/>
      </dsp:nvSpPr>
      <dsp:spPr>
        <a:xfrm>
          <a:off x="79046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Análisis estático</a:t>
          </a:r>
        </a:p>
      </dsp:txBody>
      <dsp:txXfrm>
        <a:off x="817018" y="2820823"/>
        <a:ext cx="1374490" cy="853419"/>
      </dsp:txXfrm>
    </dsp:sp>
    <dsp:sp modelId="{4A79A66E-7C56-4977-9062-CE64CB0FB1EA}">
      <dsp:nvSpPr>
        <dsp:cNvPr id="0" name=""/>
        <dsp:cNvSpPr/>
      </dsp:nvSpPr>
      <dsp:spPr>
        <a:xfrm>
          <a:off x="237668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24FBC-81D6-42E7-8DA4-4EFFEA1D8E04}">
      <dsp:nvSpPr>
        <dsp:cNvPr id="0" name=""/>
        <dsp:cNvSpPr/>
      </dsp:nvSpPr>
      <dsp:spPr>
        <a:xfrm>
          <a:off x="2535302"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Revisión</a:t>
          </a:r>
        </a:p>
      </dsp:txBody>
      <dsp:txXfrm>
        <a:off x="2561853" y="2820823"/>
        <a:ext cx="1374490" cy="853419"/>
      </dsp:txXfrm>
    </dsp:sp>
    <dsp:sp modelId="{566C811B-ECF8-4501-96D9-E246B2E04042}">
      <dsp:nvSpPr>
        <dsp:cNvPr id="0" name=""/>
        <dsp:cNvSpPr/>
      </dsp:nvSpPr>
      <dsp:spPr>
        <a:xfrm>
          <a:off x="5866351"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11F06-58CE-492C-989E-5E01E0D5E83B}">
      <dsp:nvSpPr>
        <dsp:cNvPr id="0" name=""/>
        <dsp:cNvSpPr/>
      </dsp:nvSpPr>
      <dsp:spPr>
        <a:xfrm>
          <a:off x="6024973"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Dinámicas</a:t>
          </a:r>
        </a:p>
      </dsp:txBody>
      <dsp:txXfrm>
        <a:off x="6051524" y="1499110"/>
        <a:ext cx="1374490" cy="853419"/>
      </dsp:txXfrm>
    </dsp:sp>
    <dsp:sp modelId="{4A874F81-89C7-4C90-9EDC-85CC52A43302}">
      <dsp:nvSpPr>
        <dsp:cNvPr id="0" name=""/>
        <dsp:cNvSpPr/>
      </dsp:nvSpPr>
      <dsp:spPr>
        <a:xfrm>
          <a:off x="4121516"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B9F132-A31D-494C-B934-EF1513B7C629}">
      <dsp:nvSpPr>
        <dsp:cNvPr id="0" name=""/>
        <dsp:cNvSpPr/>
      </dsp:nvSpPr>
      <dsp:spPr>
        <a:xfrm>
          <a:off x="428013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Blanca</a:t>
          </a:r>
        </a:p>
      </dsp:txBody>
      <dsp:txXfrm>
        <a:off x="4306688" y="2820823"/>
        <a:ext cx="1374490" cy="853419"/>
      </dsp:txXfrm>
    </dsp:sp>
    <dsp:sp modelId="{94B121C5-16A0-4B91-AFC6-A5DD2A21DC7A}">
      <dsp:nvSpPr>
        <dsp:cNvPr id="0" name=""/>
        <dsp:cNvSpPr/>
      </dsp:nvSpPr>
      <dsp:spPr>
        <a:xfrm>
          <a:off x="586635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9779AE-7549-4A9C-BB50-8BDE24966E5D}">
      <dsp:nvSpPr>
        <dsp:cNvPr id="0" name=""/>
        <dsp:cNvSpPr/>
      </dsp:nvSpPr>
      <dsp:spPr>
        <a:xfrm>
          <a:off x="6024973"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Negra</a:t>
          </a:r>
        </a:p>
      </dsp:txBody>
      <dsp:txXfrm>
        <a:off x="6051524" y="2820823"/>
        <a:ext cx="1374490" cy="853419"/>
      </dsp:txXfrm>
    </dsp:sp>
    <dsp:sp modelId="{43DACF03-C343-4FA3-A062-28C19366EAF3}">
      <dsp:nvSpPr>
        <dsp:cNvPr id="0" name=""/>
        <dsp:cNvSpPr/>
      </dsp:nvSpPr>
      <dsp:spPr>
        <a:xfrm>
          <a:off x="4993934"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56BA7-F26D-4A68-AE29-86AAF5712107}">
      <dsp:nvSpPr>
        <dsp:cNvPr id="0" name=""/>
        <dsp:cNvSpPr/>
      </dsp:nvSpPr>
      <dsp:spPr>
        <a:xfrm>
          <a:off x="5152555"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Funcional</a:t>
          </a:r>
        </a:p>
      </dsp:txBody>
      <dsp:txXfrm>
        <a:off x="5179106" y="4142536"/>
        <a:ext cx="1374490" cy="853419"/>
      </dsp:txXfrm>
    </dsp:sp>
    <dsp:sp modelId="{8FC33AA4-B9CD-4EBE-AE90-8FA4D8D6234C}">
      <dsp:nvSpPr>
        <dsp:cNvPr id="0" name=""/>
        <dsp:cNvSpPr/>
      </dsp:nvSpPr>
      <dsp:spPr>
        <a:xfrm>
          <a:off x="6738769"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7155B-A9E6-4143-A11A-DE646E0B443E}">
      <dsp:nvSpPr>
        <dsp:cNvPr id="0" name=""/>
        <dsp:cNvSpPr/>
      </dsp:nvSpPr>
      <dsp:spPr>
        <a:xfrm>
          <a:off x="6897390"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No funcional</a:t>
          </a:r>
        </a:p>
      </dsp:txBody>
      <dsp:txXfrm>
        <a:off x="6923941" y="4142536"/>
        <a:ext cx="1374490" cy="853419"/>
      </dsp:txXfrm>
    </dsp:sp>
    <dsp:sp modelId="{1D0784BF-A55F-49EB-A4AB-61D1E2E4FDE1}">
      <dsp:nvSpPr>
        <dsp:cNvPr id="0" name=""/>
        <dsp:cNvSpPr/>
      </dsp:nvSpPr>
      <dsp:spPr>
        <a:xfrm>
          <a:off x="7611187"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C2F40-DD25-4B5C-9468-CE244B4E4020}">
      <dsp:nvSpPr>
        <dsp:cNvPr id="0" name=""/>
        <dsp:cNvSpPr/>
      </dsp:nvSpPr>
      <dsp:spPr>
        <a:xfrm>
          <a:off x="7769808"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Basadas en la experiencia</a:t>
          </a:r>
        </a:p>
      </dsp:txBody>
      <dsp:txXfrm>
        <a:off x="7796359" y="2820823"/>
        <a:ext cx="1374490" cy="853419"/>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69A49D-192A-4817-B30A-9B2B74B25FE1}">
      <dsp:nvSpPr>
        <dsp:cNvPr id="0" name=""/>
        <dsp:cNvSpPr/>
      </dsp:nvSpPr>
      <dsp:spPr>
        <a:xfrm>
          <a:off x="0" y="2659"/>
          <a:ext cx="10515600" cy="120580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771A8B-C868-4BD2-8336-8A787FEC5F77}">
      <dsp:nvSpPr>
        <dsp:cNvPr id="0" name=""/>
        <dsp:cNvSpPr/>
      </dsp:nvSpPr>
      <dsp:spPr>
        <a:xfrm>
          <a:off x="364756" y="273965"/>
          <a:ext cx="663841" cy="663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A0B959-19C2-47DA-9062-98A98BD32DA0}">
      <dsp:nvSpPr>
        <dsp:cNvPr id="0" name=""/>
        <dsp:cNvSpPr/>
      </dsp:nvSpPr>
      <dsp:spPr>
        <a:xfrm>
          <a:off x="1393354" y="2659"/>
          <a:ext cx="9100787" cy="124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602" tIns="131602" rIns="131602" bIns="131602" numCol="1" spcCol="1270" anchor="ctr" anchorCtr="0">
          <a:noAutofit/>
        </a:bodyPr>
        <a:lstStyle/>
        <a:p>
          <a:pPr marL="0" lvl="0" indent="0" algn="l" defTabSz="1066800">
            <a:lnSpc>
              <a:spcPct val="90000"/>
            </a:lnSpc>
            <a:spcBef>
              <a:spcPct val="0"/>
            </a:spcBef>
            <a:spcAft>
              <a:spcPct val="35000"/>
            </a:spcAft>
            <a:buNone/>
          </a:pPr>
          <a:r>
            <a:rPr lang="es-CR" sz="2400" kern="1200" dirty="0"/>
            <a:t>Las técnicas estáticas permiten encontrar las causas de los defectos.</a:t>
          </a:r>
          <a:endParaRPr lang="en-US" sz="2400" kern="1200" dirty="0"/>
        </a:p>
      </dsp:txBody>
      <dsp:txXfrm>
        <a:off x="1393354" y="2659"/>
        <a:ext cx="9100787" cy="1243487"/>
      </dsp:txXfrm>
    </dsp:sp>
    <dsp:sp modelId="{8B8778FB-2489-4717-A48A-E5D95AE91EA0}">
      <dsp:nvSpPr>
        <dsp:cNvPr id="0" name=""/>
        <dsp:cNvSpPr/>
      </dsp:nvSpPr>
      <dsp:spPr>
        <a:xfrm>
          <a:off x="0" y="1557018"/>
          <a:ext cx="10515600" cy="120580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711C9B-F17D-4D64-94FC-AB87C1DCEBCA}">
      <dsp:nvSpPr>
        <dsp:cNvPr id="0" name=""/>
        <dsp:cNvSpPr/>
      </dsp:nvSpPr>
      <dsp:spPr>
        <a:xfrm>
          <a:off x="364756" y="1828324"/>
          <a:ext cx="663841" cy="663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F7E15C8-BD66-482B-B01B-AFBD5D299506}">
      <dsp:nvSpPr>
        <dsp:cNvPr id="0" name=""/>
        <dsp:cNvSpPr/>
      </dsp:nvSpPr>
      <dsp:spPr>
        <a:xfrm>
          <a:off x="1393354" y="1557018"/>
          <a:ext cx="9100787" cy="124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602" tIns="131602" rIns="131602" bIns="131602" numCol="1" spcCol="1270" anchor="ctr" anchorCtr="0">
          <a:noAutofit/>
        </a:bodyPr>
        <a:lstStyle/>
        <a:p>
          <a:pPr marL="0" lvl="0" indent="0" algn="l" defTabSz="1066800">
            <a:lnSpc>
              <a:spcPct val="90000"/>
            </a:lnSpc>
            <a:spcBef>
              <a:spcPct val="0"/>
            </a:spcBef>
            <a:spcAft>
              <a:spcPct val="35000"/>
            </a:spcAft>
            <a:buNone/>
          </a:pPr>
          <a:r>
            <a:rPr lang="es-CR" sz="2400" kern="1200" dirty="0"/>
            <a:t>El objetivo fundamental es mejorar la calidad de los productos software, ayudando a los ingenieros a reconocer y arreglar sus propios defectos en etapas tempranas del proceso de desarrollo. </a:t>
          </a:r>
          <a:endParaRPr lang="en-US" sz="2400" kern="1200" dirty="0"/>
        </a:p>
      </dsp:txBody>
      <dsp:txXfrm>
        <a:off x="1393354" y="1557018"/>
        <a:ext cx="9100787" cy="1243487"/>
      </dsp:txXfrm>
    </dsp:sp>
    <dsp:sp modelId="{11FCC367-9A10-4C22-9D86-1872B745E3C9}">
      <dsp:nvSpPr>
        <dsp:cNvPr id="0" name=""/>
        <dsp:cNvSpPr/>
      </dsp:nvSpPr>
      <dsp:spPr>
        <a:xfrm>
          <a:off x="0" y="3111377"/>
          <a:ext cx="10515600" cy="120580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1B9DD7-0E71-4267-85DD-CCF6D55D9937}">
      <dsp:nvSpPr>
        <dsp:cNvPr id="0" name=""/>
        <dsp:cNvSpPr/>
      </dsp:nvSpPr>
      <dsp:spPr>
        <a:xfrm>
          <a:off x="364756" y="3382683"/>
          <a:ext cx="663841" cy="6631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A5B142-CFEC-437E-A8BA-599262BC2DE8}">
      <dsp:nvSpPr>
        <dsp:cNvPr id="0" name=""/>
        <dsp:cNvSpPr/>
      </dsp:nvSpPr>
      <dsp:spPr>
        <a:xfrm>
          <a:off x="1393354" y="3111377"/>
          <a:ext cx="9100787" cy="12434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602" tIns="131602" rIns="131602" bIns="131602" numCol="1" spcCol="1270" anchor="ctr" anchorCtr="0">
          <a:noAutofit/>
        </a:bodyPr>
        <a:lstStyle/>
        <a:p>
          <a:pPr marL="0" lvl="0" indent="0" algn="l" defTabSz="1066800">
            <a:lnSpc>
              <a:spcPct val="90000"/>
            </a:lnSpc>
            <a:spcBef>
              <a:spcPct val="0"/>
            </a:spcBef>
            <a:spcAft>
              <a:spcPct val="35000"/>
            </a:spcAft>
            <a:buNone/>
          </a:pPr>
          <a:r>
            <a:rPr lang="es-CR" sz="2400" kern="1200" dirty="0"/>
            <a:t>Estas pruebas, son las primeras que se aplican al software y buscan defectos sin ejecutar código.</a:t>
          </a:r>
          <a:endParaRPr lang="en-US" sz="2400" kern="1200" dirty="0"/>
        </a:p>
      </dsp:txBody>
      <dsp:txXfrm>
        <a:off x="1393354" y="3111377"/>
        <a:ext cx="9100787" cy="124348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ABE8A1-A1FF-443A-8E71-370BE2430FB4}">
      <dsp:nvSpPr>
        <dsp:cNvPr id="0" name=""/>
        <dsp:cNvSpPr/>
      </dsp:nvSpPr>
      <dsp:spPr>
        <a:xfrm>
          <a:off x="568070" y="140781"/>
          <a:ext cx="611296" cy="611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3356C2-62A6-49A3-905A-8AC603C3D8C5}">
      <dsp:nvSpPr>
        <dsp:cNvPr id="0" name=""/>
        <dsp:cNvSpPr/>
      </dsp:nvSpPr>
      <dsp:spPr>
        <a:xfrm>
          <a:off x="437" y="1012506"/>
          <a:ext cx="1746562" cy="311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89000">
            <a:lnSpc>
              <a:spcPct val="100000"/>
            </a:lnSpc>
            <a:spcBef>
              <a:spcPct val="0"/>
            </a:spcBef>
            <a:spcAft>
              <a:spcPct val="35000"/>
            </a:spcAft>
            <a:buNone/>
            <a:defRPr b="1"/>
          </a:pPr>
          <a:r>
            <a:rPr lang="es-CR" sz="2000" kern="1200" dirty="0"/>
            <a:t>Informal</a:t>
          </a:r>
        </a:p>
      </dsp:txBody>
      <dsp:txXfrm>
        <a:off x="437" y="1012506"/>
        <a:ext cx="1746562" cy="311106"/>
      </dsp:txXfrm>
    </dsp:sp>
    <dsp:sp modelId="{E3FAD7BD-FFC3-4905-878B-6934ED86897E}">
      <dsp:nvSpPr>
        <dsp:cNvPr id="0" name=""/>
        <dsp:cNvSpPr/>
      </dsp:nvSpPr>
      <dsp:spPr>
        <a:xfrm>
          <a:off x="437" y="1444743"/>
          <a:ext cx="1746562" cy="4752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100000"/>
            </a:lnSpc>
            <a:spcBef>
              <a:spcPct val="0"/>
            </a:spcBef>
            <a:spcAft>
              <a:spcPct val="35000"/>
            </a:spcAft>
            <a:buNone/>
          </a:pPr>
          <a:r>
            <a:rPr lang="es-CR" sz="1200" kern="1200"/>
            <a:t>Ejemplo</a:t>
          </a:r>
        </a:p>
        <a:p>
          <a:pPr marL="114300" lvl="1" indent="-114300" algn="just" defTabSz="533400">
            <a:lnSpc>
              <a:spcPct val="90000"/>
            </a:lnSpc>
            <a:spcBef>
              <a:spcPct val="0"/>
            </a:spcBef>
            <a:spcAft>
              <a:spcPct val="15000"/>
            </a:spcAft>
            <a:buChar char="•"/>
          </a:pPr>
          <a:r>
            <a:rPr lang="es-CR" sz="1200" kern="1200" dirty="0"/>
            <a:t>Dar un borrador de un documento a un colega para que lo lea</a:t>
          </a:r>
        </a:p>
      </dsp:txBody>
      <dsp:txXfrm>
        <a:off x="437" y="1444743"/>
        <a:ext cx="1746562" cy="4752524"/>
      </dsp:txXfrm>
    </dsp:sp>
    <dsp:sp modelId="{5E4AE6FF-D73E-4EC7-B323-43C84728296C}">
      <dsp:nvSpPr>
        <dsp:cNvPr id="0" name=""/>
        <dsp:cNvSpPr/>
      </dsp:nvSpPr>
      <dsp:spPr>
        <a:xfrm>
          <a:off x="2620281" y="140781"/>
          <a:ext cx="611296" cy="611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967A1D-C312-4842-9510-FB0F1BC33C9C}">
      <dsp:nvSpPr>
        <dsp:cNvPr id="0" name=""/>
        <dsp:cNvSpPr/>
      </dsp:nvSpPr>
      <dsp:spPr>
        <a:xfrm>
          <a:off x="2052648" y="1012506"/>
          <a:ext cx="1746562" cy="311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89000">
            <a:lnSpc>
              <a:spcPct val="100000"/>
            </a:lnSpc>
            <a:spcBef>
              <a:spcPct val="0"/>
            </a:spcBef>
            <a:spcAft>
              <a:spcPct val="35000"/>
            </a:spcAft>
            <a:buNone/>
            <a:defRPr b="1"/>
          </a:pPr>
          <a:r>
            <a:rPr lang="es-CR" sz="2000" kern="1200"/>
            <a:t>Walkthrough</a:t>
          </a:r>
        </a:p>
      </dsp:txBody>
      <dsp:txXfrm>
        <a:off x="2052648" y="1012506"/>
        <a:ext cx="1746562" cy="311106"/>
      </dsp:txXfrm>
    </dsp:sp>
    <dsp:sp modelId="{F8CA6E66-464F-4D67-8F3A-A69F11BFDA07}">
      <dsp:nvSpPr>
        <dsp:cNvPr id="0" name=""/>
        <dsp:cNvSpPr/>
      </dsp:nvSpPr>
      <dsp:spPr>
        <a:xfrm>
          <a:off x="2052648" y="1444743"/>
          <a:ext cx="1746562" cy="4752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100000"/>
            </a:lnSpc>
            <a:spcBef>
              <a:spcPct val="0"/>
            </a:spcBef>
            <a:spcAft>
              <a:spcPct val="35000"/>
            </a:spcAft>
            <a:buNone/>
          </a:pPr>
          <a:r>
            <a:rPr lang="es-CR" sz="1200" kern="1200" dirty="0"/>
            <a:t>El autor del documento bajo revisión va guiando al resto de participantes a través del documento exponiendo sus ideas para conseguir un entendimiento común y recoger respuestas.</a:t>
          </a:r>
        </a:p>
        <a:p>
          <a:pPr marL="0" lvl="0" indent="0" algn="just" defTabSz="533400">
            <a:lnSpc>
              <a:spcPct val="100000"/>
            </a:lnSpc>
            <a:spcBef>
              <a:spcPct val="0"/>
            </a:spcBef>
            <a:spcAft>
              <a:spcPct val="35000"/>
            </a:spcAft>
            <a:buNone/>
          </a:pPr>
          <a:r>
            <a:rPr lang="es-CR" sz="1200" kern="1200"/>
            <a:t>Es especialmente útil si los asistentes no están relacionados con el software</a:t>
          </a:r>
        </a:p>
      </dsp:txBody>
      <dsp:txXfrm>
        <a:off x="2052648" y="1444743"/>
        <a:ext cx="1746562" cy="4752524"/>
      </dsp:txXfrm>
    </dsp:sp>
    <dsp:sp modelId="{43E78081-158A-4015-A920-0BA91E380560}">
      <dsp:nvSpPr>
        <dsp:cNvPr id="0" name=""/>
        <dsp:cNvSpPr/>
      </dsp:nvSpPr>
      <dsp:spPr>
        <a:xfrm>
          <a:off x="4672492" y="140781"/>
          <a:ext cx="611296" cy="611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3284AD6-9063-4428-A9C7-A5C5B0FC1EF6}">
      <dsp:nvSpPr>
        <dsp:cNvPr id="0" name=""/>
        <dsp:cNvSpPr/>
      </dsp:nvSpPr>
      <dsp:spPr>
        <a:xfrm>
          <a:off x="4104859" y="1012506"/>
          <a:ext cx="1746562" cy="311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89000">
            <a:lnSpc>
              <a:spcPct val="100000"/>
            </a:lnSpc>
            <a:spcBef>
              <a:spcPct val="0"/>
            </a:spcBef>
            <a:spcAft>
              <a:spcPct val="35000"/>
            </a:spcAft>
            <a:buNone/>
            <a:defRPr b="1"/>
          </a:pPr>
          <a:r>
            <a:rPr lang="es-CR" sz="2000" kern="1200"/>
            <a:t>Revisión técnica</a:t>
          </a:r>
        </a:p>
      </dsp:txBody>
      <dsp:txXfrm>
        <a:off x="4104859" y="1012506"/>
        <a:ext cx="1746562" cy="311106"/>
      </dsp:txXfrm>
    </dsp:sp>
    <dsp:sp modelId="{B3BFCFE0-2A26-4AFB-BB04-E76ABB564634}">
      <dsp:nvSpPr>
        <dsp:cNvPr id="0" name=""/>
        <dsp:cNvSpPr/>
      </dsp:nvSpPr>
      <dsp:spPr>
        <a:xfrm>
          <a:off x="4104859" y="1444743"/>
          <a:ext cx="1746562" cy="4752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100000"/>
            </a:lnSpc>
            <a:spcBef>
              <a:spcPct val="0"/>
            </a:spcBef>
            <a:spcAft>
              <a:spcPct val="35000"/>
            </a:spcAft>
            <a:buNone/>
          </a:pPr>
          <a:r>
            <a:rPr lang="es-CR" sz="1200" kern="1200" dirty="0"/>
            <a:t>Es una reunión que se centra en conseguir consenso sobre el contenido técnico de un documento</a:t>
          </a:r>
        </a:p>
        <a:p>
          <a:pPr marL="0" lvl="0" indent="0" algn="just" defTabSz="533400">
            <a:lnSpc>
              <a:spcPct val="100000"/>
            </a:lnSpc>
            <a:spcBef>
              <a:spcPct val="0"/>
            </a:spcBef>
            <a:spcAft>
              <a:spcPct val="35000"/>
            </a:spcAft>
            <a:buNone/>
          </a:pPr>
          <a:r>
            <a:rPr lang="es-CR" sz="1200" kern="1200" dirty="0"/>
            <a:t>El objetivo principal es evaluar el valor de conceptos técnicos y alternativas del entorno del proyecto y del propio producto. </a:t>
          </a:r>
        </a:p>
        <a:p>
          <a:pPr marL="0" lvl="0" indent="0" algn="just" defTabSz="533400">
            <a:lnSpc>
              <a:spcPct val="100000"/>
            </a:lnSpc>
            <a:spcBef>
              <a:spcPct val="0"/>
            </a:spcBef>
            <a:spcAft>
              <a:spcPct val="35000"/>
            </a:spcAft>
            <a:buNone/>
          </a:pPr>
          <a:r>
            <a:rPr lang="es-CR" sz="1200" kern="1200"/>
            <a:t>Este tipo de revisión a menudo se lleva a cabo por “pares” (peer reviews) y para facilitar su ejecución suelen utilizarse listas de comprobación o listas de registro.</a:t>
          </a:r>
        </a:p>
      </dsp:txBody>
      <dsp:txXfrm>
        <a:off x="4104859" y="1444743"/>
        <a:ext cx="1746562" cy="4752524"/>
      </dsp:txXfrm>
    </dsp:sp>
    <dsp:sp modelId="{16821C88-EEF9-401D-8FE0-855A532BC041}">
      <dsp:nvSpPr>
        <dsp:cNvPr id="0" name=""/>
        <dsp:cNvSpPr/>
      </dsp:nvSpPr>
      <dsp:spPr>
        <a:xfrm>
          <a:off x="6724703" y="140781"/>
          <a:ext cx="611296" cy="6112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5FC070-9B32-48E8-A29C-7601DF971F36}">
      <dsp:nvSpPr>
        <dsp:cNvPr id="0" name=""/>
        <dsp:cNvSpPr/>
      </dsp:nvSpPr>
      <dsp:spPr>
        <a:xfrm>
          <a:off x="6157070" y="1012506"/>
          <a:ext cx="1746562" cy="311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889000">
            <a:lnSpc>
              <a:spcPct val="100000"/>
            </a:lnSpc>
            <a:spcBef>
              <a:spcPct val="0"/>
            </a:spcBef>
            <a:spcAft>
              <a:spcPct val="35000"/>
            </a:spcAft>
            <a:buNone/>
            <a:defRPr b="1"/>
          </a:pPr>
          <a:r>
            <a:rPr lang="es-CR" sz="2000" kern="1200" dirty="0"/>
            <a:t>Inspección</a:t>
          </a:r>
        </a:p>
      </dsp:txBody>
      <dsp:txXfrm>
        <a:off x="6157070" y="1012506"/>
        <a:ext cx="1746562" cy="311106"/>
      </dsp:txXfrm>
    </dsp:sp>
    <dsp:sp modelId="{62071562-129B-4D4A-8C17-BF746AEDC2FE}">
      <dsp:nvSpPr>
        <dsp:cNvPr id="0" name=""/>
        <dsp:cNvSpPr/>
      </dsp:nvSpPr>
      <dsp:spPr>
        <a:xfrm>
          <a:off x="6157070" y="1444743"/>
          <a:ext cx="1746562" cy="47525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just" defTabSz="533400">
            <a:lnSpc>
              <a:spcPct val="100000"/>
            </a:lnSpc>
            <a:spcBef>
              <a:spcPct val="0"/>
            </a:spcBef>
            <a:spcAft>
              <a:spcPct val="35000"/>
            </a:spcAft>
            <a:buNone/>
          </a:pPr>
          <a:r>
            <a:rPr lang="es-CR" sz="1200" kern="1200" dirty="0"/>
            <a:t>Es el tipo de revisión más formal. </a:t>
          </a:r>
        </a:p>
        <a:p>
          <a:pPr marL="0" lvl="0" indent="0" algn="just" defTabSz="533400">
            <a:lnSpc>
              <a:spcPct val="100000"/>
            </a:lnSpc>
            <a:spcBef>
              <a:spcPct val="0"/>
            </a:spcBef>
            <a:spcAft>
              <a:spcPct val="35000"/>
            </a:spcAft>
            <a:buNone/>
          </a:pPr>
          <a:r>
            <a:rPr lang="es-CR" sz="1200" kern="1200" dirty="0"/>
            <a:t>El documento bajo inspección es preparado y validado minuciosamente por revisores antes de la reunión, se compara el producto con sus fuentes y otros documentos, y se usan listas de comprobación. </a:t>
          </a:r>
        </a:p>
        <a:p>
          <a:pPr marL="0" lvl="0" indent="0" algn="just" defTabSz="533400">
            <a:lnSpc>
              <a:spcPct val="100000"/>
            </a:lnSpc>
            <a:spcBef>
              <a:spcPct val="0"/>
            </a:spcBef>
            <a:spcAft>
              <a:spcPct val="35000"/>
            </a:spcAft>
            <a:buNone/>
          </a:pPr>
          <a:r>
            <a:rPr lang="es-CR" sz="1200" kern="1200" dirty="0"/>
            <a:t>La inspección es dirigida normalmente por un moderador formado, no por el propio autor del documento</a:t>
          </a:r>
        </a:p>
        <a:p>
          <a:pPr marL="0" lvl="0" indent="0" algn="just" defTabSz="533400">
            <a:lnSpc>
              <a:spcPct val="100000"/>
            </a:lnSpc>
            <a:spcBef>
              <a:spcPct val="0"/>
            </a:spcBef>
            <a:spcAft>
              <a:spcPct val="35000"/>
            </a:spcAft>
            <a:buNone/>
          </a:pPr>
          <a:r>
            <a:rPr lang="es-CR" sz="1200" kern="1200" dirty="0"/>
            <a:t>Los defectos encontrados son documentados en una lista de registro</a:t>
          </a:r>
        </a:p>
        <a:p>
          <a:pPr marL="0" lvl="0" indent="0" algn="just" defTabSz="533400">
            <a:lnSpc>
              <a:spcPct val="100000"/>
            </a:lnSpc>
            <a:spcBef>
              <a:spcPct val="0"/>
            </a:spcBef>
            <a:spcAft>
              <a:spcPct val="35000"/>
            </a:spcAft>
            <a:buNone/>
          </a:pPr>
          <a:r>
            <a:rPr lang="es-CR" sz="1200" kern="1200" dirty="0"/>
            <a:t>También, es habitual tomar métricas que posteriormente son agrupadas y analizadas para optimizar el proceso</a:t>
          </a:r>
        </a:p>
      </dsp:txBody>
      <dsp:txXfrm>
        <a:off x="6157070" y="1444743"/>
        <a:ext cx="1746562" cy="4752524"/>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42927-CEAE-4E2B-909A-01AFFCDF3071}">
      <dsp:nvSpPr>
        <dsp:cNvPr id="0" name=""/>
        <dsp:cNvSpPr/>
      </dsp:nvSpPr>
      <dsp:spPr>
        <a:xfrm>
          <a:off x="6580148" y="2228390"/>
          <a:ext cx="1744835" cy="415191"/>
        </a:xfrm>
        <a:custGeom>
          <a:avLst/>
          <a:gdLst/>
          <a:ahLst/>
          <a:cxnLst/>
          <a:rect l="0" t="0" r="0" b="0"/>
          <a:pathLst>
            <a:path>
              <a:moveTo>
                <a:pt x="0" y="0"/>
              </a:moveTo>
              <a:lnTo>
                <a:pt x="0" y="282940"/>
              </a:lnTo>
              <a:lnTo>
                <a:pt x="1744835" y="282940"/>
              </a:lnTo>
              <a:lnTo>
                <a:pt x="1744835"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DA6E46-0045-4C82-ABFE-678E3C7455CD}">
      <dsp:nvSpPr>
        <dsp:cNvPr id="0" name=""/>
        <dsp:cNvSpPr/>
      </dsp:nvSpPr>
      <dsp:spPr>
        <a:xfrm>
          <a:off x="6580148" y="3550103"/>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9809B-66EA-41B9-AACC-ACC696A42E1F}">
      <dsp:nvSpPr>
        <dsp:cNvPr id="0" name=""/>
        <dsp:cNvSpPr/>
      </dsp:nvSpPr>
      <dsp:spPr>
        <a:xfrm>
          <a:off x="5707730" y="3550103"/>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EFDC9D-6DEA-4DE7-A7E4-60ACF7D62EFE}">
      <dsp:nvSpPr>
        <dsp:cNvPr id="0" name=""/>
        <dsp:cNvSpPr/>
      </dsp:nvSpPr>
      <dsp:spPr>
        <a:xfrm>
          <a:off x="6534428" y="2228390"/>
          <a:ext cx="91440" cy="415191"/>
        </a:xfrm>
        <a:custGeom>
          <a:avLst/>
          <a:gdLst/>
          <a:ahLst/>
          <a:cxnLst/>
          <a:rect l="0" t="0" r="0" b="0"/>
          <a:pathLst>
            <a:path>
              <a:moveTo>
                <a:pt x="45720" y="0"/>
              </a:moveTo>
              <a:lnTo>
                <a:pt x="4572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8A18CE-E2CA-480C-B323-2237987DE8B2}">
      <dsp:nvSpPr>
        <dsp:cNvPr id="0" name=""/>
        <dsp:cNvSpPr/>
      </dsp:nvSpPr>
      <dsp:spPr>
        <a:xfrm>
          <a:off x="4835312" y="2228390"/>
          <a:ext cx="1744835" cy="415191"/>
        </a:xfrm>
        <a:custGeom>
          <a:avLst/>
          <a:gdLst/>
          <a:ahLst/>
          <a:cxnLst/>
          <a:rect l="0" t="0" r="0" b="0"/>
          <a:pathLst>
            <a:path>
              <a:moveTo>
                <a:pt x="1744835" y="0"/>
              </a:moveTo>
              <a:lnTo>
                <a:pt x="1744835"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F3FAC5-1912-45A4-81C7-8BD7CD82795D}">
      <dsp:nvSpPr>
        <dsp:cNvPr id="0" name=""/>
        <dsp:cNvSpPr/>
      </dsp:nvSpPr>
      <dsp:spPr>
        <a:xfrm>
          <a:off x="4399103" y="906677"/>
          <a:ext cx="2181044" cy="415191"/>
        </a:xfrm>
        <a:custGeom>
          <a:avLst/>
          <a:gdLst/>
          <a:ahLst/>
          <a:cxnLst/>
          <a:rect l="0" t="0" r="0" b="0"/>
          <a:pathLst>
            <a:path>
              <a:moveTo>
                <a:pt x="0" y="0"/>
              </a:moveTo>
              <a:lnTo>
                <a:pt x="0" y="282940"/>
              </a:lnTo>
              <a:lnTo>
                <a:pt x="2181044" y="282940"/>
              </a:lnTo>
              <a:lnTo>
                <a:pt x="2181044"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5B29F5-173F-4BC0-9991-BB58131471EA}">
      <dsp:nvSpPr>
        <dsp:cNvPr id="0" name=""/>
        <dsp:cNvSpPr/>
      </dsp:nvSpPr>
      <dsp:spPr>
        <a:xfrm>
          <a:off x="2218059" y="2228390"/>
          <a:ext cx="872417" cy="415191"/>
        </a:xfrm>
        <a:custGeom>
          <a:avLst/>
          <a:gdLst/>
          <a:ahLst/>
          <a:cxnLst/>
          <a:rect l="0" t="0" r="0" b="0"/>
          <a:pathLst>
            <a:path>
              <a:moveTo>
                <a:pt x="0" y="0"/>
              </a:moveTo>
              <a:lnTo>
                <a:pt x="0" y="282940"/>
              </a:lnTo>
              <a:lnTo>
                <a:pt x="872417" y="282940"/>
              </a:lnTo>
              <a:lnTo>
                <a:pt x="872417"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4AC591A-AD78-4CA0-95B7-D42F2227ED78}">
      <dsp:nvSpPr>
        <dsp:cNvPr id="0" name=""/>
        <dsp:cNvSpPr/>
      </dsp:nvSpPr>
      <dsp:spPr>
        <a:xfrm>
          <a:off x="1345642" y="2228390"/>
          <a:ext cx="872417" cy="415191"/>
        </a:xfrm>
        <a:custGeom>
          <a:avLst/>
          <a:gdLst/>
          <a:ahLst/>
          <a:cxnLst/>
          <a:rect l="0" t="0" r="0" b="0"/>
          <a:pathLst>
            <a:path>
              <a:moveTo>
                <a:pt x="872417" y="0"/>
              </a:moveTo>
              <a:lnTo>
                <a:pt x="872417" y="282940"/>
              </a:lnTo>
              <a:lnTo>
                <a:pt x="0" y="282940"/>
              </a:lnTo>
              <a:lnTo>
                <a:pt x="0" y="41519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972630A-6C88-4A55-9418-17028023D774}">
      <dsp:nvSpPr>
        <dsp:cNvPr id="0" name=""/>
        <dsp:cNvSpPr/>
      </dsp:nvSpPr>
      <dsp:spPr>
        <a:xfrm>
          <a:off x="2218059" y="906677"/>
          <a:ext cx="2181044" cy="415191"/>
        </a:xfrm>
        <a:custGeom>
          <a:avLst/>
          <a:gdLst/>
          <a:ahLst/>
          <a:cxnLst/>
          <a:rect l="0" t="0" r="0" b="0"/>
          <a:pathLst>
            <a:path>
              <a:moveTo>
                <a:pt x="2181044" y="0"/>
              </a:moveTo>
              <a:lnTo>
                <a:pt x="2181044" y="282940"/>
              </a:lnTo>
              <a:lnTo>
                <a:pt x="0" y="282940"/>
              </a:lnTo>
              <a:lnTo>
                <a:pt x="0" y="41519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F12C03-E89C-4A6E-AF5D-A10072F227AB}">
      <dsp:nvSpPr>
        <dsp:cNvPr id="0" name=""/>
        <dsp:cNvSpPr/>
      </dsp:nvSpPr>
      <dsp:spPr>
        <a:xfrm>
          <a:off x="3685307" y="156"/>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F57BEE-AE82-4498-A4AE-4811D240D67F}">
      <dsp:nvSpPr>
        <dsp:cNvPr id="0" name=""/>
        <dsp:cNvSpPr/>
      </dsp:nvSpPr>
      <dsp:spPr>
        <a:xfrm>
          <a:off x="3843929" y="150846"/>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Pruebas</a:t>
          </a:r>
        </a:p>
      </dsp:txBody>
      <dsp:txXfrm>
        <a:off x="3870480" y="177397"/>
        <a:ext cx="1374490" cy="853419"/>
      </dsp:txXfrm>
    </dsp:sp>
    <dsp:sp modelId="{262FC079-CCD5-409C-9366-64E1018AD7A7}">
      <dsp:nvSpPr>
        <dsp:cNvPr id="0" name=""/>
        <dsp:cNvSpPr/>
      </dsp:nvSpPr>
      <dsp:spPr>
        <a:xfrm>
          <a:off x="1504263"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EF80DC-559A-4DD8-AB98-DF721F8BD335}">
      <dsp:nvSpPr>
        <dsp:cNvPr id="0" name=""/>
        <dsp:cNvSpPr/>
      </dsp:nvSpPr>
      <dsp:spPr>
        <a:xfrm>
          <a:off x="1662884" y="1472559"/>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Estáticas</a:t>
          </a:r>
        </a:p>
      </dsp:txBody>
      <dsp:txXfrm>
        <a:off x="1689435" y="1499110"/>
        <a:ext cx="1374490" cy="853419"/>
      </dsp:txXfrm>
    </dsp:sp>
    <dsp:sp modelId="{956C5A52-8CC3-4A58-8733-3ADBD9B4809F}">
      <dsp:nvSpPr>
        <dsp:cNvPr id="0" name=""/>
        <dsp:cNvSpPr/>
      </dsp:nvSpPr>
      <dsp:spPr>
        <a:xfrm>
          <a:off x="631845"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67F261-E4F8-434F-8F56-14E20BD91820}">
      <dsp:nvSpPr>
        <dsp:cNvPr id="0" name=""/>
        <dsp:cNvSpPr/>
      </dsp:nvSpPr>
      <dsp:spPr>
        <a:xfrm>
          <a:off x="79046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Análisis estático</a:t>
          </a:r>
        </a:p>
      </dsp:txBody>
      <dsp:txXfrm>
        <a:off x="817018" y="2820823"/>
        <a:ext cx="1374490" cy="853419"/>
      </dsp:txXfrm>
    </dsp:sp>
    <dsp:sp modelId="{4A79A66E-7C56-4977-9062-CE64CB0FB1EA}">
      <dsp:nvSpPr>
        <dsp:cNvPr id="0" name=""/>
        <dsp:cNvSpPr/>
      </dsp:nvSpPr>
      <dsp:spPr>
        <a:xfrm>
          <a:off x="237668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E24FBC-81D6-42E7-8DA4-4EFFEA1D8E04}">
      <dsp:nvSpPr>
        <dsp:cNvPr id="0" name=""/>
        <dsp:cNvSpPr/>
      </dsp:nvSpPr>
      <dsp:spPr>
        <a:xfrm>
          <a:off x="2535302"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Revisión</a:t>
          </a:r>
        </a:p>
      </dsp:txBody>
      <dsp:txXfrm>
        <a:off x="2561853" y="2820823"/>
        <a:ext cx="1374490" cy="853419"/>
      </dsp:txXfrm>
    </dsp:sp>
    <dsp:sp modelId="{566C811B-ECF8-4501-96D9-E246B2E04042}">
      <dsp:nvSpPr>
        <dsp:cNvPr id="0" name=""/>
        <dsp:cNvSpPr/>
      </dsp:nvSpPr>
      <dsp:spPr>
        <a:xfrm>
          <a:off x="5866351" y="1321869"/>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11F06-58CE-492C-989E-5E01E0D5E83B}">
      <dsp:nvSpPr>
        <dsp:cNvPr id="0" name=""/>
        <dsp:cNvSpPr/>
      </dsp:nvSpPr>
      <dsp:spPr>
        <a:xfrm>
          <a:off x="6024973" y="1472559"/>
          <a:ext cx="1427592" cy="906521"/>
        </a:xfrm>
        <a:prstGeom prst="roundRect">
          <a:avLst>
            <a:gd name="adj" fmla="val 10000"/>
          </a:avLst>
        </a:prstGeom>
        <a:solidFill>
          <a:srgbClr val="00B050">
            <a:alpha val="90000"/>
          </a:srgb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Dinámicas</a:t>
          </a:r>
        </a:p>
      </dsp:txBody>
      <dsp:txXfrm>
        <a:off x="6051524" y="1499110"/>
        <a:ext cx="1374490" cy="853419"/>
      </dsp:txXfrm>
    </dsp:sp>
    <dsp:sp modelId="{4A874F81-89C7-4C90-9EDC-85CC52A43302}">
      <dsp:nvSpPr>
        <dsp:cNvPr id="0" name=""/>
        <dsp:cNvSpPr/>
      </dsp:nvSpPr>
      <dsp:spPr>
        <a:xfrm>
          <a:off x="4121516"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B9F132-A31D-494C-B934-EF1513B7C629}">
      <dsp:nvSpPr>
        <dsp:cNvPr id="0" name=""/>
        <dsp:cNvSpPr/>
      </dsp:nvSpPr>
      <dsp:spPr>
        <a:xfrm>
          <a:off x="4280137"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Blanca</a:t>
          </a:r>
        </a:p>
      </dsp:txBody>
      <dsp:txXfrm>
        <a:off x="4306688" y="2820823"/>
        <a:ext cx="1374490" cy="853419"/>
      </dsp:txXfrm>
    </dsp:sp>
    <dsp:sp modelId="{94B121C5-16A0-4B91-AFC6-A5DD2A21DC7A}">
      <dsp:nvSpPr>
        <dsp:cNvPr id="0" name=""/>
        <dsp:cNvSpPr/>
      </dsp:nvSpPr>
      <dsp:spPr>
        <a:xfrm>
          <a:off x="5866351"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9779AE-7549-4A9C-BB50-8BDE24966E5D}">
      <dsp:nvSpPr>
        <dsp:cNvPr id="0" name=""/>
        <dsp:cNvSpPr/>
      </dsp:nvSpPr>
      <dsp:spPr>
        <a:xfrm>
          <a:off x="6024973"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Caja Negra</a:t>
          </a:r>
        </a:p>
      </dsp:txBody>
      <dsp:txXfrm>
        <a:off x="6051524" y="2820823"/>
        <a:ext cx="1374490" cy="853419"/>
      </dsp:txXfrm>
    </dsp:sp>
    <dsp:sp modelId="{43DACF03-C343-4FA3-A062-28C19366EAF3}">
      <dsp:nvSpPr>
        <dsp:cNvPr id="0" name=""/>
        <dsp:cNvSpPr/>
      </dsp:nvSpPr>
      <dsp:spPr>
        <a:xfrm>
          <a:off x="4993934"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056BA7-F26D-4A68-AE29-86AAF5712107}">
      <dsp:nvSpPr>
        <dsp:cNvPr id="0" name=""/>
        <dsp:cNvSpPr/>
      </dsp:nvSpPr>
      <dsp:spPr>
        <a:xfrm>
          <a:off x="5152555"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Funcional</a:t>
          </a:r>
        </a:p>
      </dsp:txBody>
      <dsp:txXfrm>
        <a:off x="5179106" y="4142536"/>
        <a:ext cx="1374490" cy="853419"/>
      </dsp:txXfrm>
    </dsp:sp>
    <dsp:sp modelId="{8FC33AA4-B9CD-4EBE-AE90-8FA4D8D6234C}">
      <dsp:nvSpPr>
        <dsp:cNvPr id="0" name=""/>
        <dsp:cNvSpPr/>
      </dsp:nvSpPr>
      <dsp:spPr>
        <a:xfrm>
          <a:off x="6738769" y="3965294"/>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87155B-A9E6-4143-A11A-DE646E0B443E}">
      <dsp:nvSpPr>
        <dsp:cNvPr id="0" name=""/>
        <dsp:cNvSpPr/>
      </dsp:nvSpPr>
      <dsp:spPr>
        <a:xfrm>
          <a:off x="6897390" y="4115985"/>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No funcional</a:t>
          </a:r>
        </a:p>
      </dsp:txBody>
      <dsp:txXfrm>
        <a:off x="6923941" y="4142536"/>
        <a:ext cx="1374490" cy="853419"/>
      </dsp:txXfrm>
    </dsp:sp>
    <dsp:sp modelId="{1D0784BF-A55F-49EB-A4AB-61D1E2E4FDE1}">
      <dsp:nvSpPr>
        <dsp:cNvPr id="0" name=""/>
        <dsp:cNvSpPr/>
      </dsp:nvSpPr>
      <dsp:spPr>
        <a:xfrm>
          <a:off x="7611187" y="2643582"/>
          <a:ext cx="1427592" cy="90652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2BC2F40-DD25-4B5C-9468-CE244B4E4020}">
      <dsp:nvSpPr>
        <dsp:cNvPr id="0" name=""/>
        <dsp:cNvSpPr/>
      </dsp:nvSpPr>
      <dsp:spPr>
        <a:xfrm>
          <a:off x="7769808" y="2794272"/>
          <a:ext cx="1427592" cy="90652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ES" sz="1700" kern="1200" dirty="0">
              <a:solidFill>
                <a:sysClr val="windowText" lastClr="000000"/>
              </a:solidFill>
            </a:rPr>
            <a:t>Basadas en la experiencia</a:t>
          </a:r>
        </a:p>
      </dsp:txBody>
      <dsp:txXfrm>
        <a:off x="7796359" y="2820823"/>
        <a:ext cx="1374490" cy="853419"/>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0ED2F9-B6CD-4E90-8FE5-AFB1C77EA369}">
      <dsp:nvSpPr>
        <dsp:cNvPr id="0" name=""/>
        <dsp:cNvSpPr/>
      </dsp:nvSpPr>
      <dsp:spPr>
        <a:xfrm>
          <a:off x="2217" y="0"/>
          <a:ext cx="5647569" cy="4604979"/>
        </a:xfrm>
        <a:prstGeom prst="roundRect">
          <a:avLst>
            <a:gd name="adj" fmla="val 5000"/>
          </a:avLst>
        </a:prstGeom>
        <a:solidFill>
          <a:schemeClr val="accent2">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defRPr b="1"/>
          </a:pPr>
          <a:r>
            <a:rPr lang="es-CR" sz="3600" kern="1200" dirty="0"/>
            <a:t>Funcionales</a:t>
          </a:r>
          <a:endParaRPr lang="en-US" sz="4400" kern="1200" dirty="0"/>
        </a:p>
      </dsp:txBody>
      <dsp:txXfrm rot="16200000">
        <a:off x="-1321066" y="1323284"/>
        <a:ext cx="3776082" cy="1129513"/>
      </dsp:txXfrm>
    </dsp:sp>
    <dsp:sp modelId="{514ED082-D86C-4CAF-AB90-D827CC58FA89}">
      <dsp:nvSpPr>
        <dsp:cNvPr id="0" name=""/>
        <dsp:cNvSpPr/>
      </dsp:nvSpPr>
      <dsp:spPr>
        <a:xfrm>
          <a:off x="1131731" y="0"/>
          <a:ext cx="4207438" cy="460497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s-CR" sz="2000" kern="1200" dirty="0"/>
            <a:t>Es una prueba basada en la ejecución, revisión y retroalimentación de las funcionalidades previamente diseñadas para el software</a:t>
          </a:r>
          <a:endParaRPr lang="en-US" sz="2000" kern="1200" dirty="0"/>
        </a:p>
        <a:p>
          <a:pPr marL="0" lvl="0" indent="0" algn="l" defTabSz="889000">
            <a:lnSpc>
              <a:spcPct val="90000"/>
            </a:lnSpc>
            <a:spcBef>
              <a:spcPct val="0"/>
            </a:spcBef>
            <a:spcAft>
              <a:spcPct val="35000"/>
            </a:spcAft>
            <a:buNone/>
          </a:pPr>
          <a:r>
            <a:rPr lang="es-CR" sz="2000" kern="1200" dirty="0"/>
            <a:t>Son pruebas específicas, concretas y exhaustivas para probar y validar que el software hace lo que debe y sobre todo, lo que se ha especificado.</a:t>
          </a:r>
          <a:endParaRPr lang="en-US" sz="2000" kern="1200" dirty="0"/>
        </a:p>
        <a:p>
          <a:pPr marL="0" lvl="0" indent="0" algn="l" defTabSz="889000">
            <a:lnSpc>
              <a:spcPct val="90000"/>
            </a:lnSpc>
            <a:spcBef>
              <a:spcPct val="0"/>
            </a:spcBef>
            <a:spcAft>
              <a:spcPct val="35000"/>
            </a:spcAft>
            <a:buNone/>
          </a:pPr>
          <a:r>
            <a:rPr lang="es-CR" sz="2000" kern="1200"/>
            <a:t>Se basan en el análisis de la especificación funcional de un componente o de un sistema.</a:t>
          </a:r>
          <a:endParaRPr lang="en-US" sz="2000" kern="1200"/>
        </a:p>
        <a:p>
          <a:pPr marL="0" lvl="0" indent="0" algn="l" defTabSz="889000">
            <a:lnSpc>
              <a:spcPct val="90000"/>
            </a:lnSpc>
            <a:spcBef>
              <a:spcPct val="0"/>
            </a:spcBef>
            <a:spcAft>
              <a:spcPct val="35000"/>
            </a:spcAft>
            <a:buNone/>
          </a:pPr>
          <a:r>
            <a:rPr lang="es-CR" sz="2000" kern="1200"/>
            <a:t>Se clasifican en:</a:t>
          </a:r>
          <a:endParaRPr lang="en-US" sz="2000" kern="1200"/>
        </a:p>
        <a:p>
          <a:pPr marL="171450" lvl="1" indent="-171450" algn="l" defTabSz="711200">
            <a:lnSpc>
              <a:spcPct val="90000"/>
            </a:lnSpc>
            <a:spcBef>
              <a:spcPct val="0"/>
            </a:spcBef>
            <a:spcAft>
              <a:spcPct val="15000"/>
            </a:spcAft>
            <a:buChar char="•"/>
          </a:pPr>
          <a:r>
            <a:rPr lang="es-CR" sz="1600" kern="1200"/>
            <a:t>Manuales</a:t>
          </a:r>
          <a:endParaRPr lang="en-US" sz="1600" kern="1200"/>
        </a:p>
        <a:p>
          <a:pPr marL="171450" lvl="1" indent="-171450" algn="l" defTabSz="711200">
            <a:lnSpc>
              <a:spcPct val="90000"/>
            </a:lnSpc>
            <a:spcBef>
              <a:spcPct val="0"/>
            </a:spcBef>
            <a:spcAft>
              <a:spcPct val="15000"/>
            </a:spcAft>
            <a:buChar char="•"/>
          </a:pPr>
          <a:r>
            <a:rPr lang="es-CR" sz="1600" kern="1200"/>
            <a:t>Automáticas</a:t>
          </a:r>
          <a:endParaRPr lang="en-US" sz="1600" kern="1200"/>
        </a:p>
      </dsp:txBody>
      <dsp:txXfrm>
        <a:off x="1131731" y="0"/>
        <a:ext cx="4207438" cy="4604979"/>
      </dsp:txXfrm>
    </dsp:sp>
    <dsp:sp modelId="{464B1DC9-4D6D-4FF1-BCA5-FE6EC7C0F744}">
      <dsp:nvSpPr>
        <dsp:cNvPr id="0" name=""/>
        <dsp:cNvSpPr/>
      </dsp:nvSpPr>
      <dsp:spPr>
        <a:xfrm>
          <a:off x="5847451" y="0"/>
          <a:ext cx="5647569" cy="4604979"/>
        </a:xfrm>
        <a:prstGeom prst="roundRect">
          <a:avLst>
            <a:gd name="adj" fmla="val 5000"/>
          </a:avLst>
        </a:prstGeom>
        <a:solidFill>
          <a:schemeClr val="accent3">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23444" rIns="160020" bIns="0" numCol="1" spcCol="1270" anchor="t" anchorCtr="0">
          <a:noAutofit/>
        </a:bodyPr>
        <a:lstStyle/>
        <a:p>
          <a:pPr marL="0" lvl="0" indent="0" algn="r" defTabSz="1600200">
            <a:lnSpc>
              <a:spcPct val="90000"/>
            </a:lnSpc>
            <a:spcBef>
              <a:spcPct val="0"/>
            </a:spcBef>
            <a:spcAft>
              <a:spcPct val="35000"/>
            </a:spcAft>
            <a:buNone/>
            <a:defRPr b="1"/>
          </a:pPr>
          <a:r>
            <a:rPr lang="es-CR" sz="3600" kern="1200" dirty="0"/>
            <a:t>No funcionales</a:t>
          </a:r>
          <a:endParaRPr lang="en-US" sz="3600" kern="1200" dirty="0"/>
        </a:p>
      </dsp:txBody>
      <dsp:txXfrm rot="16200000">
        <a:off x="4524166" y="1323284"/>
        <a:ext cx="3776082" cy="1129513"/>
      </dsp:txXfrm>
    </dsp:sp>
    <dsp:sp modelId="{7413E83E-C6CE-4B25-9DF9-2FD905CE2E78}">
      <dsp:nvSpPr>
        <dsp:cNvPr id="0" name=""/>
        <dsp:cNvSpPr/>
      </dsp:nvSpPr>
      <dsp:spPr>
        <a:xfrm rot="5400000">
          <a:off x="5537171" y="3525800"/>
          <a:ext cx="677034" cy="847135"/>
        </a:xfrm>
        <a:prstGeom prst="flowChartExtract">
          <a:avLst/>
        </a:prstGeom>
        <a:solidFill>
          <a:schemeClr val="lt1">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57B513-7A00-4501-8836-30D99E4010CF}">
      <dsp:nvSpPr>
        <dsp:cNvPr id="0" name=""/>
        <dsp:cNvSpPr/>
      </dsp:nvSpPr>
      <dsp:spPr>
        <a:xfrm>
          <a:off x="6976965" y="0"/>
          <a:ext cx="4207438" cy="460497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68580" rIns="0" bIns="0" numCol="1" spcCol="1270" anchor="t" anchorCtr="0">
          <a:noAutofit/>
        </a:bodyPr>
        <a:lstStyle/>
        <a:p>
          <a:pPr marL="0" lvl="0" indent="0" algn="l" defTabSz="889000">
            <a:lnSpc>
              <a:spcPct val="90000"/>
            </a:lnSpc>
            <a:spcBef>
              <a:spcPct val="0"/>
            </a:spcBef>
            <a:spcAft>
              <a:spcPct val="35000"/>
            </a:spcAft>
            <a:buNone/>
          </a:pPr>
          <a:r>
            <a:rPr lang="es-CR" sz="2000" kern="1200" dirty="0"/>
            <a:t>Se encargan de ver el comportamiento de la aplicación bajo situaciones similares a las de producción.</a:t>
          </a:r>
          <a:endParaRPr lang="en-US" sz="2000" kern="1200" dirty="0"/>
        </a:p>
        <a:p>
          <a:pPr marL="0" lvl="0" indent="0" algn="l" defTabSz="889000">
            <a:lnSpc>
              <a:spcPct val="90000"/>
            </a:lnSpc>
            <a:spcBef>
              <a:spcPct val="0"/>
            </a:spcBef>
            <a:spcAft>
              <a:spcPct val="35000"/>
            </a:spcAft>
            <a:buNone/>
          </a:pPr>
          <a:r>
            <a:rPr lang="es-CR" sz="2000" kern="1200"/>
            <a:t>Ejemplos</a:t>
          </a:r>
          <a:endParaRPr lang="en-US" sz="2000" kern="1200"/>
        </a:p>
        <a:p>
          <a:pPr marL="171450" lvl="1" indent="-171450" algn="l" defTabSz="711200">
            <a:lnSpc>
              <a:spcPct val="90000"/>
            </a:lnSpc>
            <a:spcBef>
              <a:spcPct val="0"/>
            </a:spcBef>
            <a:spcAft>
              <a:spcPct val="15000"/>
            </a:spcAft>
            <a:buChar char="•"/>
          </a:pPr>
          <a:r>
            <a:rPr lang="es-CR" sz="1600" kern="1200"/>
            <a:t>Usabilidad</a:t>
          </a:r>
          <a:endParaRPr lang="en-US" sz="1600" kern="1200"/>
        </a:p>
        <a:p>
          <a:pPr marL="171450" lvl="1" indent="-171450" algn="l" defTabSz="711200">
            <a:lnSpc>
              <a:spcPct val="90000"/>
            </a:lnSpc>
            <a:spcBef>
              <a:spcPct val="0"/>
            </a:spcBef>
            <a:spcAft>
              <a:spcPct val="15000"/>
            </a:spcAft>
            <a:buChar char="•"/>
          </a:pPr>
          <a:r>
            <a:rPr lang="es-CR" sz="1600" kern="1200"/>
            <a:t>Mantenibilidad</a:t>
          </a:r>
          <a:endParaRPr lang="en-US" sz="1600" kern="1200"/>
        </a:p>
        <a:p>
          <a:pPr marL="171450" lvl="1" indent="-171450" algn="l" defTabSz="711200">
            <a:lnSpc>
              <a:spcPct val="90000"/>
            </a:lnSpc>
            <a:spcBef>
              <a:spcPct val="0"/>
            </a:spcBef>
            <a:spcAft>
              <a:spcPct val="15000"/>
            </a:spcAft>
            <a:buChar char="•"/>
          </a:pPr>
          <a:r>
            <a:rPr lang="es-CR" sz="1600" kern="1200"/>
            <a:t>Seguridad</a:t>
          </a:r>
          <a:endParaRPr lang="en-US" sz="1600" kern="1200"/>
        </a:p>
        <a:p>
          <a:pPr marL="171450" lvl="1" indent="-171450" algn="l" defTabSz="711200">
            <a:lnSpc>
              <a:spcPct val="90000"/>
            </a:lnSpc>
            <a:spcBef>
              <a:spcPct val="0"/>
            </a:spcBef>
            <a:spcAft>
              <a:spcPct val="15000"/>
            </a:spcAft>
            <a:buChar char="•"/>
          </a:pPr>
          <a:r>
            <a:rPr lang="es-CR" sz="1600" kern="1200"/>
            <a:t>Rendimiento</a:t>
          </a:r>
          <a:endParaRPr lang="en-US" sz="1600" kern="1200"/>
        </a:p>
        <a:p>
          <a:pPr marL="171450" lvl="1" indent="-171450" algn="l" defTabSz="711200">
            <a:lnSpc>
              <a:spcPct val="90000"/>
            </a:lnSpc>
            <a:spcBef>
              <a:spcPct val="0"/>
            </a:spcBef>
            <a:spcAft>
              <a:spcPct val="15000"/>
            </a:spcAft>
            <a:buChar char="•"/>
          </a:pPr>
          <a:r>
            <a:rPr lang="es-CR" sz="1600" kern="1200"/>
            <a:t>Carga</a:t>
          </a:r>
          <a:endParaRPr lang="en-US" sz="1600" kern="1200"/>
        </a:p>
        <a:p>
          <a:pPr marL="171450" lvl="1" indent="-171450" algn="l" defTabSz="711200">
            <a:lnSpc>
              <a:spcPct val="90000"/>
            </a:lnSpc>
            <a:spcBef>
              <a:spcPct val="0"/>
            </a:spcBef>
            <a:spcAft>
              <a:spcPct val="15000"/>
            </a:spcAft>
            <a:buChar char="•"/>
          </a:pPr>
          <a:r>
            <a:rPr lang="es-CR" sz="1600" kern="1200"/>
            <a:t>Estrés</a:t>
          </a:r>
          <a:endParaRPr lang="en-US" sz="1600" kern="1200"/>
        </a:p>
      </dsp:txBody>
      <dsp:txXfrm>
        <a:off x="6976965" y="0"/>
        <a:ext cx="4207438" cy="460497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923BB-9535-401F-9B77-A10500788491}">
      <dsp:nvSpPr>
        <dsp:cNvPr id="0" name=""/>
        <dsp:cNvSpPr/>
      </dsp:nvSpPr>
      <dsp:spPr>
        <a:xfrm>
          <a:off x="0" y="0"/>
          <a:ext cx="1164067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924A048-0155-4E2D-89BB-2131F183EA23}">
      <dsp:nvSpPr>
        <dsp:cNvPr id="0" name=""/>
        <dsp:cNvSpPr/>
      </dsp:nvSpPr>
      <dsp:spPr>
        <a:xfrm>
          <a:off x="0" y="0"/>
          <a:ext cx="2328134" cy="131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defRPr b="1"/>
          </a:pPr>
          <a:r>
            <a:rPr lang="es-CR" sz="2400" b="1" i="0" kern="1200" dirty="0"/>
            <a:t>Predicción de errores</a:t>
          </a:r>
          <a:endParaRPr lang="en-US" sz="2400" b="1" kern="1200" dirty="0"/>
        </a:p>
      </dsp:txBody>
      <dsp:txXfrm>
        <a:off x="0" y="0"/>
        <a:ext cx="2328134" cy="1312815"/>
      </dsp:txXfrm>
    </dsp:sp>
    <dsp:sp modelId="{E3180657-E8BF-4F7F-8904-95AF5FBCDC79}">
      <dsp:nvSpPr>
        <dsp:cNvPr id="0" name=""/>
        <dsp:cNvSpPr/>
      </dsp:nvSpPr>
      <dsp:spPr>
        <a:xfrm>
          <a:off x="2502744" y="59615"/>
          <a:ext cx="9137927" cy="1192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b="0" i="0" kern="1200" dirty="0"/>
            <a:t>Es un tipo de prueba de software que se utiliza para </a:t>
          </a:r>
          <a:r>
            <a:rPr lang="es-CR" sz="1500" b="0" i="0" u="none" kern="1200" dirty="0">
              <a:solidFill>
                <a:srgbClr val="00B050"/>
              </a:solidFill>
            </a:rPr>
            <a:t>predecir la cantidad de errores </a:t>
          </a:r>
          <a:r>
            <a:rPr lang="es-CR" sz="1500" b="0" i="0" kern="1200" dirty="0"/>
            <a:t>que pueden existir en el software antes de que se realicen pruebas formales. Este tipo de prueba se realiza utilizando información histórica de pruebas anteriores, así como de otros proyectos similares. La predicción de errores también puede utilizar información sobre el software y su complejidad para determinar la cantidad de errores que pueden existir.</a:t>
          </a:r>
          <a:endParaRPr lang="en-US" sz="1500" kern="1200" dirty="0"/>
        </a:p>
      </dsp:txBody>
      <dsp:txXfrm>
        <a:off x="2502744" y="59615"/>
        <a:ext cx="9137927" cy="1192303"/>
      </dsp:txXfrm>
    </dsp:sp>
    <dsp:sp modelId="{5899A163-7724-46AC-AF73-77E5EEBE65B0}">
      <dsp:nvSpPr>
        <dsp:cNvPr id="0" name=""/>
        <dsp:cNvSpPr/>
      </dsp:nvSpPr>
      <dsp:spPr>
        <a:xfrm>
          <a:off x="2328134" y="1251918"/>
          <a:ext cx="9312537"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DAC11FB-7F8E-44DA-88D8-F0A636C5A94D}">
      <dsp:nvSpPr>
        <dsp:cNvPr id="0" name=""/>
        <dsp:cNvSpPr/>
      </dsp:nvSpPr>
      <dsp:spPr>
        <a:xfrm>
          <a:off x="0" y="1312815"/>
          <a:ext cx="1164067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6358CD-393B-4F79-9E03-ADA9659ADCC8}">
      <dsp:nvSpPr>
        <dsp:cNvPr id="0" name=""/>
        <dsp:cNvSpPr/>
      </dsp:nvSpPr>
      <dsp:spPr>
        <a:xfrm>
          <a:off x="0" y="1312815"/>
          <a:ext cx="2328134" cy="131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defRPr b="1"/>
          </a:pPr>
          <a:r>
            <a:rPr lang="es-CR" sz="2400" b="1" kern="1200"/>
            <a:t>P</a:t>
          </a:r>
          <a:r>
            <a:rPr lang="es-CR" sz="2400" b="1" i="0" kern="1200"/>
            <a:t>ruebas exploratorias</a:t>
          </a:r>
          <a:endParaRPr lang="en-US" sz="2400" b="1" kern="1200"/>
        </a:p>
      </dsp:txBody>
      <dsp:txXfrm>
        <a:off x="0" y="1312815"/>
        <a:ext cx="2328134" cy="1312815"/>
      </dsp:txXfrm>
    </dsp:sp>
    <dsp:sp modelId="{59FBD7DE-758D-4DA3-AC6C-D27F67C587D2}">
      <dsp:nvSpPr>
        <dsp:cNvPr id="0" name=""/>
        <dsp:cNvSpPr/>
      </dsp:nvSpPr>
      <dsp:spPr>
        <a:xfrm>
          <a:off x="2502744" y="1372430"/>
          <a:ext cx="9137927" cy="1192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kern="1200" dirty="0"/>
            <a:t>S</a:t>
          </a:r>
          <a:r>
            <a:rPr lang="es-CR" sz="1500" b="0" i="0" kern="1200" dirty="0"/>
            <a:t>e caracteriza por una combinación simultánea de aprendizaje, diseño de prueba y ejecución. Su objetivo principal es la </a:t>
          </a:r>
          <a:r>
            <a:rPr lang="es-CR" sz="1500" b="0" i="0" kern="1200" dirty="0">
              <a:solidFill>
                <a:srgbClr val="00B050"/>
              </a:solidFill>
            </a:rPr>
            <a:t>detección de posibles defectos</a:t>
          </a:r>
          <a:r>
            <a:rPr lang="es-CR" sz="1500" b="0" i="0" kern="1200" dirty="0"/>
            <a:t>, lo cual depende en gran medida de la habilidad del </a:t>
          </a:r>
          <a:r>
            <a:rPr lang="es-CR" sz="1500" b="0" i="0" kern="1200" dirty="0" err="1"/>
            <a:t>tester</a:t>
          </a:r>
          <a:r>
            <a:rPr lang="es-CR" sz="1500" b="0" i="0" kern="1200" dirty="0"/>
            <a:t> para identificar problemas que pueden ser difíciles de encontrar con otros enfoques de prueba. </a:t>
          </a:r>
          <a:r>
            <a:rPr lang="es-CR" sz="1500" kern="1200" dirty="0"/>
            <a:t>S</a:t>
          </a:r>
          <a:r>
            <a:rPr lang="es-CR" sz="1500" b="0" i="0" kern="1200" dirty="0"/>
            <a:t>e utilizan en casos particulares, por ejemplo, cuando se requiere recopilar rápidamente información sobre un producto o aplicación y proporcionar una retroalimentación inmediata. </a:t>
          </a:r>
          <a:endParaRPr lang="en-US" sz="1500" kern="1200" dirty="0"/>
        </a:p>
      </dsp:txBody>
      <dsp:txXfrm>
        <a:off x="2502744" y="1372430"/>
        <a:ext cx="9137927" cy="1192303"/>
      </dsp:txXfrm>
    </dsp:sp>
    <dsp:sp modelId="{0E0A2DDA-778A-4DD7-B0A4-0EDBA88F013E}">
      <dsp:nvSpPr>
        <dsp:cNvPr id="0" name=""/>
        <dsp:cNvSpPr/>
      </dsp:nvSpPr>
      <dsp:spPr>
        <a:xfrm>
          <a:off x="2328134" y="2564734"/>
          <a:ext cx="9312537"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BD7F6A3-07E7-4F59-83E5-5633BA8AD090}">
      <dsp:nvSpPr>
        <dsp:cNvPr id="0" name=""/>
        <dsp:cNvSpPr/>
      </dsp:nvSpPr>
      <dsp:spPr>
        <a:xfrm>
          <a:off x="0" y="2625631"/>
          <a:ext cx="1164067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20548D-7AA6-497E-98D3-4F96B86DEB98}">
      <dsp:nvSpPr>
        <dsp:cNvPr id="0" name=""/>
        <dsp:cNvSpPr/>
      </dsp:nvSpPr>
      <dsp:spPr>
        <a:xfrm>
          <a:off x="0" y="2625631"/>
          <a:ext cx="2328134" cy="131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defRPr b="1"/>
          </a:pPr>
          <a:r>
            <a:rPr lang="es-CR" sz="2400" b="1" kern="1200"/>
            <a:t>P</a:t>
          </a:r>
          <a:r>
            <a:rPr lang="es-CR" sz="2400" b="1" i="0" kern="1200"/>
            <a:t>ruebas ad-hoc</a:t>
          </a:r>
          <a:endParaRPr lang="en-US" sz="2400" b="1" kern="1200"/>
        </a:p>
      </dsp:txBody>
      <dsp:txXfrm>
        <a:off x="0" y="2625631"/>
        <a:ext cx="2328134" cy="1312815"/>
      </dsp:txXfrm>
    </dsp:sp>
    <dsp:sp modelId="{41E00140-39D7-41BB-ACD3-8D95EA7F2BEC}">
      <dsp:nvSpPr>
        <dsp:cNvPr id="0" name=""/>
        <dsp:cNvSpPr/>
      </dsp:nvSpPr>
      <dsp:spPr>
        <a:xfrm>
          <a:off x="2502744" y="2685246"/>
          <a:ext cx="9137927" cy="1192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b="0" i="0" kern="1200" dirty="0"/>
            <a:t>Se utiliza para </a:t>
          </a:r>
          <a:r>
            <a:rPr lang="es-CR" sz="1500" b="0" i="0" kern="1200" dirty="0">
              <a:solidFill>
                <a:srgbClr val="00B050"/>
              </a:solidFill>
            </a:rPr>
            <a:t>detectar errores y defectos </a:t>
          </a:r>
          <a:r>
            <a:rPr lang="es-CR" sz="1500" b="0" i="0" kern="1200" dirty="0"/>
            <a:t>en el software de forma no planificada y sin seguir un conjunto predeterminado de pasos. </a:t>
          </a:r>
          <a:r>
            <a:rPr lang="es-CR" sz="1500" b="0" i="0" kern="1200" dirty="0">
              <a:solidFill>
                <a:srgbClr val="00B050"/>
              </a:solidFill>
            </a:rPr>
            <a:t>Estas pruebas son realizadas sin una estrategia predefinida o un plan de pruebas formal</a:t>
          </a:r>
          <a:r>
            <a:rPr lang="es-CR" sz="1500" b="0" i="0" kern="1200" dirty="0"/>
            <a:t>. En lugar de seguir una secuencia de pruebas estructurada, estas pruebas se realizan de manera espontánea, utilizando el conocimiento y la experiencia previa para detectar problemas. Estas pruebas pueden ser realizadas en cualquier momento del ciclo de vida del software y se centran en áreas críticas y sensibles del software.</a:t>
          </a:r>
          <a:endParaRPr lang="en-US" sz="1500" kern="1200" dirty="0"/>
        </a:p>
      </dsp:txBody>
      <dsp:txXfrm>
        <a:off x="2502744" y="2685246"/>
        <a:ext cx="9137927" cy="1192303"/>
      </dsp:txXfrm>
    </dsp:sp>
    <dsp:sp modelId="{22A238FD-6950-44FD-BD2D-919A4D6AB0AA}">
      <dsp:nvSpPr>
        <dsp:cNvPr id="0" name=""/>
        <dsp:cNvSpPr/>
      </dsp:nvSpPr>
      <dsp:spPr>
        <a:xfrm>
          <a:off x="2328134" y="3877550"/>
          <a:ext cx="9312537"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9483D1-4B30-4CA4-9D09-4FB793372CAC}">
      <dsp:nvSpPr>
        <dsp:cNvPr id="0" name=""/>
        <dsp:cNvSpPr/>
      </dsp:nvSpPr>
      <dsp:spPr>
        <a:xfrm>
          <a:off x="0" y="3938447"/>
          <a:ext cx="1164067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F4829E-C332-473A-BA73-3683E565330F}">
      <dsp:nvSpPr>
        <dsp:cNvPr id="0" name=""/>
        <dsp:cNvSpPr/>
      </dsp:nvSpPr>
      <dsp:spPr>
        <a:xfrm>
          <a:off x="0" y="3938447"/>
          <a:ext cx="2328134" cy="13128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defRPr b="1"/>
          </a:pPr>
          <a:r>
            <a:rPr lang="es-CR" sz="2400" b="1" i="0" kern="1200"/>
            <a:t>Pruebas basadas en listas de comprobación</a:t>
          </a:r>
          <a:endParaRPr lang="en-US" sz="2400" b="1" kern="1200"/>
        </a:p>
      </dsp:txBody>
      <dsp:txXfrm>
        <a:off x="0" y="3938447"/>
        <a:ext cx="2328134" cy="1312815"/>
      </dsp:txXfrm>
    </dsp:sp>
    <dsp:sp modelId="{AC0C6799-5833-4EF5-ABCC-23A64A8A07D6}">
      <dsp:nvSpPr>
        <dsp:cNvPr id="0" name=""/>
        <dsp:cNvSpPr/>
      </dsp:nvSpPr>
      <dsp:spPr>
        <a:xfrm>
          <a:off x="2502744" y="3998062"/>
          <a:ext cx="9137927" cy="11923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just" defTabSz="666750">
            <a:lnSpc>
              <a:spcPct val="90000"/>
            </a:lnSpc>
            <a:spcBef>
              <a:spcPct val="0"/>
            </a:spcBef>
            <a:spcAft>
              <a:spcPct val="35000"/>
            </a:spcAft>
            <a:buNone/>
          </a:pPr>
          <a:r>
            <a:rPr lang="es-CR" sz="1500" b="0" i="0" kern="1200" dirty="0"/>
            <a:t>En esta técnica, </a:t>
          </a:r>
          <a:r>
            <a:rPr lang="es-CR" sz="1500" b="0" i="0" kern="1200" dirty="0">
              <a:solidFill>
                <a:srgbClr val="00B050"/>
              </a:solidFill>
            </a:rPr>
            <a:t>el </a:t>
          </a:r>
          <a:r>
            <a:rPr lang="es-CR" sz="1500" b="0" i="0" kern="1200" dirty="0" err="1">
              <a:solidFill>
                <a:srgbClr val="00B050"/>
              </a:solidFill>
            </a:rPr>
            <a:t>tester</a:t>
          </a:r>
          <a:r>
            <a:rPr lang="es-CR" sz="1500" b="0" i="0" kern="1200" dirty="0">
              <a:solidFill>
                <a:srgbClr val="00B050"/>
              </a:solidFill>
            </a:rPr>
            <a:t> utiliza su experiencia previa para elaborar una lista de comprobación </a:t>
          </a:r>
          <a:r>
            <a:rPr lang="es-CR" sz="1500" b="0" i="0" kern="1200" dirty="0"/>
            <a:t>que sirve como una guía para llevar dirigir las pruebas. La lista de comprobación establece un estándar y ayuda al </a:t>
          </a:r>
          <a:r>
            <a:rPr lang="es-CR" sz="1500" b="0" i="0" kern="1200" dirty="0" err="1"/>
            <a:t>tester</a:t>
          </a:r>
          <a:r>
            <a:rPr lang="es-CR" sz="1500" b="0" i="0" kern="1200" dirty="0"/>
            <a:t> a recordar lo que debe ser probado y lo que ya fue probado. La lista de comprobación no es una lista estática y definitiva, es decir, puede ser modificada en función de las necesidades y requisitos que surjan durante las pruebas.</a:t>
          </a:r>
          <a:endParaRPr lang="en-US" sz="1500" kern="1200" dirty="0"/>
        </a:p>
      </dsp:txBody>
      <dsp:txXfrm>
        <a:off x="2502744" y="3998062"/>
        <a:ext cx="9137927" cy="1192303"/>
      </dsp:txXfrm>
    </dsp:sp>
    <dsp:sp modelId="{4B415887-BD74-4A6C-B164-F2A84F342086}">
      <dsp:nvSpPr>
        <dsp:cNvPr id="0" name=""/>
        <dsp:cNvSpPr/>
      </dsp:nvSpPr>
      <dsp:spPr>
        <a:xfrm>
          <a:off x="2328134" y="5190365"/>
          <a:ext cx="9312537" cy="0"/>
        </a:xfrm>
        <a:prstGeom prst="line">
          <a:avLst/>
        </a:prstGeom>
        <a:solidFill>
          <a:schemeClr val="accent2">
            <a:hueOff val="0"/>
            <a:satOff val="0"/>
            <a:lumOff val="0"/>
            <a:alphaOff val="0"/>
          </a:schemeClr>
        </a:solidFill>
        <a:ln w="12700" cap="flat" cmpd="sng" algn="ctr">
          <a:solidFill>
            <a:schemeClr val="accent2">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9.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9.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0.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9.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0.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2">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3#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1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3d3#4">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1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3#5">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1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17">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3d3#6">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18">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20">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2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2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2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25">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26">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s-CR"/>
          </a:p>
        </p:txBody>
      </p:sp>
      <p:sp>
        <p:nvSpPr>
          <p:cNvPr id="3" name="Marcador de fecha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1393D0F4-6944-4F5A-85E4-5F2F0B420259}" type="datetimeFigureOut">
              <a:rPr lang="es-CR" smtClean="0"/>
              <a:t>25/8/2026</a:t>
            </a:fld>
            <a:endParaRPr lang="es-CR"/>
          </a:p>
        </p:txBody>
      </p:sp>
      <p:sp>
        <p:nvSpPr>
          <p:cNvPr id="4" name="Marcador de imagen de diapositiva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s-CR"/>
          </a:p>
        </p:txBody>
      </p:sp>
      <p:sp>
        <p:nvSpPr>
          <p:cNvPr id="5" name="Marcador de notas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s-CR"/>
          </a:p>
        </p:txBody>
      </p:sp>
      <p:sp>
        <p:nvSpPr>
          <p:cNvPr id="7" name="Marcador de número de diapositiva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A44B0C48-7FCA-4E9E-B093-2588EB367786}" type="slidenum">
              <a:rPr lang="es-CR" smtClean="0"/>
              <a:t>‹#›</a:t>
            </a:fld>
            <a:endParaRPr lang="es-CR"/>
          </a:p>
        </p:txBody>
      </p:sp>
    </p:spTree>
    <p:extLst>
      <p:ext uri="{BB962C8B-B14F-4D97-AF65-F5344CB8AC3E}">
        <p14:creationId xmlns:p14="http://schemas.microsoft.com/office/powerpoint/2010/main" val="1602703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024" userDrawn="1">
          <p15:clr>
            <a:srgbClr val="F26B43"/>
          </p15:clr>
        </p15:guide>
        <p15:guide id="2" pos="2304"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1</a:t>
            </a:fld>
            <a:endParaRPr lang="es-CR"/>
          </a:p>
        </p:txBody>
      </p:sp>
    </p:spTree>
    <p:extLst>
      <p:ext uri="{BB962C8B-B14F-4D97-AF65-F5344CB8AC3E}">
        <p14:creationId xmlns:p14="http://schemas.microsoft.com/office/powerpoint/2010/main" val="29752788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2</a:t>
            </a:fld>
            <a:endParaRPr lang="es-CR"/>
          </a:p>
        </p:txBody>
      </p:sp>
    </p:spTree>
    <p:extLst>
      <p:ext uri="{BB962C8B-B14F-4D97-AF65-F5344CB8AC3E}">
        <p14:creationId xmlns:p14="http://schemas.microsoft.com/office/powerpoint/2010/main" val="2980018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3</a:t>
            </a:fld>
            <a:endParaRPr lang="es-CR"/>
          </a:p>
        </p:txBody>
      </p:sp>
    </p:spTree>
    <p:extLst>
      <p:ext uri="{BB962C8B-B14F-4D97-AF65-F5344CB8AC3E}">
        <p14:creationId xmlns:p14="http://schemas.microsoft.com/office/powerpoint/2010/main" val="4205688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6</a:t>
            </a:fld>
            <a:endParaRPr lang="es-CR"/>
          </a:p>
        </p:txBody>
      </p:sp>
    </p:spTree>
    <p:extLst>
      <p:ext uri="{BB962C8B-B14F-4D97-AF65-F5344CB8AC3E}">
        <p14:creationId xmlns:p14="http://schemas.microsoft.com/office/powerpoint/2010/main" val="4214236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eaLnBrk="1" fontAlgn="t" latinLnBrk="0" hangingPunct="1"/>
            <a:r>
              <a:rPr lang="es-CR" sz="1200" b="1" i="0" u="sng" strike="noStrike" kern="1200" dirty="0">
                <a:solidFill>
                  <a:schemeClr val="tx1"/>
                </a:solidFill>
                <a:effectLst/>
                <a:latin typeface="+mn-lt"/>
                <a:ea typeface="+mn-ea"/>
                <a:cs typeface="+mn-cs"/>
              </a:rPr>
              <a:t>Código</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sng" strike="noStrike" kern="1200" dirty="0">
                <a:solidFill>
                  <a:schemeClr val="tx1"/>
                </a:solidFill>
                <a:effectLst/>
                <a:latin typeface="+mn-lt"/>
                <a:ea typeface="+mn-ea"/>
                <a:cs typeface="+mn-cs"/>
              </a:rPr>
              <a:t>Hardware y software</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sng" strike="noStrike" kern="1200" dirty="0">
                <a:solidFill>
                  <a:schemeClr val="tx1"/>
                </a:solidFill>
                <a:effectLst/>
                <a:latin typeface="+mn-lt"/>
                <a:ea typeface="+mn-ea"/>
                <a:cs typeface="+mn-cs"/>
              </a:rPr>
              <a:t>Comentarios</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none" strike="noStrike" kern="1200" dirty="0">
                <a:solidFill>
                  <a:schemeClr val="tx1"/>
                </a:solidFill>
                <a:effectLst/>
                <a:latin typeface="+mn-lt"/>
                <a:ea typeface="+mn-ea"/>
                <a:cs typeface="+mn-cs"/>
              </a:rPr>
              <a:t>Nombre</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none" strike="noStrike" kern="1200" dirty="0">
                <a:solidFill>
                  <a:schemeClr val="tx1"/>
                </a:solidFill>
                <a:effectLst/>
                <a:latin typeface="+mn-lt"/>
                <a:ea typeface="+mn-ea"/>
                <a:cs typeface="+mn-cs"/>
              </a:rPr>
              <a:t>Descripción</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none" strike="noStrike" kern="1200" dirty="0">
                <a:solidFill>
                  <a:schemeClr val="tx1"/>
                </a:solidFill>
                <a:effectLst/>
                <a:latin typeface="+mn-lt"/>
                <a:ea typeface="+mn-ea"/>
                <a:cs typeface="+mn-cs"/>
              </a:rPr>
              <a:t>Encargado</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sng" strike="noStrike" kern="1200" dirty="0">
                <a:solidFill>
                  <a:schemeClr val="tx1"/>
                </a:solidFill>
                <a:effectLst/>
                <a:latin typeface="+mn-lt"/>
                <a:ea typeface="+mn-ea"/>
                <a:cs typeface="+mn-cs"/>
              </a:rPr>
              <a:t>Precondiciones</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sng" strike="noStrike" kern="1200" dirty="0">
                <a:solidFill>
                  <a:schemeClr val="tx1"/>
                </a:solidFill>
                <a:effectLst/>
                <a:latin typeface="+mn-lt"/>
                <a:ea typeface="+mn-ea"/>
                <a:cs typeface="+mn-cs"/>
              </a:rPr>
              <a:t>Pasos</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sng" strike="noStrike" kern="1200" dirty="0">
                <a:solidFill>
                  <a:schemeClr val="tx1"/>
                </a:solidFill>
                <a:effectLst/>
                <a:latin typeface="+mn-lt"/>
                <a:ea typeface="+mn-ea"/>
                <a:cs typeface="+mn-cs"/>
              </a:rPr>
              <a:t>Resultados esperados (Por paso)</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none" strike="noStrike" kern="1200" dirty="0">
                <a:solidFill>
                  <a:schemeClr val="tx1"/>
                </a:solidFill>
                <a:effectLst/>
                <a:latin typeface="+mn-lt"/>
                <a:ea typeface="+mn-ea"/>
                <a:cs typeface="+mn-cs"/>
              </a:rPr>
              <a:t>Prioridad</a:t>
            </a:r>
            <a:endParaRPr lang="es-CR" sz="1200" b="0" i="0" u="none" strike="noStrike" kern="1200" dirty="0">
              <a:solidFill>
                <a:schemeClr val="tx1"/>
              </a:solidFill>
              <a:effectLst/>
              <a:latin typeface="+mn-lt"/>
              <a:ea typeface="+mn-ea"/>
              <a:cs typeface="+mn-cs"/>
            </a:endParaRPr>
          </a:p>
          <a:p>
            <a:pPr rtl="0" eaLnBrk="1" fontAlgn="t" latinLnBrk="0" hangingPunct="1"/>
            <a:r>
              <a:rPr lang="es-CR" sz="1200" b="1" i="0" u="none" strike="noStrike" kern="1200" dirty="0">
                <a:solidFill>
                  <a:schemeClr val="tx1"/>
                </a:solidFill>
                <a:effectLst/>
                <a:latin typeface="+mn-lt"/>
                <a:ea typeface="+mn-ea"/>
                <a:cs typeface="+mn-cs"/>
              </a:rPr>
              <a:t>Notas</a:t>
            </a:r>
          </a:p>
          <a:p>
            <a:pPr rtl="0" eaLnBrk="1" fontAlgn="t" latinLnBrk="0" hangingPunct="1"/>
            <a:r>
              <a:rPr lang="es-CR" sz="1200" b="1" i="0" u="none" strike="noStrike" kern="1200" dirty="0">
                <a:solidFill>
                  <a:schemeClr val="tx1"/>
                </a:solidFill>
                <a:effectLst/>
                <a:latin typeface="+mn-lt"/>
                <a:ea typeface="+mn-ea"/>
                <a:cs typeface="+mn-cs"/>
              </a:rPr>
              <a:t>Tags como: (Sistema operativo</a:t>
            </a:r>
            <a:r>
              <a:rPr lang="es-CR" sz="1200" b="0" i="0" u="none" strike="noStrike" kern="1200" dirty="0">
                <a:solidFill>
                  <a:schemeClr val="tx1"/>
                </a:solidFill>
                <a:effectLst/>
                <a:latin typeface="+mn-lt"/>
                <a:ea typeface="+mn-ea"/>
                <a:cs typeface="+mn-cs"/>
              </a:rPr>
              <a:t>, </a:t>
            </a:r>
            <a:r>
              <a:rPr lang="es-CR" sz="1200" b="1" i="0" u="none" strike="noStrike" kern="1200" dirty="0">
                <a:solidFill>
                  <a:schemeClr val="tx1"/>
                </a:solidFill>
                <a:effectLst/>
                <a:latin typeface="+mn-lt"/>
                <a:ea typeface="+mn-ea"/>
                <a:cs typeface="+mn-cs"/>
              </a:rPr>
              <a:t>Navegador)</a:t>
            </a:r>
            <a:endParaRPr lang="es-CR" sz="1200" b="0" i="0" u="none" strike="noStrike" kern="1200" dirty="0">
              <a:solidFill>
                <a:schemeClr val="tx1"/>
              </a:solidFill>
              <a:effectLst/>
              <a:latin typeface="+mn-lt"/>
              <a:ea typeface="+mn-ea"/>
              <a:cs typeface="+mn-cs"/>
            </a:endParaRPr>
          </a:p>
          <a:p>
            <a:endParaRPr lang="es-CR" dirty="0"/>
          </a:p>
        </p:txBody>
      </p:sp>
      <p:sp>
        <p:nvSpPr>
          <p:cNvPr id="4" name="Slide Number Placeholder 3"/>
          <p:cNvSpPr>
            <a:spLocks noGrp="1"/>
          </p:cNvSpPr>
          <p:nvPr>
            <p:ph type="sldNum" sz="quarter" idx="5"/>
          </p:nvPr>
        </p:nvSpPr>
        <p:spPr/>
        <p:txBody>
          <a:bodyPr/>
          <a:lstStyle/>
          <a:p>
            <a:fld id="{A44B0C48-7FCA-4E9E-B093-2588EB367786}" type="slidenum">
              <a:rPr lang="es-CR" smtClean="0"/>
              <a:t>7</a:t>
            </a:fld>
            <a:endParaRPr lang="es-CR"/>
          </a:p>
        </p:txBody>
      </p:sp>
    </p:spTree>
    <p:extLst>
      <p:ext uri="{BB962C8B-B14F-4D97-AF65-F5344CB8AC3E}">
        <p14:creationId xmlns:p14="http://schemas.microsoft.com/office/powerpoint/2010/main" val="1928947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11</a:t>
            </a:fld>
            <a:endParaRPr lang="es-CR"/>
          </a:p>
        </p:txBody>
      </p:sp>
    </p:spTree>
    <p:extLst>
      <p:ext uri="{BB962C8B-B14F-4D97-AF65-F5344CB8AC3E}">
        <p14:creationId xmlns:p14="http://schemas.microsoft.com/office/powerpoint/2010/main" val="3046144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Cuando probamos una función sola con sus casos, estamos haciendo </a:t>
            </a:r>
            <a:r>
              <a:rPr lang="es-CR" dirty="0" err="1"/>
              <a:t>Unit</a:t>
            </a:r>
            <a:r>
              <a:rPr lang="es-CR" dirty="0"/>
              <a:t> </a:t>
            </a:r>
            <a:r>
              <a:rPr lang="es-CR" dirty="0" err="1"/>
              <a:t>Testing</a:t>
            </a:r>
            <a:endParaRPr lang="es-CR" dirty="0"/>
          </a:p>
        </p:txBody>
      </p:sp>
      <p:sp>
        <p:nvSpPr>
          <p:cNvPr id="4" name="Slide Number Placeholder 3"/>
          <p:cNvSpPr>
            <a:spLocks noGrp="1"/>
          </p:cNvSpPr>
          <p:nvPr>
            <p:ph type="sldNum" sz="quarter" idx="5"/>
          </p:nvPr>
        </p:nvSpPr>
        <p:spPr/>
        <p:txBody>
          <a:bodyPr/>
          <a:lstStyle/>
          <a:p>
            <a:fld id="{A44B0C48-7FCA-4E9E-B093-2588EB367786}" type="slidenum">
              <a:rPr lang="es-CR" smtClean="0"/>
              <a:t>18</a:t>
            </a:fld>
            <a:endParaRPr lang="es-CR"/>
          </a:p>
        </p:txBody>
      </p:sp>
    </p:spTree>
    <p:extLst>
      <p:ext uri="{BB962C8B-B14F-4D97-AF65-F5344CB8AC3E}">
        <p14:creationId xmlns:p14="http://schemas.microsoft.com/office/powerpoint/2010/main" val="2149699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20</a:t>
            </a:fld>
            <a:endParaRPr lang="es-CR"/>
          </a:p>
        </p:txBody>
      </p:sp>
    </p:spTree>
    <p:extLst>
      <p:ext uri="{BB962C8B-B14F-4D97-AF65-F5344CB8AC3E}">
        <p14:creationId xmlns:p14="http://schemas.microsoft.com/office/powerpoint/2010/main" val="239404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40</a:t>
            </a:fld>
            <a:endParaRPr lang="es-CR"/>
          </a:p>
        </p:txBody>
      </p:sp>
    </p:spTree>
    <p:extLst>
      <p:ext uri="{BB962C8B-B14F-4D97-AF65-F5344CB8AC3E}">
        <p14:creationId xmlns:p14="http://schemas.microsoft.com/office/powerpoint/2010/main" val="32330918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Relación entre niveles de pruebas vs tipos de pruebas. No son conceptos diferidos, sino que un tipo de prueba se encuentra dentro de un nivel especifico.</a:t>
            </a:r>
          </a:p>
          <a:p>
            <a:endParaRPr lang="es-CR" dirty="0"/>
          </a:p>
        </p:txBody>
      </p:sp>
      <p:sp>
        <p:nvSpPr>
          <p:cNvPr id="4" name="Slide Number Placeholder 3"/>
          <p:cNvSpPr>
            <a:spLocks noGrp="1"/>
          </p:cNvSpPr>
          <p:nvPr>
            <p:ph type="sldNum" sz="quarter" idx="5"/>
          </p:nvPr>
        </p:nvSpPr>
        <p:spPr/>
        <p:txBody>
          <a:bodyPr/>
          <a:lstStyle/>
          <a:p>
            <a:fld id="{A44B0C48-7FCA-4E9E-B093-2588EB367786}" type="slidenum">
              <a:rPr lang="es-CR" smtClean="0"/>
              <a:t>46</a:t>
            </a:fld>
            <a:endParaRPr lang="es-CR"/>
          </a:p>
        </p:txBody>
      </p:sp>
    </p:spTree>
    <p:extLst>
      <p:ext uri="{BB962C8B-B14F-4D97-AF65-F5344CB8AC3E}">
        <p14:creationId xmlns:p14="http://schemas.microsoft.com/office/powerpoint/2010/main" val="3162239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48</a:t>
            </a:fld>
            <a:endParaRPr lang="es-CR"/>
          </a:p>
        </p:txBody>
      </p:sp>
    </p:spTree>
    <p:extLst>
      <p:ext uri="{BB962C8B-B14F-4D97-AF65-F5344CB8AC3E}">
        <p14:creationId xmlns:p14="http://schemas.microsoft.com/office/powerpoint/2010/main" val="78814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52</a:t>
            </a:fld>
            <a:endParaRPr lang="es-CR"/>
          </a:p>
        </p:txBody>
      </p:sp>
    </p:spTree>
    <p:extLst>
      <p:ext uri="{BB962C8B-B14F-4D97-AF65-F5344CB8AC3E}">
        <p14:creationId xmlns:p14="http://schemas.microsoft.com/office/powerpoint/2010/main" val="1485840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53</a:t>
            </a:fld>
            <a:endParaRPr lang="es-CR"/>
          </a:p>
        </p:txBody>
      </p:sp>
    </p:spTree>
    <p:extLst>
      <p:ext uri="{BB962C8B-B14F-4D97-AF65-F5344CB8AC3E}">
        <p14:creationId xmlns:p14="http://schemas.microsoft.com/office/powerpoint/2010/main" val="2893766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R" dirty="0"/>
              <a:t>¿En que nivel se encuentran las pruebas de caja negra?</a:t>
            </a:r>
          </a:p>
          <a:p>
            <a:endParaRPr lang="es-CR" dirty="0"/>
          </a:p>
        </p:txBody>
      </p:sp>
      <p:sp>
        <p:nvSpPr>
          <p:cNvPr id="4" name="Slide Number Placeholder 3"/>
          <p:cNvSpPr>
            <a:spLocks noGrp="1"/>
          </p:cNvSpPr>
          <p:nvPr>
            <p:ph type="sldNum" sz="quarter" idx="5"/>
          </p:nvPr>
        </p:nvSpPr>
        <p:spPr/>
        <p:txBody>
          <a:bodyPr/>
          <a:lstStyle/>
          <a:p>
            <a:fld id="{A44B0C48-7FCA-4E9E-B093-2588EB367786}" type="slidenum">
              <a:rPr lang="es-CR" smtClean="0"/>
              <a:t>58</a:t>
            </a:fld>
            <a:endParaRPr lang="es-CR"/>
          </a:p>
        </p:txBody>
      </p:sp>
    </p:spTree>
    <p:extLst>
      <p:ext uri="{BB962C8B-B14F-4D97-AF65-F5344CB8AC3E}">
        <p14:creationId xmlns:p14="http://schemas.microsoft.com/office/powerpoint/2010/main" val="13552771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R" dirty="0"/>
              <a:t>¿En que nivel se encuentran las pruebas de caja blanca?</a:t>
            </a:r>
          </a:p>
        </p:txBody>
      </p:sp>
      <p:sp>
        <p:nvSpPr>
          <p:cNvPr id="4" name="Slide Number Placeholder 3"/>
          <p:cNvSpPr>
            <a:spLocks noGrp="1"/>
          </p:cNvSpPr>
          <p:nvPr>
            <p:ph type="sldNum" sz="quarter" idx="5"/>
          </p:nvPr>
        </p:nvSpPr>
        <p:spPr/>
        <p:txBody>
          <a:bodyPr/>
          <a:lstStyle/>
          <a:p>
            <a:fld id="{A44B0C48-7FCA-4E9E-B093-2588EB367786}" type="slidenum">
              <a:rPr lang="es-CR" smtClean="0"/>
              <a:t>60</a:t>
            </a:fld>
            <a:endParaRPr lang="es-CR"/>
          </a:p>
        </p:txBody>
      </p:sp>
    </p:spTree>
    <p:extLst>
      <p:ext uri="{BB962C8B-B14F-4D97-AF65-F5344CB8AC3E}">
        <p14:creationId xmlns:p14="http://schemas.microsoft.com/office/powerpoint/2010/main" val="17987786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65</a:t>
            </a:fld>
            <a:endParaRPr lang="es-CR"/>
          </a:p>
        </p:txBody>
      </p:sp>
    </p:spTree>
    <p:extLst>
      <p:ext uri="{BB962C8B-B14F-4D97-AF65-F5344CB8AC3E}">
        <p14:creationId xmlns:p14="http://schemas.microsoft.com/office/powerpoint/2010/main" val="1753620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R" dirty="0"/>
          </a:p>
        </p:txBody>
      </p:sp>
      <p:sp>
        <p:nvSpPr>
          <p:cNvPr id="4" name="Marcador de número de diapositiva 3"/>
          <p:cNvSpPr>
            <a:spLocks noGrp="1"/>
          </p:cNvSpPr>
          <p:nvPr>
            <p:ph type="sldNum" sz="quarter" idx="5"/>
          </p:nvPr>
        </p:nvSpPr>
        <p:spPr/>
        <p:txBody>
          <a:bodyPr/>
          <a:lstStyle/>
          <a:p>
            <a:fld id="{A44B0C48-7FCA-4E9E-B093-2588EB367786}" type="slidenum">
              <a:rPr lang="es-CR" smtClean="0"/>
              <a:t>66</a:t>
            </a:fld>
            <a:endParaRPr lang="es-CR"/>
          </a:p>
        </p:txBody>
      </p:sp>
    </p:spTree>
    <p:extLst>
      <p:ext uri="{BB962C8B-B14F-4D97-AF65-F5344CB8AC3E}">
        <p14:creationId xmlns:p14="http://schemas.microsoft.com/office/powerpoint/2010/main" val="1894000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351091-EF85-422B-A2C9-8253789E8D1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R"/>
          </a:p>
        </p:txBody>
      </p:sp>
      <p:sp>
        <p:nvSpPr>
          <p:cNvPr id="3" name="Subtítulo 2">
            <a:extLst>
              <a:ext uri="{FF2B5EF4-FFF2-40B4-BE49-F238E27FC236}">
                <a16:creationId xmlns:a16="http://schemas.microsoft.com/office/drawing/2014/main" id="{12944D78-7717-44E8-A4D2-29AC10AE6A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R"/>
          </a:p>
        </p:txBody>
      </p:sp>
      <p:sp>
        <p:nvSpPr>
          <p:cNvPr id="4" name="Marcador de fecha 3">
            <a:extLst>
              <a:ext uri="{FF2B5EF4-FFF2-40B4-BE49-F238E27FC236}">
                <a16:creationId xmlns:a16="http://schemas.microsoft.com/office/drawing/2014/main" id="{FD1476A1-14DE-4F21-B5BC-B2D86E1AB5E9}"/>
              </a:ext>
            </a:extLst>
          </p:cNvPr>
          <p:cNvSpPr>
            <a:spLocks noGrp="1"/>
          </p:cNvSpPr>
          <p:nvPr>
            <p:ph type="dt" sz="half" idx="10"/>
          </p:nvPr>
        </p:nvSpPr>
        <p:spPr/>
        <p:txBody>
          <a:bodyPr/>
          <a:lstStyle/>
          <a:p>
            <a:fld id="{E4C0E0B0-A642-4A23-8444-47CBE8C3E2CF}" type="datetime1">
              <a:rPr lang="es-CR" smtClean="0"/>
              <a:t>25/8/2026</a:t>
            </a:fld>
            <a:endParaRPr lang="es-CR"/>
          </a:p>
        </p:txBody>
      </p:sp>
      <p:sp>
        <p:nvSpPr>
          <p:cNvPr id="5" name="Marcador de pie de página 4">
            <a:extLst>
              <a:ext uri="{FF2B5EF4-FFF2-40B4-BE49-F238E27FC236}">
                <a16:creationId xmlns:a16="http://schemas.microsoft.com/office/drawing/2014/main" id="{31D5EE21-2E8D-48E6-B9A2-7DD712F9A55B}"/>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2694891B-7BFD-4423-BB64-245072C27803}"/>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2064782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395F1-1091-4D99-9D07-EAAF9B352C84}"/>
              </a:ext>
            </a:extLst>
          </p:cNvPr>
          <p:cNvSpPr>
            <a:spLocks noGrp="1"/>
          </p:cNvSpPr>
          <p:nvPr>
            <p:ph type="title"/>
          </p:nvPr>
        </p:nvSpPr>
        <p:spPr/>
        <p:txBody>
          <a:bodyPr>
            <a:noAutofit/>
          </a:bodyPr>
          <a:lstStyle>
            <a:lvl1pPr>
              <a:defRPr sz="4800" b="1"/>
            </a:lvl1p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E578D5CE-651D-4179-9DEB-591F833F8FF5}"/>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Tree>
    <p:extLst>
      <p:ext uri="{BB962C8B-B14F-4D97-AF65-F5344CB8AC3E}">
        <p14:creationId xmlns:p14="http://schemas.microsoft.com/office/powerpoint/2010/main" val="54932460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FE81DA-314F-4122-A498-0E68B1A9AE0D}"/>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6B1DF818-C229-4563-98D4-066BC1F997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B31B36E3-F65D-4B1C-9AE5-C034E4CAD24A}"/>
              </a:ext>
            </a:extLst>
          </p:cNvPr>
          <p:cNvSpPr>
            <a:spLocks noGrp="1"/>
          </p:cNvSpPr>
          <p:nvPr>
            <p:ph type="dt" sz="half" idx="10"/>
          </p:nvPr>
        </p:nvSpPr>
        <p:spPr/>
        <p:txBody>
          <a:bodyPr/>
          <a:lstStyle/>
          <a:p>
            <a:fld id="{44737099-6F06-4DA4-BCE8-80CC1CFC0C5E}" type="datetime1">
              <a:rPr lang="es-CR" smtClean="0"/>
              <a:t>25/8/2026</a:t>
            </a:fld>
            <a:endParaRPr lang="es-CR"/>
          </a:p>
        </p:txBody>
      </p:sp>
      <p:sp>
        <p:nvSpPr>
          <p:cNvPr id="5" name="Marcador de pie de página 4">
            <a:extLst>
              <a:ext uri="{FF2B5EF4-FFF2-40B4-BE49-F238E27FC236}">
                <a16:creationId xmlns:a16="http://schemas.microsoft.com/office/drawing/2014/main" id="{DE6F9C38-DF5B-4B3C-9787-32110689A1A9}"/>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3533A283-EC49-41BE-93F5-462FB45F97DF}"/>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2125428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948E8-5B48-4743-8C96-104B59631CF9}"/>
              </a:ext>
            </a:extLst>
          </p:cNvPr>
          <p:cNvSpPr>
            <a:spLocks noGrp="1"/>
          </p:cNvSpPr>
          <p:nvPr>
            <p:ph type="title"/>
          </p:nvPr>
        </p:nvSpPr>
        <p:spPr/>
        <p:txBody>
          <a:bodyPr>
            <a:noAutofit/>
          </a:bodyPr>
          <a:lstStyle>
            <a:lvl1pPr>
              <a:defRPr sz="4800" b="1"/>
            </a:lvl1p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C07D8BE3-C173-4C3D-A400-4ACA4B92CDDF}"/>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contenido 3">
            <a:extLst>
              <a:ext uri="{FF2B5EF4-FFF2-40B4-BE49-F238E27FC236}">
                <a16:creationId xmlns:a16="http://schemas.microsoft.com/office/drawing/2014/main" id="{388F663B-A0A1-4F01-AED8-CDD7E0CB1D66}"/>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Tree>
    <p:extLst>
      <p:ext uri="{BB962C8B-B14F-4D97-AF65-F5344CB8AC3E}">
        <p14:creationId xmlns:p14="http://schemas.microsoft.com/office/powerpoint/2010/main" val="3145889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E9492E-B9AC-41B4-8308-432EF52728B1}"/>
              </a:ext>
            </a:extLst>
          </p:cNvPr>
          <p:cNvSpPr>
            <a:spLocks noGrp="1"/>
          </p:cNvSpPr>
          <p:nvPr>
            <p:ph type="title"/>
          </p:nvPr>
        </p:nvSpPr>
        <p:spPr>
          <a:xfrm>
            <a:off x="839788" y="365125"/>
            <a:ext cx="10515600" cy="1325563"/>
          </a:xfrm>
        </p:spPr>
        <p:txBody>
          <a:bodyPr>
            <a:noAutofit/>
          </a:bodyPr>
          <a:lstStyle>
            <a:lvl1pPr>
              <a:defRPr sz="4800" b="1"/>
            </a:lvl1p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2AE959E5-9169-4AF6-B7E5-A51ECC3DAE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9A15778E-2FA8-4115-B9F3-D3DC3E0AFD52}"/>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5" name="Marcador de texto 4">
            <a:extLst>
              <a:ext uri="{FF2B5EF4-FFF2-40B4-BE49-F238E27FC236}">
                <a16:creationId xmlns:a16="http://schemas.microsoft.com/office/drawing/2014/main" id="{170112C0-F3E8-45AF-8D7C-3B08434C65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67FE59B4-A27A-485C-BDF2-1EA7CFF63B2F}"/>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Tree>
    <p:extLst>
      <p:ext uri="{BB962C8B-B14F-4D97-AF65-F5344CB8AC3E}">
        <p14:creationId xmlns:p14="http://schemas.microsoft.com/office/powerpoint/2010/main" val="41682489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1EF861-F773-465E-AC58-64BAE375013F}"/>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fecha 2">
            <a:extLst>
              <a:ext uri="{FF2B5EF4-FFF2-40B4-BE49-F238E27FC236}">
                <a16:creationId xmlns:a16="http://schemas.microsoft.com/office/drawing/2014/main" id="{4AAE3512-5C8F-4631-8844-0A4923458201}"/>
              </a:ext>
            </a:extLst>
          </p:cNvPr>
          <p:cNvSpPr>
            <a:spLocks noGrp="1"/>
          </p:cNvSpPr>
          <p:nvPr>
            <p:ph type="dt" sz="half" idx="10"/>
          </p:nvPr>
        </p:nvSpPr>
        <p:spPr/>
        <p:txBody>
          <a:bodyPr/>
          <a:lstStyle/>
          <a:p>
            <a:fld id="{62A64B09-D895-4452-A110-07574210E9F0}" type="datetime1">
              <a:rPr lang="es-CR" smtClean="0"/>
              <a:t>25/8/2026</a:t>
            </a:fld>
            <a:endParaRPr lang="es-CR"/>
          </a:p>
        </p:txBody>
      </p:sp>
      <p:sp>
        <p:nvSpPr>
          <p:cNvPr id="4" name="Marcador de pie de página 3">
            <a:extLst>
              <a:ext uri="{FF2B5EF4-FFF2-40B4-BE49-F238E27FC236}">
                <a16:creationId xmlns:a16="http://schemas.microsoft.com/office/drawing/2014/main" id="{79C42F6D-9873-4E7C-90F8-B508521D3C8A}"/>
              </a:ext>
            </a:extLst>
          </p:cNvPr>
          <p:cNvSpPr>
            <a:spLocks noGrp="1"/>
          </p:cNvSpPr>
          <p:nvPr>
            <p:ph type="ftr" sz="quarter" idx="11"/>
          </p:nvPr>
        </p:nvSpPr>
        <p:spPr/>
        <p:txBody>
          <a:bodyPr/>
          <a:lstStyle/>
          <a:p>
            <a:r>
              <a:rPr lang="es-CR"/>
              <a:t>Ing. Marlen Treviño</a:t>
            </a:r>
          </a:p>
        </p:txBody>
      </p:sp>
      <p:sp>
        <p:nvSpPr>
          <p:cNvPr id="5" name="Marcador de número de diapositiva 4">
            <a:extLst>
              <a:ext uri="{FF2B5EF4-FFF2-40B4-BE49-F238E27FC236}">
                <a16:creationId xmlns:a16="http://schemas.microsoft.com/office/drawing/2014/main" id="{2903E6A4-E3C8-4FA2-987E-5C0CCCEF19EF}"/>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38295740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B337C332-E17A-4DC7-866B-8D195697C9CF}"/>
              </a:ext>
            </a:extLst>
          </p:cNvPr>
          <p:cNvSpPr>
            <a:spLocks noGrp="1"/>
          </p:cNvSpPr>
          <p:nvPr>
            <p:ph type="dt" sz="half" idx="10"/>
          </p:nvPr>
        </p:nvSpPr>
        <p:spPr/>
        <p:txBody>
          <a:bodyPr/>
          <a:lstStyle/>
          <a:p>
            <a:fld id="{335EF3D6-6EC3-4B85-AD2A-33187F9C0D47}" type="datetime1">
              <a:rPr lang="es-CR" smtClean="0"/>
              <a:t>25/8/2026</a:t>
            </a:fld>
            <a:endParaRPr lang="es-CR"/>
          </a:p>
        </p:txBody>
      </p:sp>
      <p:sp>
        <p:nvSpPr>
          <p:cNvPr id="3" name="Marcador de pie de página 2">
            <a:extLst>
              <a:ext uri="{FF2B5EF4-FFF2-40B4-BE49-F238E27FC236}">
                <a16:creationId xmlns:a16="http://schemas.microsoft.com/office/drawing/2014/main" id="{3324F2BC-31A0-41B2-9366-9598D742477D}"/>
              </a:ext>
            </a:extLst>
          </p:cNvPr>
          <p:cNvSpPr>
            <a:spLocks noGrp="1"/>
          </p:cNvSpPr>
          <p:nvPr>
            <p:ph type="ftr" sz="quarter" idx="11"/>
          </p:nvPr>
        </p:nvSpPr>
        <p:spPr/>
        <p:txBody>
          <a:bodyPr/>
          <a:lstStyle/>
          <a:p>
            <a:r>
              <a:rPr lang="es-CR"/>
              <a:t>Ing. Marlen Treviño</a:t>
            </a:r>
          </a:p>
        </p:txBody>
      </p:sp>
      <p:sp>
        <p:nvSpPr>
          <p:cNvPr id="4" name="Marcador de número de diapositiva 3">
            <a:extLst>
              <a:ext uri="{FF2B5EF4-FFF2-40B4-BE49-F238E27FC236}">
                <a16:creationId xmlns:a16="http://schemas.microsoft.com/office/drawing/2014/main" id="{0E8C13F6-F104-45F5-B82E-AF4CAF6BEA8B}"/>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23486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9E7993-4AAE-4452-A8FF-548D420EFA4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R"/>
          </a:p>
        </p:txBody>
      </p:sp>
      <p:sp>
        <p:nvSpPr>
          <p:cNvPr id="3" name="Marcador de contenido 2">
            <a:extLst>
              <a:ext uri="{FF2B5EF4-FFF2-40B4-BE49-F238E27FC236}">
                <a16:creationId xmlns:a16="http://schemas.microsoft.com/office/drawing/2014/main" id="{E7A5899B-B93D-4A4C-9B4B-8961ABA5B0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texto 3">
            <a:extLst>
              <a:ext uri="{FF2B5EF4-FFF2-40B4-BE49-F238E27FC236}">
                <a16:creationId xmlns:a16="http://schemas.microsoft.com/office/drawing/2014/main" id="{3C053D66-607A-4A4F-B29F-82D2A55CD0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Tree>
    <p:extLst>
      <p:ext uri="{BB962C8B-B14F-4D97-AF65-F5344CB8AC3E}">
        <p14:creationId xmlns:p14="http://schemas.microsoft.com/office/powerpoint/2010/main" val="19177831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50F6C6-AB84-49C1-8B41-559D73CADD6A}"/>
              </a:ext>
            </a:extLst>
          </p:cNvPr>
          <p:cNvSpPr>
            <a:spLocks noGrp="1"/>
          </p:cNvSpPr>
          <p:nvPr>
            <p:ph type="title"/>
          </p:nvPr>
        </p:nvSpPr>
        <p:spPr>
          <a:xfrm>
            <a:off x="839788" y="457200"/>
            <a:ext cx="3932237" cy="1600200"/>
          </a:xfrm>
        </p:spPr>
        <p:txBody>
          <a:bodyPr anchor="b">
            <a:noAutofit/>
          </a:bodyPr>
          <a:lstStyle>
            <a:lvl1pPr>
              <a:defRPr sz="4000" b="1"/>
            </a:lvl1pPr>
          </a:lstStyle>
          <a:p>
            <a:r>
              <a:rPr lang="es-ES"/>
              <a:t>Haga clic para modificar el estilo de título del patrón</a:t>
            </a:r>
            <a:endParaRPr lang="es-CR"/>
          </a:p>
        </p:txBody>
      </p:sp>
      <p:sp>
        <p:nvSpPr>
          <p:cNvPr id="3" name="Marcador de posición de imagen 2">
            <a:extLst>
              <a:ext uri="{FF2B5EF4-FFF2-40B4-BE49-F238E27FC236}">
                <a16:creationId xmlns:a16="http://schemas.microsoft.com/office/drawing/2014/main" id="{C8C5E1C1-3E7E-41F5-A195-E0A1AF2C32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R"/>
          </a:p>
        </p:txBody>
      </p:sp>
      <p:sp>
        <p:nvSpPr>
          <p:cNvPr id="4" name="Marcador de texto 3">
            <a:extLst>
              <a:ext uri="{FF2B5EF4-FFF2-40B4-BE49-F238E27FC236}">
                <a16:creationId xmlns:a16="http://schemas.microsoft.com/office/drawing/2014/main" id="{6D1CB67C-CFAE-4746-93F5-6BDDE2B948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Tree>
    <p:extLst>
      <p:ext uri="{BB962C8B-B14F-4D97-AF65-F5344CB8AC3E}">
        <p14:creationId xmlns:p14="http://schemas.microsoft.com/office/powerpoint/2010/main" val="13847330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160309-8B3F-4014-870D-CD29167F6DB4}"/>
              </a:ext>
            </a:extLst>
          </p:cNvPr>
          <p:cNvSpPr>
            <a:spLocks noGrp="1"/>
          </p:cNvSpPr>
          <p:nvPr>
            <p:ph type="title"/>
          </p:nvPr>
        </p:nvSpPr>
        <p:spPr/>
        <p:txBody>
          <a:bodyPr/>
          <a:lstStyle/>
          <a:p>
            <a:r>
              <a:rPr lang="es-ES"/>
              <a:t>Haga clic para modificar el estilo de título del patrón</a:t>
            </a:r>
            <a:endParaRPr lang="es-CR"/>
          </a:p>
        </p:txBody>
      </p:sp>
      <p:sp>
        <p:nvSpPr>
          <p:cNvPr id="3" name="Marcador de texto vertical 2">
            <a:extLst>
              <a:ext uri="{FF2B5EF4-FFF2-40B4-BE49-F238E27FC236}">
                <a16:creationId xmlns:a16="http://schemas.microsoft.com/office/drawing/2014/main" id="{FE0FB0ED-C328-4EA4-BA21-61FF023ECCFE}"/>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DF72F15D-89CE-4D22-84F1-F868D79F3AB1}"/>
              </a:ext>
            </a:extLst>
          </p:cNvPr>
          <p:cNvSpPr>
            <a:spLocks noGrp="1"/>
          </p:cNvSpPr>
          <p:nvPr>
            <p:ph type="dt" sz="half" idx="10"/>
          </p:nvPr>
        </p:nvSpPr>
        <p:spPr/>
        <p:txBody>
          <a:bodyPr/>
          <a:lstStyle/>
          <a:p>
            <a:fld id="{707D9C45-7EC4-4992-B824-E78712777ADE}" type="datetime1">
              <a:rPr lang="es-CR" smtClean="0"/>
              <a:t>25/8/2026</a:t>
            </a:fld>
            <a:endParaRPr lang="es-CR"/>
          </a:p>
        </p:txBody>
      </p:sp>
      <p:sp>
        <p:nvSpPr>
          <p:cNvPr id="5" name="Marcador de pie de página 4">
            <a:extLst>
              <a:ext uri="{FF2B5EF4-FFF2-40B4-BE49-F238E27FC236}">
                <a16:creationId xmlns:a16="http://schemas.microsoft.com/office/drawing/2014/main" id="{CB673F95-28D4-4CC1-B132-D81A83E29DBD}"/>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AD05BF77-16CA-4625-8C2E-D7F1257A91DD}"/>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3172686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D7BDA0D-1E21-41D3-B61B-1E3194CB8D7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R"/>
          </a:p>
        </p:txBody>
      </p:sp>
      <p:sp>
        <p:nvSpPr>
          <p:cNvPr id="3" name="Marcador de texto vertical 2">
            <a:extLst>
              <a:ext uri="{FF2B5EF4-FFF2-40B4-BE49-F238E27FC236}">
                <a16:creationId xmlns:a16="http://schemas.microsoft.com/office/drawing/2014/main" id="{C8089A66-C2C8-40BA-BA7F-DEFCD91B6E8B}"/>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23448FA0-8E16-4A56-BEFC-F8A89AA170D2}"/>
              </a:ext>
            </a:extLst>
          </p:cNvPr>
          <p:cNvSpPr>
            <a:spLocks noGrp="1"/>
          </p:cNvSpPr>
          <p:nvPr>
            <p:ph type="dt" sz="half" idx="10"/>
          </p:nvPr>
        </p:nvSpPr>
        <p:spPr/>
        <p:txBody>
          <a:bodyPr/>
          <a:lstStyle/>
          <a:p>
            <a:fld id="{CC31797E-E48C-4D62-AD45-54775855647F}" type="datetime1">
              <a:rPr lang="es-CR" smtClean="0"/>
              <a:t>25/8/2026</a:t>
            </a:fld>
            <a:endParaRPr lang="es-CR"/>
          </a:p>
        </p:txBody>
      </p:sp>
      <p:sp>
        <p:nvSpPr>
          <p:cNvPr id="5" name="Marcador de pie de página 4">
            <a:extLst>
              <a:ext uri="{FF2B5EF4-FFF2-40B4-BE49-F238E27FC236}">
                <a16:creationId xmlns:a16="http://schemas.microsoft.com/office/drawing/2014/main" id="{BC7484F6-D262-42AB-8901-41B7C122C5F1}"/>
              </a:ext>
            </a:extLst>
          </p:cNvPr>
          <p:cNvSpPr>
            <a:spLocks noGrp="1"/>
          </p:cNvSpPr>
          <p:nvPr>
            <p:ph type="ftr" sz="quarter" idx="11"/>
          </p:nvPr>
        </p:nvSpPr>
        <p:spPr/>
        <p:txBody>
          <a:bodyPr/>
          <a:lstStyle/>
          <a:p>
            <a:r>
              <a:rPr lang="es-CR"/>
              <a:t>Ing. Marlen Treviño</a:t>
            </a:r>
          </a:p>
        </p:txBody>
      </p:sp>
      <p:sp>
        <p:nvSpPr>
          <p:cNvPr id="6" name="Marcador de número de diapositiva 5">
            <a:extLst>
              <a:ext uri="{FF2B5EF4-FFF2-40B4-BE49-F238E27FC236}">
                <a16:creationId xmlns:a16="http://schemas.microsoft.com/office/drawing/2014/main" id="{49528EA5-7527-4C01-81E9-0EB3917CF766}"/>
              </a:ext>
            </a:extLst>
          </p:cNvPr>
          <p:cNvSpPr>
            <a:spLocks noGrp="1"/>
          </p:cNvSpPr>
          <p:nvPr>
            <p:ph type="sldNum" sz="quarter" idx="12"/>
          </p:nvPr>
        </p:nvSpPr>
        <p:spPr/>
        <p:txBody>
          <a:bodyPr/>
          <a:lstStyle/>
          <a:p>
            <a:fld id="{58F6A4BC-CB6C-4E38-9980-8A7B9F48D36C}" type="slidenum">
              <a:rPr lang="es-CR" smtClean="0"/>
              <a:t>‹#›</a:t>
            </a:fld>
            <a:endParaRPr lang="es-CR"/>
          </a:p>
        </p:txBody>
      </p:sp>
    </p:spTree>
    <p:extLst>
      <p:ext uri="{BB962C8B-B14F-4D97-AF65-F5344CB8AC3E}">
        <p14:creationId xmlns:p14="http://schemas.microsoft.com/office/powerpoint/2010/main" val="3590797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7357D4BF-27B7-4442-A52D-9BD17950FC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R"/>
          </a:p>
        </p:txBody>
      </p:sp>
      <p:sp>
        <p:nvSpPr>
          <p:cNvPr id="3" name="Marcador de texto 2">
            <a:extLst>
              <a:ext uri="{FF2B5EF4-FFF2-40B4-BE49-F238E27FC236}">
                <a16:creationId xmlns:a16="http://schemas.microsoft.com/office/drawing/2014/main" id="{853318CA-8A7E-42C9-B4E5-3C8F8F2FE7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4" name="Marcador de fecha 3">
            <a:extLst>
              <a:ext uri="{FF2B5EF4-FFF2-40B4-BE49-F238E27FC236}">
                <a16:creationId xmlns:a16="http://schemas.microsoft.com/office/drawing/2014/main" id="{B07AE08B-66D4-4C2F-B58E-BC334FE356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8E5B0-2AD0-4928-B903-DC0E44884640}" type="datetime1">
              <a:rPr lang="es-CR" smtClean="0"/>
              <a:t>25/8/2026</a:t>
            </a:fld>
            <a:endParaRPr lang="es-CR"/>
          </a:p>
        </p:txBody>
      </p:sp>
      <p:sp>
        <p:nvSpPr>
          <p:cNvPr id="5" name="Marcador de pie de página 4">
            <a:extLst>
              <a:ext uri="{FF2B5EF4-FFF2-40B4-BE49-F238E27FC236}">
                <a16:creationId xmlns:a16="http://schemas.microsoft.com/office/drawing/2014/main" id="{BF934822-B018-42C9-8B7F-0D98C6CE41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CR"/>
              <a:t>Ing. Marlen Treviño</a:t>
            </a:r>
          </a:p>
        </p:txBody>
      </p:sp>
      <p:sp>
        <p:nvSpPr>
          <p:cNvPr id="6" name="Marcador de número de diapositiva 5">
            <a:extLst>
              <a:ext uri="{FF2B5EF4-FFF2-40B4-BE49-F238E27FC236}">
                <a16:creationId xmlns:a16="http://schemas.microsoft.com/office/drawing/2014/main" id="{94873476-CE6F-4637-A149-9B942035D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8F6A4BC-CB6C-4E38-9980-8A7B9F48D36C}" type="slidenum">
              <a:rPr lang="es-CR" smtClean="0"/>
              <a:t>‹#›</a:t>
            </a:fld>
            <a:endParaRPr lang="es-CR"/>
          </a:p>
        </p:txBody>
      </p:sp>
    </p:spTree>
    <p:extLst>
      <p:ext uri="{BB962C8B-B14F-4D97-AF65-F5344CB8AC3E}">
        <p14:creationId xmlns:p14="http://schemas.microsoft.com/office/powerpoint/2010/main" val="27987298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9.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9.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9.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9.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9.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4.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4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26.xml"/><Relationship Id="rId7" Type="http://schemas.microsoft.com/office/2007/relationships/diagramDrawing" Target="../diagrams/drawing2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6.xml"/><Relationship Id="rId5" Type="http://schemas.openxmlformats.org/officeDocument/2006/relationships/diagramQuickStyle" Target="../diagrams/quickStyle26.xml"/><Relationship Id="rId4" Type="http://schemas.openxmlformats.org/officeDocument/2006/relationships/diagramLayout" Target="../diagrams/layout26.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32.xml"/><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6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36.svg"/><Relationship Id="rId5" Type="http://schemas.openxmlformats.org/officeDocument/2006/relationships/image" Target="../media/image35.svg"/><Relationship Id="rId4" Type="http://schemas.openxmlformats.org/officeDocument/2006/relationships/image" Target="../media/image34.svg"/></Relationships>
</file>

<file path=ppt/slides/_rels/slide6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hyperlink" Target="mailto:mtrevino@itcr.ac.cr"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nual de Identidad Institucional - Guía rápida | TEC">
            <a:extLst>
              <a:ext uri="{FF2B5EF4-FFF2-40B4-BE49-F238E27FC236}">
                <a16:creationId xmlns:a16="http://schemas.microsoft.com/office/drawing/2014/main" id="{19D8F555-968F-49C4-80A6-7F35CA28F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8927"/>
            <a:ext cx="4364822" cy="1015617"/>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28880A53-870C-4C5C-83CF-2BAD42E8FDC0}"/>
              </a:ext>
            </a:extLst>
          </p:cNvPr>
          <p:cNvPicPr>
            <a:picLocks noChangeAspect="1"/>
          </p:cNvPicPr>
          <p:nvPr/>
        </p:nvPicPr>
        <p:blipFill>
          <a:blip r:embed="rId4"/>
          <a:stretch>
            <a:fillRect/>
          </a:stretch>
        </p:blipFill>
        <p:spPr>
          <a:xfrm>
            <a:off x="-14000" y="64262"/>
            <a:ext cx="12192000" cy="4369482"/>
          </a:xfrm>
          <a:prstGeom prst="rect">
            <a:avLst/>
          </a:prstGeom>
        </p:spPr>
      </p:pic>
      <p:sp>
        <p:nvSpPr>
          <p:cNvPr id="2" name="Título 1">
            <a:extLst>
              <a:ext uri="{FF2B5EF4-FFF2-40B4-BE49-F238E27FC236}">
                <a16:creationId xmlns:a16="http://schemas.microsoft.com/office/drawing/2014/main" id="{A24F1C16-D898-4626-B49E-65468B8C1CE2}"/>
              </a:ext>
            </a:extLst>
          </p:cNvPr>
          <p:cNvSpPr>
            <a:spLocks noGrp="1"/>
          </p:cNvSpPr>
          <p:nvPr>
            <p:ph type="ctrTitle"/>
          </p:nvPr>
        </p:nvSpPr>
        <p:spPr>
          <a:xfrm>
            <a:off x="318860" y="1041400"/>
            <a:ext cx="10653940" cy="2387600"/>
          </a:xfrm>
        </p:spPr>
        <p:txBody>
          <a:bodyPr>
            <a:normAutofit/>
          </a:bodyPr>
          <a:lstStyle/>
          <a:p>
            <a:pPr algn="l"/>
            <a:r>
              <a:rPr lang="es-CR" sz="6400" b="1" dirty="0">
                <a:effectLst>
                  <a:outerShdw blurRad="38100" dist="38100" dir="2700000" algn="tl">
                    <a:srgbClr val="000000">
                      <a:alpha val="43137"/>
                    </a:srgbClr>
                  </a:outerShdw>
                </a:effectLst>
              </a:rPr>
              <a:t>Pruebas de software</a:t>
            </a:r>
          </a:p>
        </p:txBody>
      </p:sp>
      <p:sp>
        <p:nvSpPr>
          <p:cNvPr id="3" name="Subtítulo 2">
            <a:extLst>
              <a:ext uri="{FF2B5EF4-FFF2-40B4-BE49-F238E27FC236}">
                <a16:creationId xmlns:a16="http://schemas.microsoft.com/office/drawing/2014/main" id="{C8198703-FC40-4EAA-BFFB-D4E41267C874}"/>
              </a:ext>
            </a:extLst>
          </p:cNvPr>
          <p:cNvSpPr>
            <a:spLocks noGrp="1"/>
          </p:cNvSpPr>
          <p:nvPr>
            <p:ph type="subTitle" idx="1"/>
          </p:nvPr>
        </p:nvSpPr>
        <p:spPr>
          <a:xfrm>
            <a:off x="318860" y="3830322"/>
            <a:ext cx="10653940" cy="1655762"/>
          </a:xfrm>
        </p:spPr>
        <p:txBody>
          <a:bodyPr/>
          <a:lstStyle/>
          <a:p>
            <a:pPr algn="l"/>
            <a:r>
              <a:rPr lang="es-CR" dirty="0"/>
              <a:t>Aseguramiento de la calidad del software</a:t>
            </a:r>
          </a:p>
          <a:p>
            <a:pPr algn="l"/>
            <a:r>
              <a:rPr lang="es-CR" dirty="0"/>
              <a:t>II Semestre 2026</a:t>
            </a:r>
          </a:p>
        </p:txBody>
      </p:sp>
      <p:pic>
        <p:nvPicPr>
          <p:cNvPr id="4" name="Imagen 3">
            <a:extLst>
              <a:ext uri="{FF2B5EF4-FFF2-40B4-BE49-F238E27FC236}">
                <a16:creationId xmlns:a16="http://schemas.microsoft.com/office/drawing/2014/main" id="{93BBEBC8-EC87-424E-B9A3-1AB27398B7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860" y="5353815"/>
            <a:ext cx="3727102" cy="1064173"/>
          </a:xfrm>
          <a:prstGeom prst="rect">
            <a:avLst/>
          </a:prstGeom>
        </p:spPr>
      </p:pic>
    </p:spTree>
    <p:extLst>
      <p:ext uri="{BB962C8B-B14F-4D97-AF65-F5344CB8AC3E}">
        <p14:creationId xmlns:p14="http://schemas.microsoft.com/office/powerpoint/2010/main" val="15752780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18D7D9-E192-456E-B8FB-C9A57FA9D9E6}"/>
              </a:ext>
            </a:extLst>
          </p:cNvPr>
          <p:cNvSpPr>
            <a:spLocks noGrp="1"/>
          </p:cNvSpPr>
          <p:nvPr>
            <p:ph type="title"/>
          </p:nvPr>
        </p:nvSpPr>
        <p:spPr>
          <a:xfrm>
            <a:off x="838200" y="365125"/>
            <a:ext cx="10515600" cy="1325563"/>
          </a:xfrm>
        </p:spPr>
        <p:txBody>
          <a:bodyPr/>
          <a:lstStyle/>
          <a:p>
            <a:r>
              <a:rPr lang="es-CR" dirty="0"/>
              <a:t>Agenda</a:t>
            </a:r>
          </a:p>
        </p:txBody>
      </p:sp>
      <p:sp>
        <p:nvSpPr>
          <p:cNvPr id="3" name="Marcador de contenido 2">
            <a:extLst>
              <a:ext uri="{FF2B5EF4-FFF2-40B4-BE49-F238E27FC236}">
                <a16:creationId xmlns:a16="http://schemas.microsoft.com/office/drawing/2014/main" id="{C7E278C9-CE81-4669-909F-37D6FC48DC69}"/>
              </a:ext>
            </a:extLst>
          </p:cNvPr>
          <p:cNvSpPr>
            <a:spLocks noGrp="1"/>
          </p:cNvSpPr>
          <p:nvPr>
            <p:ph idx="1"/>
          </p:nvPr>
        </p:nvSpPr>
        <p:spPr/>
        <p:txBody>
          <a:bodyPr>
            <a:normAutofit/>
          </a:bodyPr>
          <a:lstStyle/>
          <a:p>
            <a:r>
              <a:rPr lang="es-CR" dirty="0"/>
              <a:t>Caso de prueba</a:t>
            </a:r>
          </a:p>
          <a:p>
            <a:r>
              <a:rPr lang="es-CR" dirty="0"/>
              <a:t>Niveles de pruebas</a:t>
            </a:r>
          </a:p>
          <a:p>
            <a:r>
              <a:rPr lang="es-CR" dirty="0"/>
              <a:t>Tipos de pruebas</a:t>
            </a:r>
          </a:p>
        </p:txBody>
      </p:sp>
    </p:spTree>
    <p:extLst>
      <p:ext uri="{BB962C8B-B14F-4D97-AF65-F5344CB8AC3E}">
        <p14:creationId xmlns:p14="http://schemas.microsoft.com/office/powerpoint/2010/main" val="1840923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80EC8B70-9F0C-CC71-4C91-5CC3A671BCD9}"/>
              </a:ext>
            </a:extLst>
          </p:cNvPr>
          <p:cNvPicPr>
            <a:picLocks noChangeAspect="1"/>
          </p:cNvPicPr>
          <p:nvPr/>
        </p:nvPicPr>
        <p:blipFill rotWithShape="1">
          <a:blip r:embed="rId3"/>
          <a:srcRect r="2270"/>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8" name="Título 7">
            <a:extLst>
              <a:ext uri="{FF2B5EF4-FFF2-40B4-BE49-F238E27FC236}">
                <a16:creationId xmlns:a16="http://schemas.microsoft.com/office/drawing/2014/main" id="{B59B68E9-C8BC-F578-CCD6-1FB83C21626B}"/>
              </a:ext>
            </a:extLst>
          </p:cNvPr>
          <p:cNvSpPr>
            <a:spLocks noGrp="1"/>
          </p:cNvSpPr>
          <p:nvPr>
            <p:ph type="title"/>
          </p:nvPr>
        </p:nvSpPr>
        <p:spPr>
          <a:xfrm>
            <a:off x="251011" y="2852381"/>
            <a:ext cx="3854823" cy="2640247"/>
          </a:xfrm>
        </p:spPr>
        <p:txBody>
          <a:bodyPr vert="horz" lIns="91440" tIns="45720" rIns="91440" bIns="45720" rtlCol="0" anchor="b">
            <a:normAutofit/>
          </a:bodyPr>
          <a:lstStyle/>
          <a:p>
            <a:r>
              <a:rPr lang="en-US" sz="6600" b="1" dirty="0">
                <a:solidFill>
                  <a:schemeClr val="tx1">
                    <a:lumMod val="85000"/>
                    <a:lumOff val="15000"/>
                  </a:schemeClr>
                </a:solidFill>
              </a:rPr>
              <a:t>Caso de </a:t>
            </a:r>
            <a:r>
              <a:rPr lang="en-US" sz="6600" b="1" dirty="0" err="1">
                <a:solidFill>
                  <a:schemeClr val="tx1">
                    <a:lumMod val="85000"/>
                    <a:lumOff val="15000"/>
                  </a:schemeClr>
                </a:solidFill>
              </a:rPr>
              <a:t>prueba</a:t>
            </a:r>
            <a:endParaRPr lang="en-US" sz="6600" b="1" dirty="0">
              <a:solidFill>
                <a:schemeClr val="tx1">
                  <a:lumMod val="85000"/>
                  <a:lumOff val="15000"/>
                </a:schemeClr>
              </a:solidFill>
            </a:endParaRPr>
          </a:p>
        </p:txBody>
      </p:sp>
      <p:sp>
        <p:nvSpPr>
          <p:cNvPr id="9" name="Marcador de texto 8">
            <a:extLst>
              <a:ext uri="{FF2B5EF4-FFF2-40B4-BE49-F238E27FC236}">
                <a16:creationId xmlns:a16="http://schemas.microsoft.com/office/drawing/2014/main" id="{96C19357-4EA2-379F-C525-A00992AEE5F0}"/>
              </a:ext>
            </a:extLst>
          </p:cNvPr>
          <p:cNvSpPr>
            <a:spLocks noGrp="1"/>
          </p:cNvSpPr>
          <p:nvPr>
            <p:ph type="body" idx="1"/>
          </p:nvPr>
        </p:nvSpPr>
        <p:spPr>
          <a:xfrm>
            <a:off x="661915" y="5676901"/>
            <a:ext cx="3306089" cy="665802"/>
          </a:xfrm>
        </p:spPr>
        <p:txBody>
          <a:bodyPr vert="horz" lIns="91440" tIns="45720" rIns="91440" bIns="45720" rtlCol="0">
            <a:normAutofit/>
          </a:bodyPr>
          <a:lstStyle/>
          <a:p>
            <a:endParaRPr lang="en-US" sz="1600">
              <a:solidFill>
                <a:schemeClr val="tx1">
                  <a:lumMod val="85000"/>
                  <a:lumOff val="15000"/>
                </a:schemeClr>
              </a:solidFill>
            </a:endParaRPr>
          </a:p>
        </p:txBody>
      </p:sp>
    </p:spTree>
    <p:extLst>
      <p:ext uri="{BB962C8B-B14F-4D97-AF65-F5344CB8AC3E}">
        <p14:creationId xmlns:p14="http://schemas.microsoft.com/office/powerpoint/2010/main" val="2558934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DA281C6-B3B7-7C73-9D08-98611615BC68}"/>
              </a:ext>
            </a:extLst>
          </p:cNvPr>
          <p:cNvSpPr>
            <a:spLocks noGrp="1"/>
          </p:cNvSpPr>
          <p:nvPr>
            <p:ph type="title"/>
          </p:nvPr>
        </p:nvSpPr>
        <p:spPr>
          <a:xfrm>
            <a:off x="635000" y="640823"/>
            <a:ext cx="3418659" cy="5583148"/>
          </a:xfrm>
        </p:spPr>
        <p:txBody>
          <a:bodyPr anchor="ctr">
            <a:normAutofit/>
          </a:bodyPr>
          <a:lstStyle/>
          <a:p>
            <a:r>
              <a:rPr lang="es-CR" sz="5400"/>
              <a:t>Caso de prueba</a:t>
            </a:r>
          </a:p>
        </p:txBody>
      </p:sp>
      <p:sp>
        <p:nvSpPr>
          <p:cNvPr id="14"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Marcador de contenido 2">
            <a:extLst>
              <a:ext uri="{FF2B5EF4-FFF2-40B4-BE49-F238E27FC236}">
                <a16:creationId xmlns:a16="http://schemas.microsoft.com/office/drawing/2014/main" id="{C7808569-DFA5-A3CD-136C-5999952936E5}"/>
              </a:ext>
            </a:extLst>
          </p:cNvPr>
          <p:cNvGraphicFramePr>
            <a:graphicFrameLocks noGrp="1"/>
          </p:cNvGraphicFramePr>
          <p:nvPr>
            <p:ph idx="1"/>
            <p:extLst>
              <p:ext uri="{D42A27DB-BD31-4B8C-83A1-F6EECF244321}">
                <p14:modId xmlns:p14="http://schemas.microsoft.com/office/powerpoint/2010/main" val="2308708676"/>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0596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F2CFC8A-B7D0-C6C4-0FFC-BB45BAA4CDDD}"/>
              </a:ext>
            </a:extLst>
          </p:cNvPr>
          <p:cNvSpPr>
            <a:spLocks noGrp="1"/>
          </p:cNvSpPr>
          <p:nvPr>
            <p:ph type="title"/>
          </p:nvPr>
        </p:nvSpPr>
        <p:spPr>
          <a:xfrm>
            <a:off x="9000685" y="2023110"/>
            <a:ext cx="3155456" cy="2846070"/>
          </a:xfrm>
        </p:spPr>
        <p:txBody>
          <a:bodyPr vert="horz" lIns="91440" tIns="45720" rIns="91440" bIns="45720" rtlCol="0" anchor="ctr">
            <a:normAutofit/>
          </a:bodyPr>
          <a:lstStyle/>
          <a:p>
            <a:r>
              <a:rPr lang="en-US" sz="4400" kern="1200" dirty="0">
                <a:solidFill>
                  <a:schemeClr val="tx1"/>
                </a:solidFill>
                <a:latin typeface="+mj-lt"/>
                <a:ea typeface="+mj-ea"/>
                <a:cs typeface="+mj-cs"/>
              </a:rPr>
              <a:t>Caso de </a:t>
            </a:r>
            <a:r>
              <a:rPr lang="en-US" sz="4400" kern="1200" dirty="0" err="1">
                <a:solidFill>
                  <a:schemeClr val="tx1"/>
                </a:solidFill>
                <a:latin typeface="+mj-lt"/>
                <a:ea typeface="+mj-ea"/>
                <a:cs typeface="+mj-cs"/>
              </a:rPr>
              <a:t>prueba</a:t>
            </a:r>
            <a:r>
              <a:rPr lang="en-US" sz="4400" kern="1200" dirty="0">
                <a:solidFill>
                  <a:schemeClr val="tx1"/>
                </a:solidFill>
                <a:latin typeface="+mj-lt"/>
                <a:ea typeface="+mj-ea"/>
                <a:cs typeface="+mj-cs"/>
              </a:rPr>
              <a:t>: </a:t>
            </a:r>
            <a:br>
              <a:rPr lang="en-US" sz="4400" kern="1200" dirty="0">
                <a:solidFill>
                  <a:schemeClr val="tx1"/>
                </a:solidFill>
                <a:latin typeface="+mj-lt"/>
                <a:ea typeface="+mj-ea"/>
                <a:cs typeface="+mj-cs"/>
              </a:rPr>
            </a:br>
            <a:r>
              <a:rPr lang="en-US" sz="4400" kern="1200" dirty="0" err="1">
                <a:solidFill>
                  <a:schemeClr val="tx1"/>
                </a:solidFill>
                <a:latin typeface="+mj-lt"/>
                <a:ea typeface="+mj-ea"/>
                <a:cs typeface="+mj-cs"/>
              </a:rPr>
              <a:t>Ciclo</a:t>
            </a:r>
            <a:r>
              <a:rPr lang="en-US" sz="4400" kern="1200" dirty="0">
                <a:solidFill>
                  <a:schemeClr val="tx1"/>
                </a:solidFill>
                <a:latin typeface="+mj-lt"/>
                <a:ea typeface="+mj-ea"/>
                <a:cs typeface="+mj-cs"/>
              </a:rPr>
              <a:t> de </a:t>
            </a:r>
            <a:r>
              <a:rPr lang="en-US" sz="4400" kern="1200" dirty="0" err="1">
                <a:solidFill>
                  <a:schemeClr val="tx1"/>
                </a:solidFill>
                <a:latin typeface="+mj-lt"/>
                <a:ea typeface="+mj-ea"/>
                <a:cs typeface="+mj-cs"/>
              </a:rPr>
              <a:t>vida</a:t>
            </a:r>
            <a:endParaRPr lang="en-US" sz="4400" kern="1200" dirty="0">
              <a:solidFill>
                <a:schemeClr val="tx1"/>
              </a:solidFill>
              <a:latin typeface="+mj-lt"/>
              <a:ea typeface="+mj-ea"/>
              <a:cs typeface="+mj-cs"/>
            </a:endParaRPr>
          </a:p>
        </p:txBody>
      </p:sp>
      <p:sp>
        <p:nvSpPr>
          <p:cNvPr id="15" name="Rectangle 14">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CC5593AB-5EB6-480C-9D97-50C11CC01567}"/>
              </a:ext>
            </a:extLst>
          </p:cNvPr>
          <p:cNvPicPr>
            <a:picLocks noChangeAspect="1"/>
          </p:cNvPicPr>
          <p:nvPr/>
        </p:nvPicPr>
        <p:blipFill>
          <a:blip r:embed="rId2"/>
          <a:stretch>
            <a:fillRect/>
          </a:stretch>
        </p:blipFill>
        <p:spPr>
          <a:xfrm>
            <a:off x="545238" y="982269"/>
            <a:ext cx="7608304" cy="4964418"/>
          </a:xfrm>
          <a:prstGeom prst="rect">
            <a:avLst/>
          </a:prstGeom>
        </p:spPr>
      </p:pic>
      <p:sp>
        <p:nvSpPr>
          <p:cNvPr id="24" name="Rectangle 18">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7007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25" name="Group 92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9226" name="Rectangle 92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7" name="Rectangle 92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8" name="Rectangle 92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230" name="Rectangle 92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B5DC77F-71A8-FC87-13A9-0EBC22B07FEF}"/>
              </a:ext>
            </a:extLst>
          </p:cNvPr>
          <p:cNvSpPr>
            <a:spLocks noGrp="1"/>
          </p:cNvSpPr>
          <p:nvPr>
            <p:ph type="title"/>
          </p:nvPr>
        </p:nvSpPr>
        <p:spPr>
          <a:xfrm>
            <a:off x="1043631" y="809898"/>
            <a:ext cx="10173010" cy="1554480"/>
          </a:xfrm>
        </p:spPr>
        <p:txBody>
          <a:bodyPr vert="horz" lIns="91440" tIns="45720" rIns="91440" bIns="45720" rtlCol="0" anchor="ctr">
            <a:normAutofit/>
          </a:bodyPr>
          <a:lstStyle/>
          <a:p>
            <a:r>
              <a:rPr lang="en-US" sz="5400" kern="1200" dirty="0">
                <a:solidFill>
                  <a:schemeClr val="tx1"/>
                </a:solidFill>
                <a:latin typeface="+mj-lt"/>
                <a:ea typeface="+mj-ea"/>
                <a:cs typeface="+mj-cs"/>
              </a:rPr>
              <a:t>Caso de </a:t>
            </a:r>
            <a:r>
              <a:rPr lang="en-US" sz="5400" kern="1200" dirty="0" err="1">
                <a:solidFill>
                  <a:schemeClr val="tx1"/>
                </a:solidFill>
                <a:latin typeface="+mj-lt"/>
                <a:ea typeface="+mj-ea"/>
                <a:cs typeface="+mj-cs"/>
              </a:rPr>
              <a:t>prueba</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Componentes</a:t>
            </a:r>
            <a:endParaRPr lang="en-US" sz="5400" kern="1200" dirty="0">
              <a:solidFill>
                <a:schemeClr val="tx1"/>
              </a:solidFill>
              <a:latin typeface="+mj-lt"/>
              <a:ea typeface="+mj-ea"/>
              <a:cs typeface="+mj-cs"/>
            </a:endParaRPr>
          </a:p>
        </p:txBody>
      </p:sp>
      <p:cxnSp>
        <p:nvCxnSpPr>
          <p:cNvPr id="9232" name="Straight Connector 923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8" name="Marcador de contenido 7">
            <a:extLst>
              <a:ext uri="{FF2B5EF4-FFF2-40B4-BE49-F238E27FC236}">
                <a16:creationId xmlns:a16="http://schemas.microsoft.com/office/drawing/2014/main" id="{1EA5A7C0-2898-37BB-A7C4-BD2D5E05F38F}"/>
              </a:ext>
            </a:extLst>
          </p:cNvPr>
          <p:cNvSpPr>
            <a:spLocks noGrp="1"/>
          </p:cNvSpPr>
          <p:nvPr>
            <p:ph sz="half" idx="2"/>
          </p:nvPr>
        </p:nvSpPr>
        <p:spPr>
          <a:xfrm>
            <a:off x="4711879" y="2624815"/>
            <a:ext cx="3495684" cy="3371824"/>
          </a:xfrm>
        </p:spPr>
        <p:txBody>
          <a:bodyPr>
            <a:normAutofit fontScale="85000" lnSpcReduction="20000"/>
          </a:bodyPr>
          <a:lstStyle/>
          <a:p>
            <a:pPr marL="0" indent="0" defTabSz="576072">
              <a:spcBef>
                <a:spcPts val="630"/>
              </a:spcBef>
              <a:buNone/>
            </a:pPr>
            <a:r>
              <a:rPr lang="es-CR" sz="2000" b="1" kern="1200" dirty="0">
                <a:solidFill>
                  <a:schemeClr val="tx1"/>
                </a:solidFill>
                <a:latin typeface="+mn-lt"/>
                <a:ea typeface="+mn-ea"/>
                <a:cs typeface="+mn-cs"/>
              </a:rPr>
              <a:t>Acciones</a:t>
            </a:r>
            <a:r>
              <a:rPr lang="es-CR" sz="2000" b="1" dirty="0"/>
              <a:t>/Pasos</a:t>
            </a:r>
            <a:endParaRPr lang="es-CR" sz="2000" b="1" kern="1200" dirty="0">
              <a:solidFill>
                <a:schemeClr val="tx1"/>
              </a:solidFill>
              <a:latin typeface="+mn-lt"/>
              <a:ea typeface="+mn-ea"/>
              <a:cs typeface="+mn-cs"/>
            </a:endParaRPr>
          </a:p>
          <a:p>
            <a:pPr marL="0" indent="0" defTabSz="576072">
              <a:spcBef>
                <a:spcPts val="630"/>
              </a:spcBef>
              <a:buNone/>
            </a:pPr>
            <a:r>
              <a:rPr lang="es-CR" sz="2000" kern="1200" dirty="0">
                <a:solidFill>
                  <a:schemeClr val="tx1"/>
                </a:solidFill>
                <a:latin typeface="+mn-lt"/>
                <a:ea typeface="+mn-ea"/>
                <a:cs typeface="+mn-cs"/>
              </a:rPr>
              <a:t>Configurar partida</a:t>
            </a:r>
          </a:p>
          <a:p>
            <a:pPr marL="144018" indent="-144018" defTabSz="576072">
              <a:spcBef>
                <a:spcPts val="630"/>
              </a:spcBef>
            </a:pPr>
            <a:r>
              <a:rPr lang="es-CR" sz="2000" kern="1200" dirty="0">
                <a:solidFill>
                  <a:schemeClr val="tx1"/>
                </a:solidFill>
                <a:latin typeface="+mn-lt"/>
                <a:ea typeface="+mn-ea"/>
                <a:cs typeface="+mn-cs"/>
              </a:rPr>
              <a:t>El sistema muestra un formulario con todos los valores configurables</a:t>
            </a:r>
          </a:p>
          <a:p>
            <a:pPr marL="601218" lvl="1" indent="-144018" defTabSz="576072">
              <a:spcBef>
                <a:spcPts val="630"/>
              </a:spcBef>
            </a:pPr>
            <a:r>
              <a:rPr lang="es-CR" sz="1600" kern="1200" dirty="0" err="1">
                <a:solidFill>
                  <a:schemeClr val="tx1"/>
                </a:solidFill>
                <a:latin typeface="+mn-lt"/>
                <a:ea typeface="+mn-ea"/>
                <a:cs typeface="+mn-cs"/>
              </a:rPr>
              <a:t>Number</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of</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colors</a:t>
            </a:r>
            <a:endParaRPr lang="es-CR" sz="1600" kern="1200" dirty="0">
              <a:solidFill>
                <a:schemeClr val="tx1"/>
              </a:solidFill>
              <a:latin typeface="+mn-lt"/>
              <a:ea typeface="+mn-ea"/>
              <a:cs typeface="+mn-cs"/>
            </a:endParaRPr>
          </a:p>
          <a:p>
            <a:pPr marL="601218" lvl="1" indent="-144018" defTabSz="576072">
              <a:spcBef>
                <a:spcPts val="630"/>
              </a:spcBef>
            </a:pPr>
            <a:r>
              <a:rPr lang="es-CR" sz="1600" kern="1200" dirty="0" err="1">
                <a:solidFill>
                  <a:schemeClr val="tx1"/>
                </a:solidFill>
                <a:latin typeface="+mn-lt"/>
                <a:ea typeface="+mn-ea"/>
                <a:cs typeface="+mn-cs"/>
              </a:rPr>
              <a:t>Number</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of</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pegs</a:t>
            </a:r>
            <a:endParaRPr lang="es-CR" sz="1600" kern="1200" dirty="0">
              <a:solidFill>
                <a:schemeClr val="tx1"/>
              </a:solidFill>
              <a:latin typeface="+mn-lt"/>
              <a:ea typeface="+mn-ea"/>
              <a:cs typeface="+mn-cs"/>
            </a:endParaRPr>
          </a:p>
          <a:p>
            <a:pPr marL="601218" lvl="1" indent="-144018" defTabSz="576072">
              <a:spcBef>
                <a:spcPts val="630"/>
              </a:spcBef>
            </a:pPr>
            <a:r>
              <a:rPr lang="es-CR" sz="1600" kern="1200" dirty="0" err="1">
                <a:solidFill>
                  <a:schemeClr val="tx1"/>
                </a:solidFill>
                <a:latin typeface="+mn-lt"/>
                <a:ea typeface="+mn-ea"/>
                <a:cs typeface="+mn-cs"/>
              </a:rPr>
              <a:t>Number</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of</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turns</a:t>
            </a:r>
            <a:r>
              <a:rPr lang="es-CR" sz="1600" kern="1200" dirty="0">
                <a:solidFill>
                  <a:schemeClr val="tx1"/>
                </a:solidFill>
                <a:latin typeface="+mn-lt"/>
                <a:ea typeface="+mn-ea"/>
                <a:cs typeface="+mn-cs"/>
              </a:rPr>
              <a:t> (</a:t>
            </a:r>
            <a:r>
              <a:rPr lang="es-CR" sz="1600" kern="1200" dirty="0" err="1">
                <a:solidFill>
                  <a:schemeClr val="tx1"/>
                </a:solidFill>
                <a:latin typeface="+mn-lt"/>
                <a:ea typeface="+mn-ea"/>
                <a:cs typeface="+mn-cs"/>
              </a:rPr>
              <a:t>max</a:t>
            </a:r>
            <a:r>
              <a:rPr lang="es-CR" sz="1600" kern="1200" dirty="0">
                <a:solidFill>
                  <a:schemeClr val="tx1"/>
                </a:solidFill>
                <a:latin typeface="+mn-lt"/>
                <a:ea typeface="+mn-ea"/>
                <a:cs typeface="+mn-cs"/>
              </a:rPr>
              <a:t>)</a:t>
            </a:r>
          </a:p>
          <a:p>
            <a:pPr marL="144018" indent="-144018" defTabSz="576072">
              <a:spcBef>
                <a:spcPts val="630"/>
              </a:spcBef>
            </a:pPr>
            <a:r>
              <a:rPr lang="es-CR" sz="2000" kern="1200" dirty="0">
                <a:solidFill>
                  <a:schemeClr val="tx1"/>
                </a:solidFill>
                <a:latin typeface="+mn-lt"/>
                <a:ea typeface="+mn-ea"/>
                <a:cs typeface="+mn-cs"/>
              </a:rPr>
              <a:t>El jugador introduce los valores</a:t>
            </a:r>
          </a:p>
          <a:p>
            <a:pPr marL="601218" lvl="1" indent="-144018" defTabSz="576072">
              <a:spcBef>
                <a:spcPts val="630"/>
              </a:spcBef>
            </a:pPr>
            <a:r>
              <a:rPr lang="es-CR" sz="1600" dirty="0" err="1"/>
              <a:t>Number</a:t>
            </a:r>
            <a:r>
              <a:rPr lang="es-CR" sz="1600" dirty="0"/>
              <a:t> </a:t>
            </a:r>
            <a:r>
              <a:rPr lang="es-CR" sz="1600" dirty="0" err="1"/>
              <a:t>of</a:t>
            </a:r>
            <a:r>
              <a:rPr lang="es-CR" sz="1600" dirty="0"/>
              <a:t> </a:t>
            </a:r>
            <a:r>
              <a:rPr lang="es-CR" sz="1600" dirty="0" err="1"/>
              <a:t>colors</a:t>
            </a:r>
            <a:r>
              <a:rPr lang="es-CR" sz="1600" dirty="0"/>
              <a:t> -&gt; 6</a:t>
            </a:r>
          </a:p>
          <a:p>
            <a:pPr marL="601218" lvl="1" indent="-144018" defTabSz="576072">
              <a:spcBef>
                <a:spcPts val="630"/>
              </a:spcBef>
            </a:pPr>
            <a:r>
              <a:rPr lang="es-CR" sz="1600" dirty="0" err="1"/>
              <a:t>Number</a:t>
            </a:r>
            <a:r>
              <a:rPr lang="es-CR" sz="1600" dirty="0"/>
              <a:t> </a:t>
            </a:r>
            <a:r>
              <a:rPr lang="es-CR" sz="1600" dirty="0" err="1"/>
              <a:t>of</a:t>
            </a:r>
            <a:r>
              <a:rPr lang="es-CR" sz="1600" dirty="0"/>
              <a:t> </a:t>
            </a:r>
            <a:r>
              <a:rPr lang="es-CR" sz="1600" dirty="0" err="1"/>
              <a:t>pegs</a:t>
            </a:r>
            <a:r>
              <a:rPr lang="es-CR" sz="1600" dirty="0"/>
              <a:t> -&gt; 4</a:t>
            </a:r>
          </a:p>
          <a:p>
            <a:pPr marL="601218" lvl="1" indent="-144018" defTabSz="576072">
              <a:spcBef>
                <a:spcPts val="630"/>
              </a:spcBef>
            </a:pPr>
            <a:r>
              <a:rPr lang="es-CR" sz="1600" dirty="0" err="1"/>
              <a:t>Number</a:t>
            </a:r>
            <a:r>
              <a:rPr lang="es-CR" sz="1600" dirty="0"/>
              <a:t> </a:t>
            </a:r>
            <a:r>
              <a:rPr lang="es-CR" sz="1600" dirty="0" err="1"/>
              <a:t>of</a:t>
            </a:r>
            <a:r>
              <a:rPr lang="es-CR" sz="1600" dirty="0"/>
              <a:t> </a:t>
            </a:r>
            <a:r>
              <a:rPr lang="es-CR" sz="1600" dirty="0" err="1"/>
              <a:t>turns</a:t>
            </a:r>
            <a:r>
              <a:rPr lang="es-CR" sz="1600" dirty="0"/>
              <a:t> (</a:t>
            </a:r>
            <a:r>
              <a:rPr lang="es-CR" sz="1600" dirty="0" err="1"/>
              <a:t>max</a:t>
            </a:r>
            <a:r>
              <a:rPr lang="es-CR" sz="1600" dirty="0"/>
              <a:t>) -&gt; 10</a:t>
            </a:r>
            <a:endParaRPr lang="es-CR" sz="2000" kern="1200" dirty="0">
              <a:solidFill>
                <a:schemeClr val="tx1"/>
              </a:solidFill>
              <a:latin typeface="+mn-lt"/>
              <a:ea typeface="+mn-ea"/>
              <a:cs typeface="+mn-cs"/>
            </a:endParaRPr>
          </a:p>
          <a:p>
            <a:pPr marL="144018" indent="-144018" defTabSz="576072">
              <a:spcBef>
                <a:spcPts val="630"/>
              </a:spcBef>
            </a:pPr>
            <a:r>
              <a:rPr lang="es-CR" sz="2000" kern="1200" dirty="0">
                <a:solidFill>
                  <a:schemeClr val="tx1"/>
                </a:solidFill>
                <a:latin typeface="+mn-lt"/>
                <a:ea typeface="+mn-ea"/>
                <a:cs typeface="+mn-cs"/>
              </a:rPr>
              <a:t>El sistema comprueba </a:t>
            </a:r>
          </a:p>
          <a:p>
            <a:pPr marL="601218" lvl="1" indent="-144018" defTabSz="576072">
              <a:spcBef>
                <a:spcPts val="630"/>
              </a:spcBef>
            </a:pPr>
            <a:r>
              <a:rPr lang="es-CR" sz="1600" dirty="0"/>
              <a:t>Hacer la comprobación y tomar la evidencia (en cada paso que sea necesario)</a:t>
            </a:r>
            <a:endParaRPr lang="es-CR" sz="1600" kern="1200" dirty="0">
              <a:solidFill>
                <a:schemeClr val="tx1"/>
              </a:solidFill>
              <a:latin typeface="+mn-lt"/>
              <a:ea typeface="+mn-ea"/>
              <a:cs typeface="+mn-cs"/>
            </a:endParaRPr>
          </a:p>
          <a:p>
            <a:endParaRPr lang="es-CR" sz="3600" dirty="0"/>
          </a:p>
        </p:txBody>
      </p:sp>
      <p:sp>
        <p:nvSpPr>
          <p:cNvPr id="4" name="Marcador de fecha 3">
            <a:extLst>
              <a:ext uri="{FF2B5EF4-FFF2-40B4-BE49-F238E27FC236}">
                <a16:creationId xmlns:a16="http://schemas.microsoft.com/office/drawing/2014/main" id="{76D408BC-02E8-B6BF-1B1A-F52EC0BA298C}"/>
              </a:ext>
            </a:extLst>
          </p:cNvPr>
          <p:cNvSpPr>
            <a:spLocks noGrp="1"/>
          </p:cNvSpPr>
          <p:nvPr>
            <p:ph type="dt" sz="half" idx="4294967295"/>
          </p:nvPr>
        </p:nvSpPr>
        <p:spPr>
          <a:xfrm>
            <a:off x="2793260" y="5996641"/>
            <a:ext cx="1733857" cy="230780"/>
          </a:xfrm>
        </p:spPr>
        <p:txBody>
          <a:bodyPr/>
          <a:lstStyle/>
          <a:p>
            <a:pPr defTabSz="576072">
              <a:spcAft>
                <a:spcPts val="600"/>
              </a:spcAft>
            </a:pPr>
            <a:fld id="{445ACAB9-A218-46AE-8D37-8B32F32BBF79}" type="datetime1">
              <a:rPr lang="es-CR" sz="756" kern="1200">
                <a:solidFill>
                  <a:schemeClr val="tx1">
                    <a:tint val="75000"/>
                  </a:schemeClr>
                </a:solidFill>
                <a:latin typeface="+mn-lt"/>
                <a:ea typeface="+mn-ea"/>
                <a:cs typeface="+mn-cs"/>
              </a:rPr>
              <a:pPr defTabSz="576072">
                <a:spcAft>
                  <a:spcPts val="600"/>
                </a:spcAft>
              </a:pPr>
              <a:t>25/8/2026</a:t>
            </a:fld>
            <a:endParaRPr lang="es-CR"/>
          </a:p>
        </p:txBody>
      </p:sp>
      <p:sp>
        <p:nvSpPr>
          <p:cNvPr id="5" name="Marcador de pie de página 4">
            <a:extLst>
              <a:ext uri="{FF2B5EF4-FFF2-40B4-BE49-F238E27FC236}">
                <a16:creationId xmlns:a16="http://schemas.microsoft.com/office/drawing/2014/main" id="{1F708B3A-25D6-6D38-6574-177DAC3C0ACB}"/>
              </a:ext>
            </a:extLst>
          </p:cNvPr>
          <p:cNvSpPr>
            <a:spLocks noGrp="1"/>
          </p:cNvSpPr>
          <p:nvPr>
            <p:ph type="ftr" sz="quarter" idx="4294967295"/>
          </p:nvPr>
        </p:nvSpPr>
        <p:spPr>
          <a:xfrm>
            <a:off x="4816094" y="5996641"/>
            <a:ext cx="2600786" cy="230780"/>
          </a:xfrm>
        </p:spPr>
        <p:txBody>
          <a:bodyPr/>
          <a:lstStyle/>
          <a:p>
            <a:pPr defTabSz="576072">
              <a:spcAft>
                <a:spcPts val="600"/>
              </a:spcAft>
            </a:pPr>
            <a:r>
              <a:rPr lang="es-CR" sz="756" kern="1200">
                <a:solidFill>
                  <a:schemeClr val="tx1">
                    <a:tint val="75000"/>
                  </a:schemeClr>
                </a:solidFill>
                <a:latin typeface="+mn-lt"/>
                <a:ea typeface="+mn-ea"/>
                <a:cs typeface="+mn-cs"/>
              </a:rPr>
              <a:t>Ing. Marlen Treviño</a:t>
            </a:r>
            <a:endParaRPr lang="es-CR"/>
          </a:p>
        </p:txBody>
      </p:sp>
      <p:sp>
        <p:nvSpPr>
          <p:cNvPr id="6" name="Marcador de número de diapositiva 5">
            <a:extLst>
              <a:ext uri="{FF2B5EF4-FFF2-40B4-BE49-F238E27FC236}">
                <a16:creationId xmlns:a16="http://schemas.microsoft.com/office/drawing/2014/main" id="{F3106CA4-0A72-4D47-DDE0-2F45ACBD6FFB}"/>
              </a:ext>
            </a:extLst>
          </p:cNvPr>
          <p:cNvSpPr>
            <a:spLocks noGrp="1"/>
          </p:cNvSpPr>
          <p:nvPr>
            <p:ph type="sldNum" sz="quarter" idx="4294967295"/>
          </p:nvPr>
        </p:nvSpPr>
        <p:spPr>
          <a:xfrm>
            <a:off x="7705856" y="5996641"/>
            <a:ext cx="1733857" cy="230780"/>
          </a:xfrm>
        </p:spPr>
        <p:txBody>
          <a:bodyPr/>
          <a:lstStyle/>
          <a:p>
            <a:pPr defTabSz="576072">
              <a:spcAft>
                <a:spcPts val="600"/>
              </a:spcAft>
            </a:pPr>
            <a:fld id="{58F6A4BC-CB6C-4E38-9980-8A7B9F48D36C}" type="slidenum">
              <a:rPr lang="es-CR" sz="756" kern="1200">
                <a:solidFill>
                  <a:schemeClr val="tx1">
                    <a:tint val="75000"/>
                  </a:schemeClr>
                </a:solidFill>
                <a:latin typeface="+mn-lt"/>
                <a:ea typeface="+mn-ea"/>
                <a:cs typeface="+mn-cs"/>
              </a:rPr>
              <a:pPr defTabSz="576072">
                <a:spcAft>
                  <a:spcPts val="600"/>
                </a:spcAft>
              </a:pPr>
              <a:t>6</a:t>
            </a:fld>
            <a:endParaRPr lang="es-CR"/>
          </a:p>
        </p:txBody>
      </p:sp>
      <p:sp>
        <p:nvSpPr>
          <p:cNvPr id="10" name="Marcador de contenido 9">
            <a:extLst>
              <a:ext uri="{FF2B5EF4-FFF2-40B4-BE49-F238E27FC236}">
                <a16:creationId xmlns:a16="http://schemas.microsoft.com/office/drawing/2014/main" id="{D52FF9F4-4C71-84E9-97D6-05AD7F5D3B8A}"/>
              </a:ext>
            </a:extLst>
          </p:cNvPr>
          <p:cNvSpPr>
            <a:spLocks noGrp="1"/>
          </p:cNvSpPr>
          <p:nvPr>
            <p:ph sz="half" idx="1"/>
          </p:nvPr>
        </p:nvSpPr>
        <p:spPr>
          <a:xfrm>
            <a:off x="349266" y="2624815"/>
            <a:ext cx="3275064" cy="2750291"/>
          </a:xfrm>
        </p:spPr>
        <p:txBody>
          <a:bodyPr>
            <a:normAutofit fontScale="85000" lnSpcReduction="20000"/>
          </a:bodyPr>
          <a:lstStyle/>
          <a:p>
            <a:pPr marL="0" indent="0" defTabSz="576072">
              <a:spcBef>
                <a:spcPts val="630"/>
              </a:spcBef>
              <a:buNone/>
            </a:pPr>
            <a:r>
              <a:rPr lang="es-CR" sz="2000" b="1" kern="1200" dirty="0">
                <a:solidFill>
                  <a:schemeClr val="tx1"/>
                </a:solidFill>
                <a:latin typeface="+mn-lt"/>
                <a:ea typeface="+mn-ea"/>
                <a:cs typeface="+mn-cs"/>
              </a:rPr>
              <a:t>Valores de prueba/Entradas</a:t>
            </a:r>
          </a:p>
          <a:p>
            <a:pPr marL="0" indent="0" defTabSz="576072">
              <a:spcBef>
                <a:spcPts val="630"/>
              </a:spcBef>
              <a:buNone/>
            </a:pPr>
            <a:r>
              <a:rPr lang="es-CR" sz="2000" kern="1200" dirty="0">
                <a:solidFill>
                  <a:schemeClr val="tx1"/>
                </a:solidFill>
                <a:latin typeface="+mn-lt"/>
                <a:ea typeface="+mn-ea"/>
                <a:cs typeface="+mn-cs"/>
              </a:rPr>
              <a:t>Configuración</a:t>
            </a:r>
          </a:p>
          <a:p>
            <a:pPr marL="144018" indent="-144018" defTabSz="576072">
              <a:spcBef>
                <a:spcPts val="630"/>
              </a:spcBef>
            </a:pPr>
            <a:r>
              <a:rPr lang="es-CR" sz="2000" kern="1200" dirty="0">
                <a:solidFill>
                  <a:schemeClr val="tx1"/>
                </a:solidFill>
                <a:latin typeface="+mn-lt"/>
                <a:ea typeface="+mn-ea"/>
                <a:cs typeface="+mn-cs"/>
              </a:rPr>
              <a:t>Número de colores  = 6</a:t>
            </a:r>
          </a:p>
          <a:p>
            <a:pPr marL="144018" indent="-144018" defTabSz="576072">
              <a:spcBef>
                <a:spcPts val="630"/>
              </a:spcBef>
            </a:pPr>
            <a:r>
              <a:rPr lang="es-CR" sz="2000" kern="1200" dirty="0">
                <a:solidFill>
                  <a:schemeClr val="tx1"/>
                </a:solidFill>
                <a:latin typeface="+mn-lt"/>
                <a:ea typeface="+mn-ea"/>
                <a:cs typeface="+mn-cs"/>
              </a:rPr>
              <a:t>Número de  pinzas = 4</a:t>
            </a:r>
          </a:p>
          <a:p>
            <a:pPr marL="144018" indent="-144018" defTabSz="576072">
              <a:spcBef>
                <a:spcPts val="630"/>
              </a:spcBef>
            </a:pPr>
            <a:r>
              <a:rPr lang="es-CR" sz="2000" kern="1200" dirty="0">
                <a:solidFill>
                  <a:schemeClr val="tx1"/>
                </a:solidFill>
                <a:latin typeface="+mn-lt"/>
                <a:ea typeface="+mn-ea"/>
                <a:cs typeface="+mn-cs"/>
              </a:rPr>
              <a:t>Número de turnos = 10</a:t>
            </a:r>
          </a:p>
          <a:p>
            <a:endParaRPr lang="es-CR" sz="3600" dirty="0"/>
          </a:p>
        </p:txBody>
      </p:sp>
      <p:pic>
        <p:nvPicPr>
          <p:cNvPr id="9218" name="Picture 2" descr="mastermind download | SourceForge.net">
            <a:extLst>
              <a:ext uri="{FF2B5EF4-FFF2-40B4-BE49-F238E27FC236}">
                <a16:creationId xmlns:a16="http://schemas.microsoft.com/office/drawing/2014/main" id="{554DE68B-B2D1-0AF5-5859-BB6159E1CA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442" y="4443214"/>
            <a:ext cx="1926508" cy="2042099"/>
          </a:xfrm>
          <a:prstGeom prst="rect">
            <a:avLst/>
          </a:prstGeom>
          <a:noFill/>
          <a:extLst>
            <a:ext uri="{909E8E84-426E-40DD-AFC4-6F175D3DCCD1}">
              <a14:hiddenFill xmlns:a14="http://schemas.microsoft.com/office/drawing/2010/main">
                <a:solidFill>
                  <a:srgbClr val="FFFFFF"/>
                </a:solidFill>
              </a14:hiddenFill>
            </a:ext>
          </a:extLst>
        </p:spPr>
      </p:pic>
      <p:sp>
        <p:nvSpPr>
          <p:cNvPr id="12" name="Flecha: a la derecha con bandas 11">
            <a:extLst>
              <a:ext uri="{FF2B5EF4-FFF2-40B4-BE49-F238E27FC236}">
                <a16:creationId xmlns:a16="http://schemas.microsoft.com/office/drawing/2014/main" id="{29FB21C8-1A7B-CD81-9F03-87C66EA65434}"/>
              </a:ext>
            </a:extLst>
          </p:cNvPr>
          <p:cNvSpPr/>
          <p:nvPr/>
        </p:nvSpPr>
        <p:spPr>
          <a:xfrm>
            <a:off x="3478307" y="3323125"/>
            <a:ext cx="1012952" cy="676835"/>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3" name="Flecha: a la derecha con bandas 12">
            <a:extLst>
              <a:ext uri="{FF2B5EF4-FFF2-40B4-BE49-F238E27FC236}">
                <a16:creationId xmlns:a16="http://schemas.microsoft.com/office/drawing/2014/main" id="{E416EB29-2904-9715-A223-4F4E65A6A3AD}"/>
              </a:ext>
            </a:extLst>
          </p:cNvPr>
          <p:cNvSpPr/>
          <p:nvPr/>
        </p:nvSpPr>
        <p:spPr>
          <a:xfrm>
            <a:off x="8207563" y="3304475"/>
            <a:ext cx="1012952" cy="676835"/>
          </a:xfrm>
          <a:prstGeom prst="strip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15" name="CuadroTexto 14">
            <a:extLst>
              <a:ext uri="{FF2B5EF4-FFF2-40B4-BE49-F238E27FC236}">
                <a16:creationId xmlns:a16="http://schemas.microsoft.com/office/drawing/2014/main" id="{2D5AFEDD-6BA7-962B-EFB2-12010E0F0557}"/>
              </a:ext>
            </a:extLst>
          </p:cNvPr>
          <p:cNvSpPr txBox="1"/>
          <p:nvPr/>
        </p:nvSpPr>
        <p:spPr>
          <a:xfrm>
            <a:off x="9680012" y="2624815"/>
            <a:ext cx="2511986" cy="369332"/>
          </a:xfrm>
          <a:prstGeom prst="rect">
            <a:avLst/>
          </a:prstGeom>
          <a:noFill/>
        </p:spPr>
        <p:txBody>
          <a:bodyPr wrap="square">
            <a:spAutoFit/>
          </a:bodyPr>
          <a:lstStyle/>
          <a:p>
            <a:pPr marL="0" indent="0" defTabSz="576072">
              <a:spcBef>
                <a:spcPts val="630"/>
              </a:spcBef>
              <a:buNone/>
            </a:pPr>
            <a:r>
              <a:rPr lang="es-CR" sz="1800" b="1" kern="1200" dirty="0">
                <a:solidFill>
                  <a:schemeClr val="tx1"/>
                </a:solidFill>
                <a:latin typeface="+mn-lt"/>
                <a:ea typeface="+mn-ea"/>
                <a:cs typeface="+mn-cs"/>
              </a:rPr>
              <a:t>Resultado (Esperado)</a:t>
            </a:r>
          </a:p>
        </p:txBody>
      </p:sp>
      <p:pic>
        <p:nvPicPr>
          <p:cNvPr id="9220" name="Picture 4" descr="Mastermind - Download - CHIP">
            <a:extLst>
              <a:ext uri="{FF2B5EF4-FFF2-40B4-BE49-F238E27FC236}">
                <a16:creationId xmlns:a16="http://schemas.microsoft.com/office/drawing/2014/main" id="{BCDB93A6-4E32-5F76-2382-A2D519477B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0012" y="3042613"/>
            <a:ext cx="22860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7945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E4C26A-6AD9-72AA-D619-8F76DC51FBD0}"/>
              </a:ext>
            </a:extLst>
          </p:cNvPr>
          <p:cNvSpPr>
            <a:spLocks noGrp="1"/>
          </p:cNvSpPr>
          <p:nvPr>
            <p:ph type="title"/>
          </p:nvPr>
        </p:nvSpPr>
        <p:spPr/>
        <p:txBody>
          <a:bodyPr/>
          <a:lstStyle/>
          <a:p>
            <a:r>
              <a:rPr lang="es-CR" dirty="0"/>
              <a:t>Caso de prueba: plantilla</a:t>
            </a:r>
          </a:p>
        </p:txBody>
      </p:sp>
      <p:graphicFrame>
        <p:nvGraphicFramePr>
          <p:cNvPr id="9" name="Marcador de contenido 8">
            <a:extLst>
              <a:ext uri="{FF2B5EF4-FFF2-40B4-BE49-F238E27FC236}">
                <a16:creationId xmlns:a16="http://schemas.microsoft.com/office/drawing/2014/main" id="{BEEAE98D-B3DF-E659-77C3-FADF8DE30DFA}"/>
              </a:ext>
            </a:extLst>
          </p:cNvPr>
          <p:cNvGraphicFramePr>
            <a:graphicFrameLocks noGrp="1"/>
          </p:cNvGraphicFramePr>
          <p:nvPr>
            <p:ph idx="1"/>
            <p:extLst>
              <p:ext uri="{D42A27DB-BD31-4B8C-83A1-F6EECF244321}">
                <p14:modId xmlns:p14="http://schemas.microsoft.com/office/powerpoint/2010/main" val="1327797190"/>
              </p:ext>
            </p:extLst>
          </p:nvPr>
        </p:nvGraphicFramePr>
        <p:xfrm>
          <a:off x="3093720" y="1362636"/>
          <a:ext cx="6004560" cy="4936690"/>
        </p:xfrm>
        <a:graphic>
          <a:graphicData uri="http://schemas.openxmlformats.org/drawingml/2006/table">
            <a:tbl>
              <a:tblPr firstRow="1" firstCol="1" bandRow="1">
                <a:tableStyleId>{5C22544A-7EE6-4342-B048-85BDC9FD1C3A}</a:tableStyleId>
              </a:tblPr>
              <a:tblGrid>
                <a:gridCol w="3002280">
                  <a:extLst>
                    <a:ext uri="{9D8B030D-6E8A-4147-A177-3AD203B41FA5}">
                      <a16:colId xmlns:a16="http://schemas.microsoft.com/office/drawing/2014/main" val="1157654396"/>
                    </a:ext>
                  </a:extLst>
                </a:gridCol>
                <a:gridCol w="3002280">
                  <a:extLst>
                    <a:ext uri="{9D8B030D-6E8A-4147-A177-3AD203B41FA5}">
                      <a16:colId xmlns:a16="http://schemas.microsoft.com/office/drawing/2014/main" val="3667857844"/>
                    </a:ext>
                  </a:extLst>
                </a:gridCol>
              </a:tblGrid>
              <a:tr h="204807">
                <a:tc gridSpan="2">
                  <a:txBody>
                    <a:bodyPr/>
                    <a:lstStyle/>
                    <a:p>
                      <a:pPr algn="ctr">
                        <a:lnSpc>
                          <a:spcPct val="115000"/>
                        </a:lnSpc>
                        <a:spcAft>
                          <a:spcPts val="1000"/>
                        </a:spcAft>
                      </a:pPr>
                      <a:r>
                        <a:rPr lang="es-CR" sz="1400">
                          <a:effectLst/>
                        </a:rPr>
                        <a:t>Caso de prueba</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s-CR"/>
                    </a:p>
                  </a:txBody>
                  <a:tcPr/>
                </a:tc>
                <a:extLst>
                  <a:ext uri="{0D108BD9-81ED-4DB2-BD59-A6C34878D82A}">
                    <a16:rowId xmlns:a16="http://schemas.microsoft.com/office/drawing/2014/main" val="240868110"/>
                  </a:ext>
                </a:extLst>
              </a:tr>
              <a:tr h="204807">
                <a:tc>
                  <a:txBody>
                    <a:bodyPr/>
                    <a:lstStyle/>
                    <a:p>
                      <a:pPr>
                        <a:lnSpc>
                          <a:spcPct val="115000"/>
                        </a:lnSpc>
                        <a:spcAft>
                          <a:spcPts val="1000"/>
                        </a:spcAft>
                      </a:pPr>
                      <a:r>
                        <a:rPr lang="es-CR" sz="1400" u="sng">
                          <a:effectLst/>
                        </a:rPr>
                        <a:t>Código</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70487731"/>
                  </a:ext>
                </a:extLst>
              </a:tr>
              <a:tr h="208118">
                <a:tc>
                  <a:txBody>
                    <a:bodyPr/>
                    <a:lstStyle/>
                    <a:p>
                      <a:pPr>
                        <a:lnSpc>
                          <a:spcPct val="115000"/>
                        </a:lnSpc>
                        <a:spcAft>
                          <a:spcPts val="1000"/>
                        </a:spcAft>
                      </a:pPr>
                      <a:r>
                        <a:rPr lang="es-CR" sz="1400" u="sng">
                          <a:effectLst/>
                        </a:rPr>
                        <a:t>Hardware y software</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CR" sz="18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6121516"/>
                  </a:ext>
                </a:extLst>
              </a:tr>
              <a:tr h="204807">
                <a:tc>
                  <a:txBody>
                    <a:bodyPr/>
                    <a:lstStyle/>
                    <a:p>
                      <a:pPr>
                        <a:lnSpc>
                          <a:spcPct val="115000"/>
                        </a:lnSpc>
                        <a:spcAft>
                          <a:spcPts val="1000"/>
                        </a:spcAft>
                      </a:pPr>
                      <a:r>
                        <a:rPr lang="es-CR" sz="1400">
                          <a:effectLst/>
                        </a:rPr>
                        <a:t>Sistema operativo</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1261450"/>
                  </a:ext>
                </a:extLst>
              </a:tr>
              <a:tr h="204807">
                <a:tc>
                  <a:txBody>
                    <a:bodyPr/>
                    <a:lstStyle/>
                    <a:p>
                      <a:pPr>
                        <a:lnSpc>
                          <a:spcPct val="115000"/>
                        </a:lnSpc>
                        <a:spcAft>
                          <a:spcPts val="1000"/>
                        </a:spcAft>
                      </a:pPr>
                      <a:r>
                        <a:rPr lang="es-CR" sz="1400">
                          <a:effectLst/>
                        </a:rPr>
                        <a:t>Navegador</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796824"/>
                  </a:ext>
                </a:extLst>
              </a:tr>
              <a:tr h="204807">
                <a:tc>
                  <a:txBody>
                    <a:bodyPr/>
                    <a:lstStyle/>
                    <a:p>
                      <a:pPr>
                        <a:lnSpc>
                          <a:spcPct val="115000"/>
                        </a:lnSpc>
                        <a:spcAft>
                          <a:spcPts val="1000"/>
                        </a:spcAft>
                      </a:pPr>
                      <a:r>
                        <a:rPr lang="es-CR" sz="1400">
                          <a:effectLst/>
                        </a:rPr>
                        <a:t>Resolución</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92861055"/>
                  </a:ext>
                </a:extLst>
              </a:tr>
              <a:tr h="204807">
                <a:tc>
                  <a:txBody>
                    <a:bodyPr/>
                    <a:lstStyle/>
                    <a:p>
                      <a:pPr>
                        <a:lnSpc>
                          <a:spcPct val="115000"/>
                        </a:lnSpc>
                        <a:spcAft>
                          <a:spcPts val="1000"/>
                        </a:spcAft>
                      </a:pPr>
                      <a:r>
                        <a:rPr lang="es-CR" sz="1400" u="sng">
                          <a:effectLst/>
                        </a:rPr>
                        <a:t>Comentarios</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65394719"/>
                  </a:ext>
                </a:extLst>
              </a:tr>
              <a:tr h="204807">
                <a:tc>
                  <a:txBody>
                    <a:bodyPr/>
                    <a:lstStyle/>
                    <a:p>
                      <a:pPr>
                        <a:lnSpc>
                          <a:spcPct val="115000"/>
                        </a:lnSpc>
                        <a:spcAft>
                          <a:spcPts val="1000"/>
                        </a:spcAft>
                      </a:pPr>
                      <a:r>
                        <a:rPr lang="es-CR" sz="1400">
                          <a:effectLst/>
                        </a:rPr>
                        <a:t>Nombre</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25396103"/>
                  </a:ext>
                </a:extLst>
              </a:tr>
              <a:tr h="204807">
                <a:tc>
                  <a:txBody>
                    <a:bodyPr/>
                    <a:lstStyle/>
                    <a:p>
                      <a:pPr>
                        <a:lnSpc>
                          <a:spcPct val="115000"/>
                        </a:lnSpc>
                        <a:spcAft>
                          <a:spcPts val="1000"/>
                        </a:spcAft>
                      </a:pPr>
                      <a:r>
                        <a:rPr lang="es-CR" sz="1400">
                          <a:effectLst/>
                        </a:rPr>
                        <a:t>Descripción</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3048527"/>
                  </a:ext>
                </a:extLst>
              </a:tr>
              <a:tr h="204807">
                <a:tc>
                  <a:txBody>
                    <a:bodyPr/>
                    <a:lstStyle/>
                    <a:p>
                      <a:pPr>
                        <a:lnSpc>
                          <a:spcPct val="115000"/>
                        </a:lnSpc>
                        <a:spcAft>
                          <a:spcPts val="1000"/>
                        </a:spcAft>
                      </a:pPr>
                      <a:r>
                        <a:rPr lang="es-CR" sz="1400">
                          <a:effectLst/>
                        </a:rPr>
                        <a:t>Encargado</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n-US"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75773135"/>
                  </a:ext>
                </a:extLst>
              </a:tr>
              <a:tr h="204807">
                <a:tc rowSpan="3">
                  <a:txBody>
                    <a:bodyPr/>
                    <a:lstStyle/>
                    <a:p>
                      <a:pPr>
                        <a:lnSpc>
                          <a:spcPct val="115000"/>
                        </a:lnSpc>
                        <a:spcAft>
                          <a:spcPts val="1000"/>
                        </a:spcAft>
                      </a:pPr>
                      <a:r>
                        <a:rPr lang="es-CR" sz="1400" u="sng" dirty="0">
                          <a:effectLst/>
                        </a:rPr>
                        <a:t>Precondiciones</a:t>
                      </a:r>
                      <a:endParaRPr lang="es-CR"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811801"/>
                  </a:ext>
                </a:extLst>
              </a:tr>
              <a:tr h="204807">
                <a:tc vMerge="1">
                  <a:txBody>
                    <a:bodyPr/>
                    <a:lstStyle/>
                    <a:p>
                      <a:endParaRPr lang="es-CR"/>
                    </a:p>
                  </a:txBody>
                  <a:tcPr/>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47571915"/>
                  </a:ext>
                </a:extLst>
              </a:tr>
              <a:tr h="204807">
                <a:tc vMerge="1">
                  <a:txBody>
                    <a:bodyPr/>
                    <a:lstStyle/>
                    <a:p>
                      <a:endParaRPr lang="es-CR"/>
                    </a:p>
                  </a:txBody>
                  <a:tcPr/>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51997612"/>
                  </a:ext>
                </a:extLst>
              </a:tr>
              <a:tr h="204807">
                <a:tc rowSpan="3">
                  <a:txBody>
                    <a:bodyPr/>
                    <a:lstStyle/>
                    <a:p>
                      <a:pPr>
                        <a:lnSpc>
                          <a:spcPct val="115000"/>
                        </a:lnSpc>
                        <a:spcAft>
                          <a:spcPts val="1000"/>
                        </a:spcAft>
                      </a:pPr>
                      <a:r>
                        <a:rPr lang="es-CR" sz="1400" u="sng">
                          <a:effectLst/>
                        </a:rPr>
                        <a:t>Pasos</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5107128"/>
                  </a:ext>
                </a:extLst>
              </a:tr>
              <a:tr h="204807">
                <a:tc vMerge="1">
                  <a:txBody>
                    <a:bodyPr/>
                    <a:lstStyle/>
                    <a:p>
                      <a:endParaRPr lang="es-CR"/>
                    </a:p>
                  </a:txBody>
                  <a:tcPr/>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040015"/>
                  </a:ext>
                </a:extLst>
              </a:tr>
              <a:tr h="204807">
                <a:tc vMerge="1">
                  <a:txBody>
                    <a:bodyPr/>
                    <a:lstStyle/>
                    <a:p>
                      <a:endParaRPr lang="es-CR"/>
                    </a:p>
                  </a:txBody>
                  <a:tcPr/>
                </a:tc>
                <a:tc>
                  <a:txBody>
                    <a:bodyPr/>
                    <a:lstStyle/>
                    <a:p>
                      <a:pPr>
                        <a:lnSpc>
                          <a:spcPct val="115000"/>
                        </a:lnSpc>
                        <a:spcAft>
                          <a:spcPts val="1000"/>
                        </a:spcAft>
                      </a:pPr>
                      <a:r>
                        <a:rPr lang="es-CR" sz="1400" dirty="0">
                          <a:effectLst/>
                        </a:rPr>
                        <a:t> </a:t>
                      </a:r>
                      <a:endParaRPr lang="es-CR"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61341481"/>
                  </a:ext>
                </a:extLst>
              </a:tr>
              <a:tr h="204807">
                <a:tc>
                  <a:txBody>
                    <a:bodyPr/>
                    <a:lstStyle/>
                    <a:p>
                      <a:pPr>
                        <a:lnSpc>
                          <a:spcPct val="115000"/>
                        </a:lnSpc>
                        <a:spcAft>
                          <a:spcPts val="1000"/>
                        </a:spcAft>
                      </a:pPr>
                      <a:r>
                        <a:rPr lang="es-CR" sz="1400" u="sng" dirty="0">
                          <a:effectLst/>
                        </a:rPr>
                        <a:t>Resultados esperados</a:t>
                      </a:r>
                      <a:endParaRPr lang="es-CR"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6961869"/>
                  </a:ext>
                </a:extLst>
              </a:tr>
              <a:tr h="204807">
                <a:tc>
                  <a:txBody>
                    <a:bodyPr/>
                    <a:lstStyle/>
                    <a:p>
                      <a:pPr>
                        <a:lnSpc>
                          <a:spcPct val="115000"/>
                        </a:lnSpc>
                        <a:spcAft>
                          <a:spcPts val="1000"/>
                        </a:spcAft>
                      </a:pPr>
                      <a:r>
                        <a:rPr lang="es-CR" sz="1400">
                          <a:effectLst/>
                        </a:rPr>
                        <a:t>Éxito</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5934958"/>
                  </a:ext>
                </a:extLst>
              </a:tr>
              <a:tr h="204807">
                <a:tc>
                  <a:txBody>
                    <a:bodyPr/>
                    <a:lstStyle/>
                    <a:p>
                      <a:pPr>
                        <a:lnSpc>
                          <a:spcPct val="115000"/>
                        </a:lnSpc>
                        <a:spcAft>
                          <a:spcPts val="1000"/>
                        </a:spcAft>
                      </a:pPr>
                      <a:r>
                        <a:rPr lang="es-CR" sz="1400">
                          <a:effectLst/>
                        </a:rPr>
                        <a:t>Fracaso</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97907899"/>
                  </a:ext>
                </a:extLst>
              </a:tr>
              <a:tr h="204807">
                <a:tc>
                  <a:txBody>
                    <a:bodyPr/>
                    <a:lstStyle/>
                    <a:p>
                      <a:pPr>
                        <a:lnSpc>
                          <a:spcPct val="115000"/>
                        </a:lnSpc>
                        <a:spcAft>
                          <a:spcPts val="1000"/>
                        </a:spcAft>
                      </a:pPr>
                      <a:r>
                        <a:rPr lang="es-CR" sz="1400">
                          <a:effectLst/>
                        </a:rPr>
                        <a:t>Prioridad</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1000"/>
                        </a:spcAft>
                      </a:pPr>
                      <a:r>
                        <a:rPr lang="es-CR" sz="1400">
                          <a:effectLst/>
                        </a:rPr>
                        <a:t> </a:t>
                      </a:r>
                      <a:endParaRPr lang="es-CR"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578218"/>
                  </a:ext>
                </a:extLst>
              </a:tr>
              <a:tr h="208118">
                <a:tc>
                  <a:txBody>
                    <a:bodyPr/>
                    <a:lstStyle/>
                    <a:p>
                      <a:pPr>
                        <a:lnSpc>
                          <a:spcPct val="115000"/>
                        </a:lnSpc>
                        <a:spcAft>
                          <a:spcPts val="1000"/>
                        </a:spcAft>
                      </a:pPr>
                      <a:r>
                        <a:rPr lang="es-CR" sz="1400" dirty="0">
                          <a:effectLst/>
                        </a:rPr>
                        <a:t>Notas</a:t>
                      </a:r>
                      <a:endParaRPr lang="es-CR"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CR" sz="1800" dirty="0">
                        <a:effectLst/>
                        <a:latin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89675716"/>
                  </a:ext>
                </a:extLst>
              </a:tr>
            </a:tbl>
          </a:graphicData>
        </a:graphic>
      </p:graphicFrame>
    </p:spTree>
    <p:extLst>
      <p:ext uri="{BB962C8B-B14F-4D97-AF65-F5344CB8AC3E}">
        <p14:creationId xmlns:p14="http://schemas.microsoft.com/office/powerpoint/2010/main" val="4169087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E03105F-BC6F-BEC0-5836-73CE9A6AABC4}"/>
              </a:ext>
            </a:extLst>
          </p:cNvPr>
          <p:cNvSpPr>
            <a:spLocks noGrp="1"/>
          </p:cNvSpPr>
          <p:nvPr>
            <p:ph type="title"/>
          </p:nvPr>
        </p:nvSpPr>
        <p:spPr>
          <a:xfrm>
            <a:off x="5894962" y="479493"/>
            <a:ext cx="5458838" cy="1325563"/>
          </a:xfrm>
        </p:spPr>
        <p:txBody>
          <a:bodyPr vert="horz" lIns="91440" tIns="45720" rIns="91440" bIns="45720" rtlCol="0" anchor="ctr">
            <a:normAutofit/>
          </a:bodyPr>
          <a:lstStyle/>
          <a:p>
            <a:r>
              <a:rPr lang="en-US" sz="4400" kern="1200">
                <a:solidFill>
                  <a:schemeClr val="tx1"/>
                </a:solidFill>
                <a:latin typeface="+mj-lt"/>
                <a:ea typeface="+mj-ea"/>
                <a:cs typeface="+mj-cs"/>
              </a:rPr>
              <a:t>Caso de prueba: Ejemplo</a:t>
            </a:r>
          </a:p>
        </p:txBody>
      </p:sp>
      <p:sp>
        <p:nvSpPr>
          <p:cNvPr id="17" name="Freeform: Shape 1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8" name="Imagen 7">
            <a:extLst>
              <a:ext uri="{FF2B5EF4-FFF2-40B4-BE49-F238E27FC236}">
                <a16:creationId xmlns:a16="http://schemas.microsoft.com/office/drawing/2014/main" id="{1D707185-E57B-89E7-4C42-6A986C8AE366}"/>
              </a:ext>
            </a:extLst>
          </p:cNvPr>
          <p:cNvPicPr>
            <a:picLocks noChangeAspect="1"/>
          </p:cNvPicPr>
          <p:nvPr/>
        </p:nvPicPr>
        <p:blipFill>
          <a:blip r:embed="rId2"/>
          <a:stretch>
            <a:fillRect/>
          </a:stretch>
        </p:blipFill>
        <p:spPr>
          <a:xfrm>
            <a:off x="703182" y="1335290"/>
            <a:ext cx="4777381" cy="4017675"/>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arcador de contenido 2">
            <a:extLst>
              <a:ext uri="{FF2B5EF4-FFF2-40B4-BE49-F238E27FC236}">
                <a16:creationId xmlns:a16="http://schemas.microsoft.com/office/drawing/2014/main" id="{3E633306-D594-B3FC-9B52-A4606BF01C25}"/>
              </a:ext>
            </a:extLst>
          </p:cNvPr>
          <p:cNvSpPr>
            <a:spLocks noGrp="1"/>
          </p:cNvSpPr>
          <p:nvPr>
            <p:ph sz="half" idx="1"/>
          </p:nvPr>
        </p:nvSpPr>
        <p:spPr>
          <a:xfrm>
            <a:off x="5894962" y="1984443"/>
            <a:ext cx="5458838" cy="4192520"/>
          </a:xfrm>
        </p:spPr>
        <p:txBody>
          <a:bodyPr vert="horz" lIns="91440" tIns="45720" rIns="91440" bIns="45720" rtlCol="0">
            <a:normAutofit/>
          </a:bodyPr>
          <a:lstStyle/>
          <a:p>
            <a:r>
              <a:rPr lang="en-US"/>
              <a:t>Un programa lee tres números enteros, los que son interpretados como representaciones de las longitudes de los lados de un triángulo. El programa escribe un mensaje que informa si el triángulo es escaleno (lados desiguales), isósceles (dos lados iguales) o equilátero (tres lados iguales).</a:t>
            </a:r>
          </a:p>
        </p:txBody>
      </p:sp>
      <p:sp>
        <p:nvSpPr>
          <p:cNvPr id="4" name="Marcador de fecha 3">
            <a:extLst>
              <a:ext uri="{FF2B5EF4-FFF2-40B4-BE49-F238E27FC236}">
                <a16:creationId xmlns:a16="http://schemas.microsoft.com/office/drawing/2014/main" id="{84B1A0DB-6FC1-B855-FC6A-FEF4C2D78534}"/>
              </a:ext>
            </a:extLst>
          </p:cNvPr>
          <p:cNvSpPr>
            <a:spLocks noGrp="1"/>
          </p:cNvSpPr>
          <p:nvPr>
            <p:ph type="dt" sz="half" idx="4294967295"/>
          </p:nvPr>
        </p:nvSpPr>
        <p:spPr>
          <a:xfrm>
            <a:off x="838200" y="6356350"/>
            <a:ext cx="2743200" cy="365125"/>
          </a:xfrm>
        </p:spPr>
        <p:txBody>
          <a:bodyPr vert="horz" lIns="91440" tIns="45720" rIns="91440" bIns="45720" rtlCol="0" anchor="ctr">
            <a:normAutofit/>
          </a:bodyPr>
          <a:lstStyle/>
          <a:p>
            <a:pPr>
              <a:spcAft>
                <a:spcPts val="600"/>
              </a:spcAft>
            </a:pPr>
            <a:fld id="{445ACAB9-A218-46AE-8D37-8B32F32BBF79}" type="datetime1">
              <a:rPr lang="en-US" smtClean="0"/>
              <a:pPr>
                <a:spcAft>
                  <a:spcPts val="600"/>
                </a:spcAft>
              </a:pPr>
              <a:t>8/25/2026</a:t>
            </a:fld>
            <a:endParaRPr lang="en-US"/>
          </a:p>
        </p:txBody>
      </p:sp>
    </p:spTree>
    <p:extLst>
      <p:ext uri="{BB962C8B-B14F-4D97-AF65-F5344CB8AC3E}">
        <p14:creationId xmlns:p14="http://schemas.microsoft.com/office/powerpoint/2010/main" val="3230298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130E48C-D689-2785-5536-A4F673EB009C}"/>
              </a:ext>
            </a:extLst>
          </p:cNvPr>
          <p:cNvSpPr>
            <a:spLocks noGrp="1"/>
          </p:cNvSpPr>
          <p:nvPr>
            <p:ph type="title"/>
          </p:nvPr>
        </p:nvSpPr>
        <p:spPr>
          <a:xfrm>
            <a:off x="5414682" y="100667"/>
            <a:ext cx="6416352" cy="1046817"/>
          </a:xfrm>
        </p:spPr>
        <p:txBody>
          <a:bodyPr>
            <a:normAutofit/>
          </a:bodyPr>
          <a:lstStyle/>
          <a:p>
            <a:r>
              <a:rPr lang="es-CR" dirty="0"/>
              <a:t>Caso de prueba: Ejemplo</a:t>
            </a:r>
          </a:p>
        </p:txBody>
      </p:sp>
      <p:pic>
        <p:nvPicPr>
          <p:cNvPr id="17" name="Graphic 16" descr="Magnifying glass">
            <a:extLst>
              <a:ext uri="{FF2B5EF4-FFF2-40B4-BE49-F238E27FC236}">
                <a16:creationId xmlns:a16="http://schemas.microsoft.com/office/drawing/2014/main" id="{304585FB-4153-F7E6-9711-57F3C3D34EA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
        <p:nvSpPr>
          <p:cNvPr id="3" name="Marcador de contenido 2">
            <a:extLst>
              <a:ext uri="{FF2B5EF4-FFF2-40B4-BE49-F238E27FC236}">
                <a16:creationId xmlns:a16="http://schemas.microsoft.com/office/drawing/2014/main" id="{50C0A749-ED5D-E4B4-B5AC-BC4C4670A75F}"/>
              </a:ext>
            </a:extLst>
          </p:cNvPr>
          <p:cNvSpPr>
            <a:spLocks noGrp="1"/>
          </p:cNvSpPr>
          <p:nvPr>
            <p:ph idx="1"/>
          </p:nvPr>
        </p:nvSpPr>
        <p:spPr>
          <a:xfrm>
            <a:off x="5931241" y="1093697"/>
            <a:ext cx="6087940" cy="5627777"/>
          </a:xfrm>
        </p:spPr>
        <p:txBody>
          <a:bodyPr anchor="ctr">
            <a:normAutofit fontScale="92500" lnSpcReduction="10000"/>
          </a:bodyPr>
          <a:lstStyle/>
          <a:p>
            <a:r>
              <a:rPr lang="es-CR" sz="1800" dirty="0"/>
              <a:t>Se quiere detectar defectos probando (testeando) el programa</a:t>
            </a:r>
          </a:p>
          <a:p>
            <a:endParaRPr lang="es-CR" sz="1800" dirty="0"/>
          </a:p>
          <a:p>
            <a:r>
              <a:rPr lang="es-CR" sz="1800" dirty="0"/>
              <a:t>Posibles casos a probar:</a:t>
            </a:r>
          </a:p>
          <a:p>
            <a:pPr lvl="1"/>
            <a:r>
              <a:rPr lang="es-CR" sz="1800" dirty="0"/>
              <a:t>lado1 = 0, lado2 = 1, lado3 = 0 Resultado = error</a:t>
            </a:r>
          </a:p>
          <a:p>
            <a:pPr lvl="1"/>
            <a:r>
              <a:rPr lang="es-CR" sz="1800" dirty="0"/>
              <a:t>lado1 = 2, lado2 = 2, lado3 = 3 Resultado = isósceles</a:t>
            </a:r>
          </a:p>
          <a:p>
            <a:endParaRPr lang="es-CR" sz="1800" dirty="0"/>
          </a:p>
          <a:p>
            <a:r>
              <a:rPr lang="es-CR" sz="1800" dirty="0"/>
              <a:t>Se compara el resultado esperado con el obtenido, si son distintos probablemente haya fallado el programa</a:t>
            </a:r>
          </a:p>
          <a:p>
            <a:endParaRPr lang="es-CR" sz="1800" dirty="0"/>
          </a:p>
          <a:p>
            <a:r>
              <a:rPr lang="es-CR" sz="1800" dirty="0"/>
              <a:t>Intuitivamente que otros casos sería bueno probar</a:t>
            </a:r>
          </a:p>
          <a:p>
            <a:pPr lvl="1"/>
            <a:r>
              <a:rPr lang="es-CR" sz="1800" dirty="0"/>
              <a:t>lado1 = 2, lado2 = 3, lado3 = 4 Resultado = escaleno</a:t>
            </a:r>
          </a:p>
          <a:p>
            <a:pPr lvl="1"/>
            <a:r>
              <a:rPr lang="es-CR" sz="1800" dirty="0"/>
              <a:t>lado1 = 2, lado2 = 2, lado3 = 2 Resultado = equilátero</a:t>
            </a:r>
          </a:p>
          <a:p>
            <a:pPr lvl="1"/>
            <a:endParaRPr lang="es-CR" sz="1800" dirty="0"/>
          </a:p>
          <a:p>
            <a:r>
              <a:rPr lang="es-CR" sz="1800" dirty="0"/>
              <a:t>¿Por qué estos casos? </a:t>
            </a:r>
          </a:p>
          <a:p>
            <a:pPr lvl="1"/>
            <a:r>
              <a:rPr lang="es-CR" sz="1800" dirty="0"/>
              <a:t>Al menos se probó un caso para cada respuesta posible del programa (error, escaleno, isósceles, equilátero)</a:t>
            </a:r>
          </a:p>
          <a:p>
            <a:endParaRPr lang="es-CR" sz="1800" dirty="0"/>
          </a:p>
          <a:p>
            <a:r>
              <a:rPr lang="es-CR" sz="1800" dirty="0"/>
              <a:t>Más adelante veremos técnicas para seleccionar casos interesantes</a:t>
            </a:r>
          </a:p>
        </p:txBody>
      </p:sp>
      <p:grpSp>
        <p:nvGrpSpPr>
          <p:cNvPr id="24" name="Group 23">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5" name="Freeform: Shape 24">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152463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8677943E-0AB5-E419-3E86-50A68F2D3ADF}"/>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kern="1200" dirty="0">
                <a:solidFill>
                  <a:schemeClr val="tx1"/>
                </a:solidFill>
                <a:latin typeface="+mj-lt"/>
                <a:ea typeface="+mj-ea"/>
                <a:cs typeface="+mj-cs"/>
              </a:rPr>
              <a:t>Caso de </a:t>
            </a:r>
            <a:r>
              <a:rPr lang="en-US" kern="1200" dirty="0" err="1">
                <a:solidFill>
                  <a:schemeClr val="tx1"/>
                </a:solidFill>
                <a:latin typeface="+mj-lt"/>
                <a:ea typeface="+mj-ea"/>
                <a:cs typeface="+mj-cs"/>
              </a:rPr>
              <a:t>prueba</a:t>
            </a:r>
            <a:r>
              <a:rPr lang="en-US" kern="1200" dirty="0">
                <a:solidFill>
                  <a:schemeClr val="tx1"/>
                </a:solidFill>
                <a:latin typeface="+mj-lt"/>
                <a:ea typeface="+mj-ea"/>
                <a:cs typeface="+mj-cs"/>
              </a:rPr>
              <a:t>: </a:t>
            </a:r>
            <a:r>
              <a:rPr lang="en-US" kern="1200" dirty="0" err="1">
                <a:solidFill>
                  <a:schemeClr val="tx1"/>
                </a:solidFill>
                <a:latin typeface="+mj-lt"/>
                <a:ea typeface="+mj-ea"/>
                <a:cs typeface="+mj-cs"/>
              </a:rPr>
              <a:t>Ejemplo</a:t>
            </a:r>
            <a:endParaRPr lang="en-US" kern="1200" dirty="0">
              <a:solidFill>
                <a:schemeClr val="tx1"/>
              </a:solidFill>
              <a:latin typeface="+mj-lt"/>
              <a:ea typeface="+mj-ea"/>
              <a:cs typeface="+mj-cs"/>
            </a:endParaRPr>
          </a:p>
        </p:txBody>
      </p:sp>
      <p:sp>
        <p:nvSpPr>
          <p:cNvPr id="9" name="Marcador de contenido 8">
            <a:extLst>
              <a:ext uri="{FF2B5EF4-FFF2-40B4-BE49-F238E27FC236}">
                <a16:creationId xmlns:a16="http://schemas.microsoft.com/office/drawing/2014/main" id="{185BDAED-A5D0-437F-9E57-CF77E03E4543}"/>
              </a:ext>
            </a:extLst>
          </p:cNvPr>
          <p:cNvSpPr>
            <a:spLocks noGrp="1"/>
          </p:cNvSpPr>
          <p:nvPr>
            <p:ph sz="half" idx="1"/>
          </p:nvPr>
        </p:nvSpPr>
        <p:spPr>
          <a:xfrm>
            <a:off x="504713" y="4121253"/>
            <a:ext cx="4282440" cy="1136843"/>
          </a:xfrm>
        </p:spPr>
        <p:txBody>
          <a:bodyPr vert="horz" lIns="91440" tIns="45720" rIns="91440" bIns="45720" rtlCol="0">
            <a:normAutofit/>
          </a:bodyPr>
          <a:lstStyle/>
          <a:p>
            <a:pPr marL="0" indent="0" algn="ctr">
              <a:buNone/>
            </a:pPr>
            <a:r>
              <a:rPr lang="en-US" sz="3200" kern="1200" dirty="0">
                <a:solidFill>
                  <a:schemeClr val="tx1"/>
                </a:solidFill>
                <a:latin typeface="+mn-lt"/>
                <a:ea typeface="+mn-ea"/>
                <a:cs typeface="+mn-cs"/>
              </a:rPr>
              <a:t>¿</a:t>
            </a:r>
            <a:r>
              <a:rPr lang="en-US" sz="3200" kern="1200" dirty="0" err="1">
                <a:solidFill>
                  <a:schemeClr val="tx1"/>
                </a:solidFill>
                <a:latin typeface="+mn-lt"/>
                <a:ea typeface="+mn-ea"/>
                <a:cs typeface="+mn-cs"/>
              </a:rPr>
              <a:t>Cuáles</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otras</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pruebas</a:t>
            </a:r>
            <a:r>
              <a:rPr lang="en-US" sz="3200" kern="1200" dirty="0">
                <a:solidFill>
                  <a:schemeClr val="tx1"/>
                </a:solidFill>
                <a:latin typeface="+mn-lt"/>
                <a:ea typeface="+mn-ea"/>
                <a:cs typeface="+mn-cs"/>
              </a:rPr>
              <a:t> se </a:t>
            </a:r>
            <a:r>
              <a:rPr lang="en-US" sz="3200" kern="1200" dirty="0" err="1">
                <a:solidFill>
                  <a:schemeClr val="tx1"/>
                </a:solidFill>
                <a:latin typeface="+mn-lt"/>
                <a:ea typeface="+mn-ea"/>
                <a:cs typeface="+mn-cs"/>
              </a:rPr>
              <a:t>podrían</a:t>
            </a:r>
            <a:r>
              <a:rPr lang="en-US" sz="3200" kern="1200" dirty="0">
                <a:solidFill>
                  <a:schemeClr val="tx1"/>
                </a:solidFill>
                <a:latin typeface="+mn-lt"/>
                <a:ea typeface="+mn-ea"/>
                <a:cs typeface="+mn-cs"/>
              </a:rPr>
              <a:t> </a:t>
            </a:r>
            <a:r>
              <a:rPr lang="en-US" sz="3200" kern="1200" dirty="0" err="1">
                <a:solidFill>
                  <a:schemeClr val="tx1"/>
                </a:solidFill>
                <a:latin typeface="+mn-lt"/>
                <a:ea typeface="+mn-ea"/>
                <a:cs typeface="+mn-cs"/>
              </a:rPr>
              <a:t>realizar</a:t>
            </a:r>
            <a:r>
              <a:rPr lang="en-US" sz="3200" kern="1200" dirty="0">
                <a:solidFill>
                  <a:schemeClr val="tx1"/>
                </a:solidFill>
                <a:latin typeface="+mn-lt"/>
                <a:ea typeface="+mn-ea"/>
                <a:cs typeface="+mn-cs"/>
              </a:rPr>
              <a:t>?</a:t>
            </a:r>
          </a:p>
        </p:txBody>
      </p:sp>
      <p:pic>
        <p:nvPicPr>
          <p:cNvPr id="11" name="Marcador de contenido 10">
            <a:extLst>
              <a:ext uri="{FF2B5EF4-FFF2-40B4-BE49-F238E27FC236}">
                <a16:creationId xmlns:a16="http://schemas.microsoft.com/office/drawing/2014/main" id="{1F67B307-43A9-D65D-8A92-469D174EC3AC}"/>
              </a:ext>
            </a:extLst>
          </p:cNvPr>
          <p:cNvPicPr>
            <a:picLocks noGrp="1" noChangeAspect="1"/>
          </p:cNvPicPr>
          <p:nvPr>
            <p:ph sz="half" idx="2"/>
          </p:nvPr>
        </p:nvPicPr>
        <p:blipFill>
          <a:blip r:embed="rId2"/>
          <a:stretch>
            <a:fillRect/>
          </a:stretch>
        </p:blipFill>
        <p:spPr>
          <a:xfrm>
            <a:off x="5895751" y="1013587"/>
            <a:ext cx="5708649" cy="4800851"/>
          </a:xfrm>
          <a:prstGeom prst="rect">
            <a:avLst/>
          </a:prstGeom>
        </p:spPr>
      </p:pic>
    </p:spTree>
    <p:extLst>
      <p:ext uri="{BB962C8B-B14F-4D97-AF65-F5344CB8AC3E}">
        <p14:creationId xmlns:p14="http://schemas.microsoft.com/office/powerpoint/2010/main" val="3414171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2D3A5C7-1F39-530D-8982-E883A131A94A}"/>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600" kern="1200">
                <a:solidFill>
                  <a:schemeClr val="tx1"/>
                </a:solidFill>
                <a:latin typeface="+mj-lt"/>
                <a:ea typeface="+mj-ea"/>
                <a:cs typeface="+mj-cs"/>
              </a:rPr>
              <a:t>Caso de prueba: Ejemplo</a:t>
            </a:r>
          </a:p>
        </p:txBody>
      </p:sp>
      <p:sp>
        <p:nvSpPr>
          <p:cNvPr id="31"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4" name="Marcador de contenido 6">
            <a:extLst>
              <a:ext uri="{FF2B5EF4-FFF2-40B4-BE49-F238E27FC236}">
                <a16:creationId xmlns:a16="http://schemas.microsoft.com/office/drawing/2014/main" id="{66A3F5A2-CB31-A9A5-0574-CF85FD94E24C}"/>
              </a:ext>
            </a:extLst>
          </p:cNvPr>
          <p:cNvGraphicFramePr>
            <a:graphicFrameLocks noGrp="1"/>
          </p:cNvGraphicFramePr>
          <p:nvPr>
            <p:ph idx="1"/>
            <p:extLst>
              <p:ext uri="{D42A27DB-BD31-4B8C-83A1-F6EECF244321}">
                <p14:modId xmlns:p14="http://schemas.microsoft.com/office/powerpoint/2010/main" val="3115313171"/>
              </p:ext>
            </p:extLst>
          </p:nvPr>
        </p:nvGraphicFramePr>
        <p:xfrm>
          <a:off x="4096871" y="-6911"/>
          <a:ext cx="7772401" cy="65849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11367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83B0C-B5A0-43D4-5089-94250933016D}"/>
              </a:ext>
            </a:extLst>
          </p:cNvPr>
          <p:cNvSpPr>
            <a:spLocks noGrp="1"/>
          </p:cNvSpPr>
          <p:nvPr>
            <p:ph type="title"/>
          </p:nvPr>
        </p:nvSpPr>
        <p:spPr/>
        <p:txBody>
          <a:bodyPr/>
          <a:lstStyle/>
          <a:p>
            <a:r>
              <a:rPr lang="es-CR" dirty="0"/>
              <a:t>CASO DE PRUEBA EN SISTEMA</a:t>
            </a:r>
          </a:p>
        </p:txBody>
      </p:sp>
      <p:sp>
        <p:nvSpPr>
          <p:cNvPr id="3" name="Content Placeholder 2">
            <a:extLst>
              <a:ext uri="{FF2B5EF4-FFF2-40B4-BE49-F238E27FC236}">
                <a16:creationId xmlns:a16="http://schemas.microsoft.com/office/drawing/2014/main" id="{3CA84DCC-9EB2-B6C2-4C93-83D61ABC5EA1}"/>
              </a:ext>
            </a:extLst>
          </p:cNvPr>
          <p:cNvSpPr>
            <a:spLocks noGrp="1"/>
          </p:cNvSpPr>
          <p:nvPr>
            <p:ph idx="1"/>
          </p:nvPr>
        </p:nvSpPr>
        <p:spPr/>
        <p:txBody>
          <a:bodyPr/>
          <a:lstStyle/>
          <a:p>
            <a:r>
              <a:rPr lang="es-CR" dirty="0"/>
              <a:t>Pendiente.</a:t>
            </a:r>
          </a:p>
        </p:txBody>
      </p:sp>
    </p:spTree>
    <p:extLst>
      <p:ext uri="{BB962C8B-B14F-4D97-AF65-F5344CB8AC3E}">
        <p14:creationId xmlns:p14="http://schemas.microsoft.com/office/powerpoint/2010/main" val="1767673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D8E54F9-849C-4865-8C5E-FD967B81D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91AE6B3-1D2D-4C67-A4DB-888635B527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054983"/>
          </a:xfrm>
          <a:custGeom>
            <a:avLst/>
            <a:gdLst>
              <a:gd name="connsiteX0" fmla="*/ 6788003 w 12188952"/>
              <a:gd name="connsiteY0" fmla="*/ 5986774 h 6054983"/>
              <a:gd name="connsiteX1" fmla="*/ 6787005 w 12188952"/>
              <a:gd name="connsiteY1" fmla="*/ 5986852 h 6054983"/>
              <a:gd name="connsiteX2" fmla="*/ 6786779 w 12188952"/>
              <a:gd name="connsiteY2" fmla="*/ 5987386 h 6054983"/>
              <a:gd name="connsiteX3" fmla="*/ 0 w 12188952"/>
              <a:gd name="connsiteY3" fmla="*/ 0 h 6054983"/>
              <a:gd name="connsiteX4" fmla="*/ 12188952 w 12188952"/>
              <a:gd name="connsiteY4" fmla="*/ 0 h 6054983"/>
              <a:gd name="connsiteX5" fmla="*/ 12188952 w 12188952"/>
              <a:gd name="connsiteY5" fmla="*/ 5092539 h 6054983"/>
              <a:gd name="connsiteX6" fmla="*/ 12058081 w 12188952"/>
              <a:gd name="connsiteY6" fmla="*/ 5131579 h 6054983"/>
              <a:gd name="connsiteX7" fmla="*/ 11673881 w 12188952"/>
              <a:gd name="connsiteY7" fmla="*/ 5235154 h 6054983"/>
              <a:gd name="connsiteX8" fmla="*/ 10422749 w 12188952"/>
              <a:gd name="connsiteY8" fmla="*/ 5518693 h 6054983"/>
              <a:gd name="connsiteX9" fmla="*/ 9421666 w 12188952"/>
              <a:gd name="connsiteY9" fmla="*/ 5693855 h 6054983"/>
              <a:gd name="connsiteX10" fmla="*/ 8456304 w 12188952"/>
              <a:gd name="connsiteY10" fmla="*/ 5827556 h 6054983"/>
              <a:gd name="connsiteX11" fmla="*/ 7714041 w 12188952"/>
              <a:gd name="connsiteY11" fmla="*/ 5907503 h 6054983"/>
              <a:gd name="connsiteX12" fmla="*/ 6949978 w 12188952"/>
              <a:gd name="connsiteY12" fmla="*/ 5973283 h 6054983"/>
              <a:gd name="connsiteX13" fmla="*/ 6934569 w 12188952"/>
              <a:gd name="connsiteY13" fmla="*/ 5975354 h 6054983"/>
              <a:gd name="connsiteX14" fmla="*/ 6788750 w 12188952"/>
              <a:gd name="connsiteY14" fmla="*/ 5986715 h 6054983"/>
              <a:gd name="connsiteX15" fmla="*/ 6798241 w 12188952"/>
              <a:gd name="connsiteY15" fmla="*/ 5988535 h 6054983"/>
              <a:gd name="connsiteX16" fmla="*/ 6833723 w 12188952"/>
              <a:gd name="connsiteY16" fmla="*/ 5986828 h 6054983"/>
              <a:gd name="connsiteX17" fmla="*/ 6882282 w 12188952"/>
              <a:gd name="connsiteY17" fmla="*/ 5983850 h 6054983"/>
              <a:gd name="connsiteX18" fmla="*/ 7576876 w 12188952"/>
              <a:gd name="connsiteY18" fmla="*/ 5951323 h 6054983"/>
              <a:gd name="connsiteX19" fmla="*/ 8621689 w 12188952"/>
              <a:gd name="connsiteY19" fmla="*/ 5864426 h 6054983"/>
              <a:gd name="connsiteX20" fmla="*/ 9477600 w 12188952"/>
              <a:gd name="connsiteY20" fmla="*/ 5760520 h 6054983"/>
              <a:gd name="connsiteX21" fmla="*/ 10626651 w 12188952"/>
              <a:gd name="connsiteY21" fmla="*/ 5566363 h 6054983"/>
              <a:gd name="connsiteX22" fmla="*/ 11995498 w 12188952"/>
              <a:gd name="connsiteY22" fmla="*/ 5240369 h 6054983"/>
              <a:gd name="connsiteX23" fmla="*/ 12188952 w 12188952"/>
              <a:gd name="connsiteY23" fmla="*/ 5183370 h 6054983"/>
              <a:gd name="connsiteX24" fmla="*/ 12188952 w 12188952"/>
              <a:gd name="connsiteY24" fmla="*/ 5238107 h 6054983"/>
              <a:gd name="connsiteX25" fmla="*/ 11826300 w 12188952"/>
              <a:gd name="connsiteY25" fmla="*/ 5343406 h 6054983"/>
              <a:gd name="connsiteX26" fmla="*/ 10936448 w 12188952"/>
              <a:gd name="connsiteY26" fmla="*/ 5557921 h 6054983"/>
              <a:gd name="connsiteX27" fmla="*/ 9983034 w 12188952"/>
              <a:gd name="connsiteY27" fmla="*/ 5737926 h 6054983"/>
              <a:gd name="connsiteX28" fmla="*/ 9184585 w 12188952"/>
              <a:gd name="connsiteY28" fmla="*/ 5853873 h 6054983"/>
              <a:gd name="connsiteX29" fmla="*/ 8576053 w 12188952"/>
              <a:gd name="connsiteY29" fmla="*/ 5923392 h 6054983"/>
              <a:gd name="connsiteX30" fmla="*/ 7862392 w 12188952"/>
              <a:gd name="connsiteY30" fmla="*/ 5984843 h 6054983"/>
              <a:gd name="connsiteX31" fmla="*/ 6933768 w 12188952"/>
              <a:gd name="connsiteY31" fmla="*/ 6036237 h 6054983"/>
              <a:gd name="connsiteX32" fmla="*/ 6476130 w 12188952"/>
              <a:gd name="connsiteY32" fmla="*/ 6050140 h 6054983"/>
              <a:gd name="connsiteX33" fmla="*/ 6360703 w 12188952"/>
              <a:gd name="connsiteY33" fmla="*/ 6054983 h 6054983"/>
              <a:gd name="connsiteX34" fmla="*/ 6055614 w 12188952"/>
              <a:gd name="connsiteY34" fmla="*/ 6054983 h 6054983"/>
              <a:gd name="connsiteX35" fmla="*/ 5976289 w 12188952"/>
              <a:gd name="connsiteY35" fmla="*/ 6050389 h 6054983"/>
              <a:gd name="connsiteX36" fmla="*/ 5263770 w 12188952"/>
              <a:gd name="connsiteY36" fmla="*/ 6014140 h 6054983"/>
              <a:gd name="connsiteX37" fmla="*/ 4345190 w 12188952"/>
              <a:gd name="connsiteY37" fmla="*/ 5952070 h 6054983"/>
              <a:gd name="connsiteX38" fmla="*/ 3372201 w 12188952"/>
              <a:gd name="connsiteY38" fmla="*/ 5853501 h 6054983"/>
              <a:gd name="connsiteX39" fmla="*/ 2361582 w 12188952"/>
              <a:gd name="connsiteY39" fmla="*/ 5734574 h 6054983"/>
              <a:gd name="connsiteX40" fmla="*/ 1232869 w 12188952"/>
              <a:gd name="connsiteY40" fmla="*/ 5561398 h 6054983"/>
              <a:gd name="connsiteX41" fmla="*/ 68483 w 12188952"/>
              <a:gd name="connsiteY41" fmla="*/ 5321691 h 6054983"/>
              <a:gd name="connsiteX42" fmla="*/ 0 w 12188952"/>
              <a:gd name="connsiteY42" fmla="*/ 5304336 h 6054983"/>
              <a:gd name="connsiteX43" fmla="*/ 0 w 12188952"/>
              <a:gd name="connsiteY43" fmla="*/ 5247847 h 6054983"/>
              <a:gd name="connsiteX44" fmla="*/ 72423 w 12188952"/>
              <a:gd name="connsiteY44" fmla="*/ 5266624 h 6054983"/>
              <a:gd name="connsiteX45" fmla="*/ 600566 w 12188952"/>
              <a:gd name="connsiteY45" fmla="*/ 5384994 h 6054983"/>
              <a:gd name="connsiteX46" fmla="*/ 1769069 w 12188952"/>
              <a:gd name="connsiteY46" fmla="*/ 5595162 h 6054983"/>
              <a:gd name="connsiteX47" fmla="*/ 2612900 w 12188952"/>
              <a:gd name="connsiteY47" fmla="*/ 5712104 h 6054983"/>
              <a:gd name="connsiteX48" fmla="*/ 2580488 w 12188952"/>
              <a:gd name="connsiteY48" fmla="*/ 5702173 h 6054983"/>
              <a:gd name="connsiteX49" fmla="*/ 1112357 w 12188952"/>
              <a:gd name="connsiteY49" fmla="*/ 5369476 h 6054983"/>
              <a:gd name="connsiteX50" fmla="*/ 420307 w 12188952"/>
              <a:gd name="connsiteY50" fmla="*/ 5170043 h 6054983"/>
              <a:gd name="connsiteX51" fmla="*/ 0 w 12188952"/>
              <a:gd name="connsiteY51" fmla="*/ 5031126 h 605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88952" h="6054983">
                <a:moveTo>
                  <a:pt x="6788003" y="5986774"/>
                </a:moveTo>
                <a:lnTo>
                  <a:pt x="6787005" y="5986852"/>
                </a:lnTo>
                <a:lnTo>
                  <a:pt x="6786779" y="5987386"/>
                </a:lnTo>
                <a:close/>
                <a:moveTo>
                  <a:pt x="0" y="0"/>
                </a:moveTo>
                <a:lnTo>
                  <a:pt x="12188952" y="0"/>
                </a:lnTo>
                <a:lnTo>
                  <a:pt x="12188952" y="5092539"/>
                </a:lnTo>
                <a:lnTo>
                  <a:pt x="12058081" y="5131579"/>
                </a:lnTo>
                <a:cubicBezTo>
                  <a:pt x="11930517" y="5167793"/>
                  <a:pt x="11802439" y="5202322"/>
                  <a:pt x="11673881" y="5235154"/>
                </a:cubicBezTo>
                <a:cubicBezTo>
                  <a:pt x="11259973" y="5342661"/>
                  <a:pt x="10842632" y="5436263"/>
                  <a:pt x="10422749" y="5518693"/>
                </a:cubicBezTo>
                <a:cubicBezTo>
                  <a:pt x="10090287" y="5583904"/>
                  <a:pt x="9756593" y="5642301"/>
                  <a:pt x="9421666" y="5693855"/>
                </a:cubicBezTo>
                <a:cubicBezTo>
                  <a:pt x="9100721" y="5743512"/>
                  <a:pt x="8778938" y="5788079"/>
                  <a:pt x="8456304" y="5827556"/>
                </a:cubicBezTo>
                <a:cubicBezTo>
                  <a:pt x="8209307" y="5857722"/>
                  <a:pt x="7961801" y="5883295"/>
                  <a:pt x="7714041" y="5907503"/>
                </a:cubicBezTo>
                <a:lnTo>
                  <a:pt x="6949978" y="5973283"/>
                </a:lnTo>
                <a:lnTo>
                  <a:pt x="6934569" y="5975354"/>
                </a:lnTo>
                <a:lnTo>
                  <a:pt x="6788750" y="5986715"/>
                </a:lnTo>
                <a:lnTo>
                  <a:pt x="6798241" y="5988535"/>
                </a:lnTo>
                <a:cubicBezTo>
                  <a:pt x="6809920" y="5989001"/>
                  <a:pt x="6822028" y="5986828"/>
                  <a:pt x="6833723" y="5986828"/>
                </a:cubicBezTo>
                <a:cubicBezTo>
                  <a:pt x="6849867" y="5986828"/>
                  <a:pt x="6866012" y="5984221"/>
                  <a:pt x="6882282" y="5983850"/>
                </a:cubicBezTo>
                <a:cubicBezTo>
                  <a:pt x="7114026" y="5978388"/>
                  <a:pt x="7345514" y="5966221"/>
                  <a:pt x="7576876" y="5951323"/>
                </a:cubicBezTo>
                <a:cubicBezTo>
                  <a:pt x="7925570" y="5928855"/>
                  <a:pt x="8274011" y="5900676"/>
                  <a:pt x="8621689" y="5864426"/>
                </a:cubicBezTo>
                <a:cubicBezTo>
                  <a:pt x="8907712" y="5835128"/>
                  <a:pt x="9193011" y="5800493"/>
                  <a:pt x="9477600" y="5760520"/>
                </a:cubicBezTo>
                <a:cubicBezTo>
                  <a:pt x="9862435" y="5706146"/>
                  <a:pt x="10245452" y="5641432"/>
                  <a:pt x="10626651" y="5566363"/>
                </a:cubicBezTo>
                <a:cubicBezTo>
                  <a:pt x="11087341" y="5475243"/>
                  <a:pt x="11544088" y="5367737"/>
                  <a:pt x="11995498" y="5240369"/>
                </a:cubicBezTo>
                <a:lnTo>
                  <a:pt x="12188952" y="5183370"/>
                </a:lnTo>
                <a:lnTo>
                  <a:pt x="12188952" y="5238107"/>
                </a:lnTo>
                <a:lnTo>
                  <a:pt x="11826300" y="5343406"/>
                </a:lnTo>
                <a:cubicBezTo>
                  <a:pt x="11531885" y="5423103"/>
                  <a:pt x="11235310" y="5493989"/>
                  <a:pt x="10936448" y="5557921"/>
                </a:cubicBezTo>
                <a:cubicBezTo>
                  <a:pt x="10620168" y="5625703"/>
                  <a:pt x="10302365" y="5685700"/>
                  <a:pt x="9983034" y="5737926"/>
                </a:cubicBezTo>
                <a:cubicBezTo>
                  <a:pt x="9717606" y="5781375"/>
                  <a:pt x="9451451" y="5820020"/>
                  <a:pt x="9184585" y="5853873"/>
                </a:cubicBezTo>
                <a:cubicBezTo>
                  <a:pt x="8981951" y="5879447"/>
                  <a:pt x="8779319" y="5903530"/>
                  <a:pt x="8576053" y="5923392"/>
                </a:cubicBezTo>
                <a:cubicBezTo>
                  <a:pt x="8338462" y="5946112"/>
                  <a:pt x="8100618" y="5967587"/>
                  <a:pt x="7862392" y="5984843"/>
                </a:cubicBezTo>
                <a:cubicBezTo>
                  <a:pt x="7553105" y="6007187"/>
                  <a:pt x="7243690" y="6025065"/>
                  <a:pt x="6933768" y="6036237"/>
                </a:cubicBezTo>
                <a:cubicBezTo>
                  <a:pt x="6781221" y="6041700"/>
                  <a:pt x="6628676" y="6045548"/>
                  <a:pt x="6476130" y="6050140"/>
                </a:cubicBezTo>
                <a:cubicBezTo>
                  <a:pt x="6437585" y="6048056"/>
                  <a:pt x="6398929" y="6049681"/>
                  <a:pt x="6360703" y="6054983"/>
                </a:cubicBezTo>
                <a:lnTo>
                  <a:pt x="6055614" y="6054983"/>
                </a:lnTo>
                <a:lnTo>
                  <a:pt x="5976289" y="6050389"/>
                </a:lnTo>
                <a:cubicBezTo>
                  <a:pt x="5738826" y="6037976"/>
                  <a:pt x="5501363" y="6024197"/>
                  <a:pt x="5263770" y="6014140"/>
                </a:cubicBezTo>
                <a:cubicBezTo>
                  <a:pt x="4957027" y="6001724"/>
                  <a:pt x="4650663" y="5981244"/>
                  <a:pt x="4345190" y="5952070"/>
                </a:cubicBezTo>
                <a:cubicBezTo>
                  <a:pt x="4020648" y="5921158"/>
                  <a:pt x="3696870" y="5886523"/>
                  <a:pt x="3372201" y="5853501"/>
                </a:cubicBezTo>
                <a:cubicBezTo>
                  <a:pt x="3034653" y="5819239"/>
                  <a:pt x="2697781" y="5779600"/>
                  <a:pt x="2361582" y="5734574"/>
                </a:cubicBezTo>
                <a:cubicBezTo>
                  <a:pt x="1984196" y="5684421"/>
                  <a:pt x="1607962" y="5626695"/>
                  <a:pt x="1232869" y="5561398"/>
                </a:cubicBezTo>
                <a:cubicBezTo>
                  <a:pt x="841970" y="5492685"/>
                  <a:pt x="453644" y="5414197"/>
                  <a:pt x="68483" y="5321691"/>
                </a:cubicBezTo>
                <a:lnTo>
                  <a:pt x="0" y="5304336"/>
                </a:lnTo>
                <a:lnTo>
                  <a:pt x="0" y="5247847"/>
                </a:lnTo>
                <a:lnTo>
                  <a:pt x="72423" y="5266624"/>
                </a:lnTo>
                <a:cubicBezTo>
                  <a:pt x="247899" y="5308802"/>
                  <a:pt x="424058" y="5348062"/>
                  <a:pt x="600566" y="5384994"/>
                </a:cubicBezTo>
                <a:cubicBezTo>
                  <a:pt x="988032" y="5465808"/>
                  <a:pt x="1377788" y="5534706"/>
                  <a:pt x="1769069" y="5595162"/>
                </a:cubicBezTo>
                <a:cubicBezTo>
                  <a:pt x="2051913" y="5638738"/>
                  <a:pt x="2335141" y="5678835"/>
                  <a:pt x="2612900" y="5712104"/>
                </a:cubicBezTo>
                <a:cubicBezTo>
                  <a:pt x="2604892" y="5714711"/>
                  <a:pt x="2593962" y="5704655"/>
                  <a:pt x="2580488" y="5702173"/>
                </a:cubicBezTo>
                <a:cubicBezTo>
                  <a:pt x="2086656" y="5610221"/>
                  <a:pt x="1597284" y="5499328"/>
                  <a:pt x="1112357" y="5369476"/>
                </a:cubicBezTo>
                <a:cubicBezTo>
                  <a:pt x="880233" y="5307405"/>
                  <a:pt x="649550" y="5240927"/>
                  <a:pt x="420307" y="5170043"/>
                </a:cubicBezTo>
                <a:lnTo>
                  <a:pt x="0" y="503112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Título 6">
            <a:extLst>
              <a:ext uri="{FF2B5EF4-FFF2-40B4-BE49-F238E27FC236}">
                <a16:creationId xmlns:a16="http://schemas.microsoft.com/office/drawing/2014/main" id="{B0FF6ECC-5BAC-4C99-85E9-8B39E21F96D4}"/>
              </a:ext>
            </a:extLst>
          </p:cNvPr>
          <p:cNvSpPr>
            <a:spLocks noGrp="1"/>
          </p:cNvSpPr>
          <p:nvPr>
            <p:ph type="title"/>
          </p:nvPr>
        </p:nvSpPr>
        <p:spPr>
          <a:xfrm>
            <a:off x="1524000" y="929452"/>
            <a:ext cx="9144000" cy="2526738"/>
          </a:xfrm>
        </p:spPr>
        <p:txBody>
          <a:bodyPr vert="horz" lIns="91440" tIns="45720" rIns="91440" bIns="45720" rtlCol="0" anchor="b">
            <a:normAutofit/>
          </a:bodyPr>
          <a:lstStyle/>
          <a:p>
            <a:pPr algn="ctr"/>
            <a:r>
              <a:rPr lang="en-US" sz="8800" kern="1200" dirty="0" err="1">
                <a:solidFill>
                  <a:srgbClr val="FFFFFF"/>
                </a:solidFill>
                <a:latin typeface="+mj-lt"/>
                <a:ea typeface="+mj-ea"/>
                <a:cs typeface="+mj-cs"/>
              </a:rPr>
              <a:t>Niveles</a:t>
            </a:r>
            <a:r>
              <a:rPr lang="en-US" sz="8800" kern="1200" dirty="0">
                <a:solidFill>
                  <a:srgbClr val="FFFFFF"/>
                </a:solidFill>
                <a:latin typeface="+mj-lt"/>
                <a:ea typeface="+mj-ea"/>
                <a:cs typeface="+mj-cs"/>
              </a:rPr>
              <a:t> de </a:t>
            </a:r>
            <a:r>
              <a:rPr lang="en-US" sz="8800" kern="1200" dirty="0" err="1">
                <a:solidFill>
                  <a:srgbClr val="FFFFFF"/>
                </a:solidFill>
                <a:latin typeface="+mj-lt"/>
                <a:ea typeface="+mj-ea"/>
                <a:cs typeface="+mj-cs"/>
              </a:rPr>
              <a:t>pruebas</a:t>
            </a:r>
            <a:endParaRPr lang="en-US" sz="8800" kern="1200" dirty="0">
              <a:solidFill>
                <a:srgbClr val="FFFFFF"/>
              </a:solidFill>
              <a:latin typeface="+mj-lt"/>
              <a:ea typeface="+mj-ea"/>
              <a:cs typeface="+mj-cs"/>
            </a:endParaRPr>
          </a:p>
        </p:txBody>
      </p:sp>
      <p:sp>
        <p:nvSpPr>
          <p:cNvPr id="8" name="Marcador de texto 7">
            <a:extLst>
              <a:ext uri="{FF2B5EF4-FFF2-40B4-BE49-F238E27FC236}">
                <a16:creationId xmlns:a16="http://schemas.microsoft.com/office/drawing/2014/main" id="{F0557469-19DC-FA07-C864-4AE76CB0076E}"/>
              </a:ext>
            </a:extLst>
          </p:cNvPr>
          <p:cNvSpPr>
            <a:spLocks noGrp="1"/>
          </p:cNvSpPr>
          <p:nvPr>
            <p:ph type="body" idx="1"/>
          </p:nvPr>
        </p:nvSpPr>
        <p:spPr>
          <a:xfrm>
            <a:off x="1524000" y="3695230"/>
            <a:ext cx="9144000" cy="1626541"/>
          </a:xfrm>
        </p:spPr>
        <p:txBody>
          <a:bodyPr vert="horz" lIns="91440" tIns="45720" rIns="91440" bIns="45720" rtlCol="0">
            <a:normAutofit/>
          </a:bodyPr>
          <a:lstStyle/>
          <a:p>
            <a:pPr algn="ctr"/>
            <a:endParaRPr lang="en-US" sz="2400" kern="1200">
              <a:solidFill>
                <a:srgbClr val="FFFFFF"/>
              </a:solidFill>
              <a:latin typeface="+mn-lt"/>
              <a:ea typeface="+mn-ea"/>
              <a:cs typeface="+mn-cs"/>
            </a:endParaRPr>
          </a:p>
        </p:txBody>
      </p:sp>
      <p:sp>
        <p:nvSpPr>
          <p:cNvPr id="17" name="sketch line">
            <a:extLst>
              <a:ext uri="{FF2B5EF4-FFF2-40B4-BE49-F238E27FC236}">
                <a16:creationId xmlns:a16="http://schemas.microsoft.com/office/drawing/2014/main" id="{6D080EC2-42B5-4E04-BBF7-F0BC5CB7C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566566"/>
            <a:ext cx="4243589" cy="18288"/>
          </a:xfrm>
          <a:custGeom>
            <a:avLst/>
            <a:gdLst>
              <a:gd name="connsiteX0" fmla="*/ 0 w 4243589"/>
              <a:gd name="connsiteY0" fmla="*/ 0 h 18288"/>
              <a:gd name="connsiteX1" fmla="*/ 563791 w 4243589"/>
              <a:gd name="connsiteY1" fmla="*/ 0 h 18288"/>
              <a:gd name="connsiteX2" fmla="*/ 1042710 w 4243589"/>
              <a:gd name="connsiteY2" fmla="*/ 0 h 18288"/>
              <a:gd name="connsiteX3" fmla="*/ 1564066 w 4243589"/>
              <a:gd name="connsiteY3" fmla="*/ 0 h 18288"/>
              <a:gd name="connsiteX4" fmla="*/ 2212729 w 4243589"/>
              <a:gd name="connsiteY4" fmla="*/ 0 h 18288"/>
              <a:gd name="connsiteX5" fmla="*/ 2776520 w 4243589"/>
              <a:gd name="connsiteY5" fmla="*/ 0 h 18288"/>
              <a:gd name="connsiteX6" fmla="*/ 3297875 w 4243589"/>
              <a:gd name="connsiteY6" fmla="*/ 0 h 18288"/>
              <a:gd name="connsiteX7" fmla="*/ 4243589 w 4243589"/>
              <a:gd name="connsiteY7" fmla="*/ 0 h 18288"/>
              <a:gd name="connsiteX8" fmla="*/ 4243589 w 4243589"/>
              <a:gd name="connsiteY8" fmla="*/ 18288 h 18288"/>
              <a:gd name="connsiteX9" fmla="*/ 3637362 w 4243589"/>
              <a:gd name="connsiteY9" fmla="*/ 18288 h 18288"/>
              <a:gd name="connsiteX10" fmla="*/ 3116007 w 4243589"/>
              <a:gd name="connsiteY10" fmla="*/ 18288 h 18288"/>
              <a:gd name="connsiteX11" fmla="*/ 2424908 w 4243589"/>
              <a:gd name="connsiteY11" fmla="*/ 18288 h 18288"/>
              <a:gd name="connsiteX12" fmla="*/ 1861117 w 4243589"/>
              <a:gd name="connsiteY12" fmla="*/ 18288 h 18288"/>
              <a:gd name="connsiteX13" fmla="*/ 1382198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41275" cap="rnd">
            <a:solidFill>
              <a:srgbClr val="FFFFFF"/>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0737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ítulo 10">
            <a:extLst>
              <a:ext uri="{FF2B5EF4-FFF2-40B4-BE49-F238E27FC236}">
                <a16:creationId xmlns:a16="http://schemas.microsoft.com/office/drawing/2014/main" id="{61320E9F-50DA-7472-2AB2-B27208F24062}"/>
              </a:ext>
            </a:extLst>
          </p:cNvPr>
          <p:cNvSpPr>
            <a:spLocks noGrp="1"/>
          </p:cNvSpPr>
          <p:nvPr>
            <p:ph type="title"/>
          </p:nvPr>
        </p:nvSpPr>
        <p:spPr/>
        <p:txBody>
          <a:bodyPr/>
          <a:lstStyle/>
          <a:p>
            <a:r>
              <a:rPr lang="es-CR" dirty="0"/>
              <a:t>Niveles de pruebas</a:t>
            </a:r>
          </a:p>
        </p:txBody>
      </p:sp>
      <p:sp>
        <p:nvSpPr>
          <p:cNvPr id="3" name="Marcador de contenido 2">
            <a:extLst>
              <a:ext uri="{FF2B5EF4-FFF2-40B4-BE49-F238E27FC236}">
                <a16:creationId xmlns:a16="http://schemas.microsoft.com/office/drawing/2014/main" id="{FECB7D7D-8D7C-BDDA-4625-2BE64745718E}"/>
              </a:ext>
            </a:extLst>
          </p:cNvPr>
          <p:cNvSpPr>
            <a:spLocks noGrp="1"/>
          </p:cNvSpPr>
          <p:nvPr>
            <p:ph sz="half" idx="1"/>
          </p:nvPr>
        </p:nvSpPr>
        <p:spPr/>
        <p:txBody>
          <a:bodyPr/>
          <a:lstStyle/>
          <a:p>
            <a:r>
              <a:rPr lang="es-CR" dirty="0"/>
              <a:t>Una manera de adecuar las actividades de pruebas al proyecto es dividir el esfuerzo total de pruebas en una secuencia de fases o niveles. Estos niveles a menudo se organizan por la secuencia en la que las porciones del sistema llegan a estar listas para probar</a:t>
            </a:r>
          </a:p>
        </p:txBody>
      </p:sp>
      <p:sp>
        <p:nvSpPr>
          <p:cNvPr id="5" name="Content Placeholder 4">
            <a:extLst>
              <a:ext uri="{FF2B5EF4-FFF2-40B4-BE49-F238E27FC236}">
                <a16:creationId xmlns:a16="http://schemas.microsoft.com/office/drawing/2014/main" id="{D9E60A09-2226-0C18-31AD-7F7BC55BC39F}"/>
              </a:ext>
            </a:extLst>
          </p:cNvPr>
          <p:cNvSpPr>
            <a:spLocks noGrp="1"/>
          </p:cNvSpPr>
          <p:nvPr>
            <p:ph sz="half" idx="2"/>
          </p:nvPr>
        </p:nvSpPr>
        <p:spPr/>
        <p:txBody>
          <a:bodyPr/>
          <a:lstStyle/>
          <a:p>
            <a:endParaRPr lang="es-CR" dirty="0"/>
          </a:p>
        </p:txBody>
      </p:sp>
    </p:spTree>
    <p:extLst>
      <p:ext uri="{BB962C8B-B14F-4D97-AF65-F5344CB8AC3E}">
        <p14:creationId xmlns:p14="http://schemas.microsoft.com/office/powerpoint/2010/main" val="2616271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Niveles de pruebas</a:t>
            </a:r>
          </a:p>
        </p:txBody>
      </p:sp>
      <p:graphicFrame>
        <p:nvGraphicFramePr>
          <p:cNvPr id="4" name="Marcador de contenido 3"/>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330161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Niveles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50510347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0404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69FEDC-AA6D-5BFE-F8C1-84F41106798A}"/>
              </a:ext>
            </a:extLst>
          </p:cNvPr>
          <p:cNvSpPr>
            <a:spLocks noGrp="1"/>
          </p:cNvSpPr>
          <p:nvPr>
            <p:ph type="title"/>
          </p:nvPr>
        </p:nvSpPr>
        <p:spPr/>
        <p:txBody>
          <a:bodyPr/>
          <a:lstStyle/>
          <a:p>
            <a:r>
              <a:rPr lang="es-CR"/>
              <a:t>Pruebas unitarias</a:t>
            </a:r>
            <a:endParaRPr lang="es-CR" dirty="0"/>
          </a:p>
        </p:txBody>
      </p:sp>
      <p:graphicFrame>
        <p:nvGraphicFramePr>
          <p:cNvPr id="8" name="Marcador de contenido 2">
            <a:extLst>
              <a:ext uri="{FF2B5EF4-FFF2-40B4-BE49-F238E27FC236}">
                <a16:creationId xmlns:a16="http://schemas.microsoft.com/office/drawing/2014/main" id="{58E07EAD-7427-5B34-C7E5-FB223FB213F5}"/>
              </a:ext>
            </a:extLst>
          </p:cNvPr>
          <p:cNvGraphicFramePr>
            <a:graphicFrameLocks noGrp="1"/>
          </p:cNvGraphicFramePr>
          <p:nvPr>
            <p:ph idx="1"/>
            <p:extLst>
              <p:ext uri="{D42A27DB-BD31-4B8C-83A1-F6EECF244321}">
                <p14:modId xmlns:p14="http://schemas.microsoft.com/office/powerpoint/2010/main" val="725184287"/>
              </p:ext>
            </p:extLst>
          </p:nvPr>
        </p:nvGraphicFramePr>
        <p:xfrm>
          <a:off x="838200" y="1326776"/>
          <a:ext cx="10515600" cy="4850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9996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5">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7">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7" name="Título 6">
            <a:extLst>
              <a:ext uri="{FF2B5EF4-FFF2-40B4-BE49-F238E27FC236}">
                <a16:creationId xmlns:a16="http://schemas.microsoft.com/office/drawing/2014/main" id="{5B94794D-5AC0-5833-B8D7-E593A1570441}"/>
              </a:ext>
            </a:extLst>
          </p:cNvPr>
          <p:cNvSpPr>
            <a:spLocks noGrp="1"/>
          </p:cNvSpPr>
          <p:nvPr>
            <p:ph type="title"/>
          </p:nvPr>
        </p:nvSpPr>
        <p:spPr>
          <a:xfrm>
            <a:off x="497543" y="482106"/>
            <a:ext cx="4845423" cy="1800526"/>
          </a:xfrm>
        </p:spPr>
        <p:txBody>
          <a:bodyPr vert="horz" lIns="91440" tIns="45720" rIns="91440" bIns="45720" rtlCol="0" anchor="ctr">
            <a:normAutofit/>
          </a:bodyPr>
          <a:lstStyle/>
          <a:p>
            <a:r>
              <a:rPr lang="en-US" kern="1200" dirty="0" err="1">
                <a:solidFill>
                  <a:schemeClr val="tx1"/>
                </a:solidFill>
                <a:latin typeface="+mj-lt"/>
                <a:ea typeface="+mj-ea"/>
                <a:cs typeface="+mj-cs"/>
              </a:rPr>
              <a:t>Pruebas</a:t>
            </a:r>
            <a:r>
              <a:rPr lang="en-US" kern="1200" dirty="0">
                <a:solidFill>
                  <a:schemeClr val="tx1"/>
                </a:solidFill>
                <a:latin typeface="+mj-lt"/>
                <a:ea typeface="+mj-ea"/>
                <a:cs typeface="+mj-cs"/>
              </a:rPr>
              <a:t> </a:t>
            </a:r>
            <a:r>
              <a:rPr lang="en-US" kern="1200" dirty="0" err="1">
                <a:solidFill>
                  <a:schemeClr val="tx1"/>
                </a:solidFill>
                <a:latin typeface="+mj-lt"/>
                <a:ea typeface="+mj-ea"/>
                <a:cs typeface="+mj-cs"/>
              </a:rPr>
              <a:t>unitarias</a:t>
            </a:r>
            <a:endParaRPr lang="en-US" kern="1200" dirty="0">
              <a:solidFill>
                <a:schemeClr val="tx1"/>
              </a:solidFill>
              <a:latin typeface="+mj-lt"/>
              <a:ea typeface="+mj-ea"/>
              <a:cs typeface="+mj-cs"/>
            </a:endParaRPr>
          </a:p>
        </p:txBody>
      </p:sp>
      <p:sp>
        <p:nvSpPr>
          <p:cNvPr id="9" name="Marcador de contenido 8">
            <a:extLst>
              <a:ext uri="{FF2B5EF4-FFF2-40B4-BE49-F238E27FC236}">
                <a16:creationId xmlns:a16="http://schemas.microsoft.com/office/drawing/2014/main" id="{BCC2DD58-1279-356F-A888-71ECC3D8CEF0}"/>
              </a:ext>
            </a:extLst>
          </p:cNvPr>
          <p:cNvSpPr>
            <a:spLocks noGrp="1"/>
          </p:cNvSpPr>
          <p:nvPr>
            <p:ph sz="half" idx="2"/>
          </p:nvPr>
        </p:nvSpPr>
        <p:spPr>
          <a:xfrm>
            <a:off x="425826" y="1882590"/>
            <a:ext cx="5042645" cy="4437902"/>
          </a:xfrm>
        </p:spPr>
        <p:txBody>
          <a:bodyPr vert="horz" lIns="91440" tIns="45720" rIns="91440" bIns="45720" rtlCol="0">
            <a:normAutofit fontScale="92500" lnSpcReduction="10000"/>
          </a:bodyPr>
          <a:lstStyle/>
          <a:p>
            <a:pPr marL="0" indent="0">
              <a:buNone/>
            </a:pPr>
            <a:r>
              <a:rPr lang="en-US" sz="2400" dirty="0"/>
              <a:t>Pasos</a:t>
            </a:r>
          </a:p>
          <a:p>
            <a:r>
              <a:rPr lang="en-US" sz="2000" dirty="0"/>
              <a:t>Mediante </a:t>
            </a:r>
            <a:r>
              <a:rPr lang="en-US" sz="2000" b="1" i="1" dirty="0" err="1"/>
              <a:t>inspección</a:t>
            </a:r>
            <a:r>
              <a:rPr lang="en-US" sz="2000" b="1" i="1" dirty="0"/>
              <a:t> visual del </a:t>
            </a:r>
            <a:r>
              <a:rPr lang="en-US" sz="2000" b="1" i="1" dirty="0" err="1"/>
              <a:t>código</a:t>
            </a:r>
            <a:r>
              <a:rPr lang="en-US" sz="2000" b="1" i="1" dirty="0"/>
              <a:t> o </a:t>
            </a:r>
            <a:r>
              <a:rPr lang="en-US" sz="2000" b="1" i="1" dirty="0" err="1"/>
              <a:t>cualquier</a:t>
            </a:r>
            <a:r>
              <a:rPr lang="en-US" sz="2000" b="1" i="1" dirty="0"/>
              <a:t> </a:t>
            </a:r>
            <a:r>
              <a:rPr lang="en-US" sz="2000" b="1" i="1" dirty="0" err="1"/>
              <a:t>otro</a:t>
            </a:r>
            <a:r>
              <a:rPr lang="en-US" sz="2000" b="1" i="1" dirty="0"/>
              <a:t> medio</a:t>
            </a:r>
            <a:r>
              <a:rPr lang="en-US" sz="2000" dirty="0"/>
              <a:t>, </a:t>
            </a:r>
            <a:r>
              <a:rPr lang="en-US" sz="2000" dirty="0" err="1"/>
              <a:t>el</a:t>
            </a:r>
            <a:r>
              <a:rPr lang="en-US" sz="2000" dirty="0"/>
              <a:t> </a:t>
            </a:r>
            <a:r>
              <a:rPr lang="en-US" sz="2000" dirty="0" err="1"/>
              <a:t>desarrollador</a:t>
            </a:r>
            <a:r>
              <a:rPr lang="en-US" sz="2000" dirty="0"/>
              <a:t> </a:t>
            </a:r>
            <a:r>
              <a:rPr lang="en-US" sz="2000" dirty="0" err="1"/>
              <a:t>revisará</a:t>
            </a:r>
            <a:r>
              <a:rPr lang="en-US" sz="2000" dirty="0"/>
              <a:t> la </a:t>
            </a:r>
            <a:r>
              <a:rPr lang="en-US" sz="2000" dirty="0" err="1"/>
              <a:t>correcta</a:t>
            </a:r>
            <a:r>
              <a:rPr lang="en-US" sz="2000" dirty="0"/>
              <a:t> </a:t>
            </a:r>
            <a:r>
              <a:rPr lang="en-US" sz="2000" dirty="0" err="1"/>
              <a:t>lógica</a:t>
            </a:r>
            <a:r>
              <a:rPr lang="en-US" sz="2000" dirty="0"/>
              <a:t> y </a:t>
            </a:r>
            <a:r>
              <a:rPr lang="en-US" sz="2000" dirty="0" err="1"/>
              <a:t>funcionamiento</a:t>
            </a:r>
            <a:r>
              <a:rPr lang="en-US" sz="2000" dirty="0"/>
              <a:t> del </a:t>
            </a:r>
            <a:r>
              <a:rPr lang="en-US" sz="2000" dirty="0" err="1"/>
              <a:t>módulo</a:t>
            </a:r>
            <a:r>
              <a:rPr lang="en-US" sz="2000" dirty="0"/>
              <a:t>. </a:t>
            </a:r>
          </a:p>
          <a:p>
            <a:pPr lvl="1"/>
            <a:r>
              <a:rPr lang="en-US" sz="2000" dirty="0"/>
              <a:t>Control de </a:t>
            </a:r>
            <a:r>
              <a:rPr lang="en-US" sz="2000" dirty="0" err="1"/>
              <a:t>errores</a:t>
            </a:r>
            <a:r>
              <a:rPr lang="en-US" sz="2000" dirty="0"/>
              <a:t> y </a:t>
            </a:r>
            <a:r>
              <a:rPr lang="en-US" sz="2000" dirty="0" err="1"/>
              <a:t>excepciones</a:t>
            </a:r>
            <a:r>
              <a:rPr lang="en-US" sz="2000" dirty="0"/>
              <a:t>.</a:t>
            </a:r>
          </a:p>
          <a:p>
            <a:pPr lvl="1"/>
            <a:r>
              <a:rPr lang="en-US" sz="2000" dirty="0" err="1"/>
              <a:t>Revisión</a:t>
            </a:r>
            <a:r>
              <a:rPr lang="en-US" sz="2000" dirty="0"/>
              <a:t> de </a:t>
            </a:r>
            <a:r>
              <a:rPr lang="en-US" sz="2000" dirty="0" err="1"/>
              <a:t>condiciones</a:t>
            </a:r>
            <a:r>
              <a:rPr lang="en-US" sz="2000" dirty="0"/>
              <a:t> y </a:t>
            </a:r>
            <a:r>
              <a:rPr lang="en-US" sz="2000" dirty="0" err="1"/>
              <a:t>valores</a:t>
            </a:r>
            <a:r>
              <a:rPr lang="en-US" sz="2000" dirty="0"/>
              <a:t> </a:t>
            </a:r>
            <a:r>
              <a:rPr lang="en-US" sz="2000" dirty="0" err="1"/>
              <a:t>límite</a:t>
            </a:r>
            <a:r>
              <a:rPr lang="en-US" sz="2000" dirty="0"/>
              <a:t>.</a:t>
            </a:r>
          </a:p>
          <a:p>
            <a:pPr lvl="1"/>
            <a:r>
              <a:rPr lang="en-US" sz="2000" dirty="0" err="1"/>
              <a:t>Prueba</a:t>
            </a:r>
            <a:r>
              <a:rPr lang="en-US" sz="2000" dirty="0"/>
              <a:t> de </a:t>
            </a:r>
            <a:r>
              <a:rPr lang="en-US" sz="2000" dirty="0" err="1"/>
              <a:t>elementos</a:t>
            </a:r>
            <a:r>
              <a:rPr lang="en-US" sz="2000" dirty="0"/>
              <a:t> de </a:t>
            </a:r>
            <a:r>
              <a:rPr lang="en-US" sz="2000" dirty="0" err="1"/>
              <a:t>repetición</a:t>
            </a:r>
            <a:r>
              <a:rPr lang="en-US" sz="2000" dirty="0"/>
              <a:t> o </a:t>
            </a:r>
            <a:r>
              <a:rPr lang="en-US" sz="2000" dirty="0" err="1"/>
              <a:t>bucles</a:t>
            </a:r>
            <a:r>
              <a:rPr lang="en-US" sz="2000" dirty="0"/>
              <a:t>, y </a:t>
            </a:r>
            <a:r>
              <a:rPr lang="en-US" sz="2000" dirty="0" err="1"/>
              <a:t>anidaciones</a:t>
            </a:r>
            <a:r>
              <a:rPr lang="en-US" sz="2000" dirty="0"/>
              <a:t> entre </a:t>
            </a:r>
            <a:r>
              <a:rPr lang="en-US" sz="2000" dirty="0" err="1"/>
              <a:t>los</a:t>
            </a:r>
            <a:r>
              <a:rPr lang="en-US" sz="2000" dirty="0"/>
              <a:t> </a:t>
            </a:r>
            <a:r>
              <a:rPr lang="en-US" sz="2000" dirty="0" err="1"/>
              <a:t>mismos</a:t>
            </a:r>
            <a:r>
              <a:rPr lang="en-US" sz="2000" dirty="0"/>
              <a:t>.</a:t>
            </a:r>
          </a:p>
          <a:p>
            <a:pPr lvl="1"/>
            <a:r>
              <a:rPr lang="en-US" sz="2000" dirty="0" err="1"/>
              <a:t>Simulación</a:t>
            </a:r>
            <a:r>
              <a:rPr lang="en-US" sz="2000" dirty="0"/>
              <a:t> de </a:t>
            </a:r>
            <a:r>
              <a:rPr lang="en-US" sz="2000" dirty="0" err="1"/>
              <a:t>caminos</a:t>
            </a:r>
            <a:r>
              <a:rPr lang="en-US" sz="2000" dirty="0"/>
              <a:t> y </a:t>
            </a:r>
            <a:r>
              <a:rPr lang="en-US" sz="2000" dirty="0" err="1"/>
              <a:t>alternativas</a:t>
            </a:r>
            <a:r>
              <a:rPr lang="en-US" sz="2000" dirty="0"/>
              <a:t> </a:t>
            </a:r>
            <a:r>
              <a:rPr lang="en-US" sz="2000" dirty="0" err="1"/>
              <a:t>posibles</a:t>
            </a:r>
            <a:r>
              <a:rPr lang="en-US" sz="2000" dirty="0"/>
              <a:t>.</a:t>
            </a:r>
          </a:p>
          <a:p>
            <a:r>
              <a:rPr lang="en-US" sz="2000" dirty="0" err="1"/>
              <a:t>Evaluación</a:t>
            </a:r>
            <a:r>
              <a:rPr lang="en-US" sz="2000" dirty="0"/>
              <a:t> de </a:t>
            </a:r>
            <a:r>
              <a:rPr lang="en-US" sz="2000" dirty="0" err="1"/>
              <a:t>los</a:t>
            </a:r>
            <a:r>
              <a:rPr lang="en-US" sz="2000" dirty="0"/>
              <a:t> </a:t>
            </a:r>
            <a:r>
              <a:rPr lang="en-US" sz="2000" dirty="0" err="1"/>
              <a:t>resultados</a:t>
            </a:r>
            <a:r>
              <a:rPr lang="en-US" sz="2000" dirty="0"/>
              <a:t> </a:t>
            </a:r>
            <a:r>
              <a:rPr lang="en-US" sz="2000" dirty="0" err="1"/>
              <a:t>obtenidos</a:t>
            </a:r>
            <a:r>
              <a:rPr lang="en-US" sz="2000" dirty="0"/>
              <a:t> </a:t>
            </a:r>
            <a:r>
              <a:rPr lang="en-US" sz="2000" dirty="0" err="1"/>
              <a:t>frente</a:t>
            </a:r>
            <a:r>
              <a:rPr lang="en-US" sz="2000" dirty="0"/>
              <a:t> a </a:t>
            </a:r>
            <a:r>
              <a:rPr lang="en-US" sz="2000" dirty="0" err="1"/>
              <a:t>los</a:t>
            </a:r>
            <a:r>
              <a:rPr lang="en-US" sz="2000" dirty="0"/>
              <a:t> </a:t>
            </a:r>
            <a:r>
              <a:rPr lang="en-US" sz="2000" dirty="0" err="1"/>
              <a:t>resultados</a:t>
            </a:r>
            <a:r>
              <a:rPr lang="en-US" sz="2000" dirty="0"/>
              <a:t> </a:t>
            </a:r>
            <a:r>
              <a:rPr lang="en-US" sz="2000" dirty="0" err="1"/>
              <a:t>esperados</a:t>
            </a:r>
            <a:r>
              <a:rPr lang="en-US" sz="2000" dirty="0"/>
              <a:t>.</a:t>
            </a:r>
          </a:p>
          <a:p>
            <a:r>
              <a:rPr lang="en-US" sz="2000" dirty="0" err="1"/>
              <a:t>Corrección</a:t>
            </a:r>
            <a:r>
              <a:rPr lang="en-US" sz="2000" dirty="0"/>
              <a:t> del </a:t>
            </a:r>
            <a:r>
              <a:rPr lang="en-US" sz="2000" dirty="0" err="1"/>
              <a:t>módulo</a:t>
            </a:r>
            <a:r>
              <a:rPr lang="en-US" sz="2000" dirty="0"/>
              <a:t> hasta </a:t>
            </a:r>
            <a:r>
              <a:rPr lang="en-US" sz="2000" dirty="0" err="1"/>
              <a:t>alcanzar</a:t>
            </a:r>
            <a:r>
              <a:rPr lang="en-US" sz="2000" dirty="0"/>
              <a:t> </a:t>
            </a:r>
            <a:r>
              <a:rPr lang="en-US" sz="2000" dirty="0" err="1"/>
              <a:t>su</a:t>
            </a:r>
            <a:r>
              <a:rPr lang="en-US" sz="2000" dirty="0"/>
              <a:t> </a:t>
            </a:r>
            <a:r>
              <a:rPr lang="en-US" sz="2000" dirty="0" err="1"/>
              <a:t>correcto</a:t>
            </a:r>
            <a:r>
              <a:rPr lang="en-US" sz="2000" dirty="0"/>
              <a:t> </a:t>
            </a:r>
            <a:r>
              <a:rPr lang="en-US" sz="2000" dirty="0" err="1"/>
              <a:t>funcionamiento</a:t>
            </a:r>
            <a:r>
              <a:rPr lang="en-US" sz="2000" dirty="0"/>
              <a:t>.</a:t>
            </a:r>
          </a:p>
        </p:txBody>
      </p:sp>
      <p:pic>
        <p:nvPicPr>
          <p:cNvPr id="11" name="Marcador de contenido 10">
            <a:extLst>
              <a:ext uri="{FF2B5EF4-FFF2-40B4-BE49-F238E27FC236}">
                <a16:creationId xmlns:a16="http://schemas.microsoft.com/office/drawing/2014/main" id="{B8AE18FF-BE4C-29DB-C27E-1377628C5CE2}"/>
              </a:ext>
            </a:extLst>
          </p:cNvPr>
          <p:cNvPicPr>
            <a:picLocks noGrp="1" noChangeAspect="1"/>
          </p:cNvPicPr>
          <p:nvPr>
            <p:ph sz="half" idx="1"/>
          </p:nvPr>
        </p:nvPicPr>
        <p:blipFill>
          <a:blip r:embed="rId3"/>
          <a:stretch>
            <a:fillRect/>
          </a:stretch>
        </p:blipFill>
        <p:spPr>
          <a:xfrm>
            <a:off x="6800986" y="1328465"/>
            <a:ext cx="4747547" cy="4229413"/>
          </a:xfrm>
          <a:prstGeom prst="rect">
            <a:avLst/>
          </a:prstGeom>
        </p:spPr>
      </p:pic>
    </p:spTree>
    <p:extLst>
      <p:ext uri="{BB962C8B-B14F-4D97-AF65-F5344CB8AC3E}">
        <p14:creationId xmlns:p14="http://schemas.microsoft.com/office/powerpoint/2010/main" val="3634553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Niveles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100753203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10083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CDD8E39-EA14-4679-9655-1BFF5A7B63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Rompecabezas blanco con una pieza roja">
            <a:extLst>
              <a:ext uri="{FF2B5EF4-FFF2-40B4-BE49-F238E27FC236}">
                <a16:creationId xmlns:a16="http://schemas.microsoft.com/office/drawing/2014/main" id="{880FFE41-5878-62D3-F19C-BE6CBB1C6CCC}"/>
              </a:ext>
            </a:extLst>
          </p:cNvPr>
          <p:cNvPicPr>
            <a:picLocks noChangeAspect="1"/>
          </p:cNvPicPr>
          <p:nvPr/>
        </p:nvPicPr>
        <p:blipFill rotWithShape="1">
          <a:blip r:embed="rId3"/>
          <a:srcRect/>
          <a:stretch/>
        </p:blipFill>
        <p:spPr>
          <a:xfrm>
            <a:off x="20" y="10"/>
            <a:ext cx="12191980" cy="6857990"/>
          </a:xfrm>
          <a:custGeom>
            <a:avLst/>
            <a:gdLst/>
            <a:ahLst/>
            <a:cxnLst/>
            <a:rect l="l" t="t" r="r" b="b"/>
            <a:pathLst>
              <a:path w="12192000" h="6858000">
                <a:moveTo>
                  <a:pt x="0" y="0"/>
                </a:moveTo>
                <a:lnTo>
                  <a:pt x="12192000" y="0"/>
                </a:lnTo>
                <a:lnTo>
                  <a:pt x="12192000" y="6858000"/>
                </a:lnTo>
                <a:lnTo>
                  <a:pt x="11560655" y="6858000"/>
                </a:lnTo>
                <a:lnTo>
                  <a:pt x="11572884" y="6759738"/>
                </a:lnTo>
                <a:cubicBezTo>
                  <a:pt x="11663744" y="6693104"/>
                  <a:pt x="11749315" y="6619456"/>
                  <a:pt x="11812292" y="6532282"/>
                </a:cubicBezTo>
                <a:cubicBezTo>
                  <a:pt x="11851232" y="6478675"/>
                  <a:pt x="11886807" y="6425068"/>
                  <a:pt x="11956995" y="6386992"/>
                </a:cubicBezTo>
                <a:cubicBezTo>
                  <a:pt x="11918054" y="6334888"/>
                  <a:pt x="11851232" y="6322863"/>
                  <a:pt x="11801234" y="6284788"/>
                </a:cubicBezTo>
                <a:cubicBezTo>
                  <a:pt x="11797390" y="6253224"/>
                  <a:pt x="11876711" y="6262743"/>
                  <a:pt x="11856520" y="6193604"/>
                </a:cubicBezTo>
                <a:cubicBezTo>
                  <a:pt x="11829119" y="6101419"/>
                  <a:pt x="11858923" y="5996209"/>
                  <a:pt x="11722875" y="5956630"/>
                </a:cubicBezTo>
                <a:cubicBezTo>
                  <a:pt x="11686819" y="5866950"/>
                  <a:pt x="11676724" y="5723664"/>
                  <a:pt x="11763258" y="5635988"/>
                </a:cubicBezTo>
                <a:cubicBezTo>
                  <a:pt x="11892094" y="5505226"/>
                  <a:pt x="11871424" y="5422059"/>
                  <a:pt x="11706050" y="5351418"/>
                </a:cubicBezTo>
                <a:cubicBezTo>
                  <a:pt x="11684896" y="5342400"/>
                  <a:pt x="11707491" y="4786287"/>
                  <a:pt x="11697876" y="4763241"/>
                </a:cubicBezTo>
                <a:cubicBezTo>
                  <a:pt x="11713260" y="4731677"/>
                  <a:pt x="11749315" y="4739192"/>
                  <a:pt x="11776236" y="4730675"/>
                </a:cubicBezTo>
                <a:cubicBezTo>
                  <a:pt x="11894018" y="4694603"/>
                  <a:pt x="11897864" y="4694603"/>
                  <a:pt x="11868540" y="4584884"/>
                </a:cubicBezTo>
                <a:cubicBezTo>
                  <a:pt x="11859884" y="4551817"/>
                  <a:pt x="11880076" y="4538289"/>
                  <a:pt x="11898825" y="4517749"/>
                </a:cubicBezTo>
                <a:cubicBezTo>
                  <a:pt x="11969013" y="4441095"/>
                  <a:pt x="11969494" y="4440094"/>
                  <a:pt x="11897864" y="4375464"/>
                </a:cubicBezTo>
                <a:cubicBezTo>
                  <a:pt x="11877192" y="4356928"/>
                  <a:pt x="11863252" y="4336887"/>
                  <a:pt x="11854116" y="4311838"/>
                </a:cubicBezTo>
                <a:cubicBezTo>
                  <a:pt x="11837290" y="4266245"/>
                  <a:pt x="11837771" y="4228169"/>
                  <a:pt x="11901709" y="4203620"/>
                </a:cubicBezTo>
                <a:cubicBezTo>
                  <a:pt x="11946418" y="4186086"/>
                  <a:pt x="11971897" y="4166044"/>
                  <a:pt x="11974782" y="4114442"/>
                </a:cubicBezTo>
                <a:cubicBezTo>
                  <a:pt x="11976706" y="4071355"/>
                  <a:pt x="11981993" y="4043299"/>
                  <a:pt x="11932476" y="4024762"/>
                </a:cubicBezTo>
                <a:cubicBezTo>
                  <a:pt x="11892576" y="4009732"/>
                  <a:pt x="11881038" y="3977668"/>
                  <a:pt x="11885365" y="3939592"/>
                </a:cubicBezTo>
                <a:cubicBezTo>
                  <a:pt x="11895460" y="3846405"/>
                  <a:pt x="11841137" y="3791796"/>
                  <a:pt x="11751719" y="3749211"/>
                </a:cubicBezTo>
                <a:cubicBezTo>
                  <a:pt x="11666628" y="3708629"/>
                  <a:pt x="11592115" y="3654019"/>
                  <a:pt x="11513754" y="3604420"/>
                </a:cubicBezTo>
                <a:cubicBezTo>
                  <a:pt x="11426740" y="3549310"/>
                  <a:pt x="11325786" y="3516243"/>
                  <a:pt x="11220504" y="3488188"/>
                </a:cubicBezTo>
                <a:cubicBezTo>
                  <a:pt x="11239734" y="3448108"/>
                  <a:pt x="11306076" y="3470653"/>
                  <a:pt x="11312805" y="3414541"/>
                </a:cubicBezTo>
                <a:cubicBezTo>
                  <a:pt x="11148394" y="3366945"/>
                  <a:pt x="10991193" y="3295301"/>
                  <a:pt x="10805146" y="3277767"/>
                </a:cubicBezTo>
                <a:cubicBezTo>
                  <a:pt x="10955618" y="3286784"/>
                  <a:pt x="11092147" y="3222154"/>
                  <a:pt x="11234926" y="3203117"/>
                </a:cubicBezTo>
                <a:cubicBezTo>
                  <a:pt x="11248386" y="3171554"/>
                  <a:pt x="11217140" y="3179569"/>
                  <a:pt x="11204640" y="3174060"/>
                </a:cubicBezTo>
                <a:cubicBezTo>
                  <a:pt x="11192140" y="3168047"/>
                  <a:pt x="11176757" y="3166042"/>
                  <a:pt x="11174834" y="3143498"/>
                </a:cubicBezTo>
                <a:cubicBezTo>
                  <a:pt x="11243580" y="3110932"/>
                  <a:pt x="11329632" y="3132475"/>
                  <a:pt x="11400780" y="3099410"/>
                </a:cubicBezTo>
                <a:cubicBezTo>
                  <a:pt x="11384916" y="3051314"/>
                  <a:pt x="11323382" y="3080371"/>
                  <a:pt x="11297902" y="3041793"/>
                </a:cubicBezTo>
                <a:cubicBezTo>
                  <a:pt x="11364246" y="3034780"/>
                  <a:pt x="11425779" y="3031774"/>
                  <a:pt x="11485870" y="3021253"/>
                </a:cubicBezTo>
                <a:cubicBezTo>
                  <a:pt x="11532984" y="3013236"/>
                  <a:pt x="11545964" y="2972154"/>
                  <a:pt x="11513754" y="2944098"/>
                </a:cubicBezTo>
                <a:cubicBezTo>
                  <a:pt x="11484909" y="2919049"/>
                  <a:pt x="11442604" y="2917044"/>
                  <a:pt x="11405107" y="2906523"/>
                </a:cubicBezTo>
                <a:cubicBezTo>
                  <a:pt x="11137817" y="2833377"/>
                  <a:pt x="10857066" y="2809829"/>
                  <a:pt x="10572950" y="2803317"/>
                </a:cubicBezTo>
                <a:cubicBezTo>
                  <a:pt x="10117210" y="2792795"/>
                  <a:pt x="9660028" y="2793297"/>
                  <a:pt x="9205250" y="2778767"/>
                </a:cubicBezTo>
                <a:cubicBezTo>
                  <a:pt x="8996489" y="2772379"/>
                  <a:pt x="8788540" y="2761765"/>
                  <a:pt x="8579578" y="2759181"/>
                </a:cubicBezTo>
                <a:cubicBezTo>
                  <a:pt x="8509922" y="2758320"/>
                  <a:pt x="8440155" y="2758352"/>
                  <a:pt x="8370208" y="2759730"/>
                </a:cubicBezTo>
                <a:cubicBezTo>
                  <a:pt x="8070708" y="2765742"/>
                  <a:pt x="7771690" y="2764238"/>
                  <a:pt x="7470748" y="2819849"/>
                </a:cubicBezTo>
                <a:cubicBezTo>
                  <a:pt x="7316911" y="2848407"/>
                  <a:pt x="7156825" y="2838887"/>
                  <a:pt x="7001547" y="2861432"/>
                </a:cubicBezTo>
                <a:cubicBezTo>
                  <a:pt x="6765024" y="2896002"/>
                  <a:pt x="6528501" y="2936583"/>
                  <a:pt x="6295343" y="2988688"/>
                </a:cubicBezTo>
                <a:cubicBezTo>
                  <a:pt x="6222271" y="3005220"/>
                  <a:pt x="6131892" y="3015241"/>
                  <a:pt x="6075166" y="3078367"/>
                </a:cubicBezTo>
                <a:cubicBezTo>
                  <a:pt x="5985266" y="3038288"/>
                  <a:pt x="5929502" y="3113938"/>
                  <a:pt x="5859314" y="3139490"/>
                </a:cubicBezTo>
                <a:cubicBezTo>
                  <a:pt x="5831912" y="3149510"/>
                  <a:pt x="5795857" y="3163538"/>
                  <a:pt x="5800183" y="3195101"/>
                </a:cubicBezTo>
                <a:cubicBezTo>
                  <a:pt x="5804030" y="3234680"/>
                  <a:pt x="5844410" y="3260231"/>
                  <a:pt x="5882870" y="3252215"/>
                </a:cubicBezTo>
                <a:cubicBezTo>
                  <a:pt x="6002574" y="3227164"/>
                  <a:pt x="6109777" y="3283277"/>
                  <a:pt x="6232848" y="3274760"/>
                </a:cubicBezTo>
                <a:cubicBezTo>
                  <a:pt x="6125643" y="3298808"/>
                  <a:pt x="6018918" y="3323358"/>
                  <a:pt x="5911715" y="3347407"/>
                </a:cubicBezTo>
                <a:cubicBezTo>
                  <a:pt x="6070839" y="3366444"/>
                  <a:pt x="6227559" y="3332376"/>
                  <a:pt x="6384279" y="3312836"/>
                </a:cubicBezTo>
                <a:cubicBezTo>
                  <a:pt x="6434757" y="3306824"/>
                  <a:pt x="6513117" y="3260732"/>
                  <a:pt x="6526097" y="3325362"/>
                </a:cubicBezTo>
                <a:cubicBezTo>
                  <a:pt x="6534750" y="3368448"/>
                  <a:pt x="6450622" y="3371454"/>
                  <a:pt x="6403028" y="3383478"/>
                </a:cubicBezTo>
                <a:cubicBezTo>
                  <a:pt x="6192945" y="3435081"/>
                  <a:pt x="5979497" y="3465141"/>
                  <a:pt x="5767013" y="3500713"/>
                </a:cubicBezTo>
                <a:cubicBezTo>
                  <a:pt x="5746822" y="3504220"/>
                  <a:pt x="5720381" y="3501214"/>
                  <a:pt x="5706920" y="3511233"/>
                </a:cubicBezTo>
                <a:cubicBezTo>
                  <a:pt x="5598272" y="3591895"/>
                  <a:pt x="5460782" y="3618449"/>
                  <a:pt x="5310793" y="3677066"/>
                </a:cubicBezTo>
                <a:cubicBezTo>
                  <a:pt x="5405498" y="3704622"/>
                  <a:pt x="5469435" y="3648007"/>
                  <a:pt x="5548276" y="3660533"/>
                </a:cubicBezTo>
                <a:cubicBezTo>
                  <a:pt x="5467993" y="3721154"/>
                  <a:pt x="5374730" y="3732677"/>
                  <a:pt x="5293005" y="3765743"/>
                </a:cubicBezTo>
                <a:cubicBezTo>
                  <a:pt x="5234355" y="3789291"/>
                  <a:pt x="5016580" y="3862938"/>
                  <a:pt x="4983410" y="3883981"/>
                </a:cubicBezTo>
                <a:cubicBezTo>
                  <a:pt x="4883416" y="3949110"/>
                  <a:pt x="4756501" y="3979672"/>
                  <a:pt x="4674775" y="4068850"/>
                </a:cubicBezTo>
                <a:cubicBezTo>
                  <a:pt x="4617087" y="4131477"/>
                  <a:pt x="4520939" y="4119952"/>
                  <a:pt x="4453155" y="4163539"/>
                </a:cubicBezTo>
                <a:cubicBezTo>
                  <a:pt x="4429119" y="4204622"/>
                  <a:pt x="4475751" y="4215143"/>
                  <a:pt x="4492095" y="4237188"/>
                </a:cubicBezTo>
                <a:cubicBezTo>
                  <a:pt x="4513728" y="4266746"/>
                  <a:pt x="4475269" y="4283280"/>
                  <a:pt x="4464213" y="4318851"/>
                </a:cubicBezTo>
                <a:cubicBezTo>
                  <a:pt x="4591608" y="4278771"/>
                  <a:pt x="4713234" y="4255223"/>
                  <a:pt x="4857456" y="4241696"/>
                </a:cubicBezTo>
                <a:cubicBezTo>
                  <a:pt x="4809862" y="4299311"/>
                  <a:pt x="4752174" y="4274261"/>
                  <a:pt x="4713234" y="4295303"/>
                </a:cubicBezTo>
                <a:cubicBezTo>
                  <a:pt x="4687756" y="4308830"/>
                  <a:pt x="4648816" y="4314843"/>
                  <a:pt x="4656026" y="4348410"/>
                </a:cubicBezTo>
                <a:cubicBezTo>
                  <a:pt x="4661795" y="4374963"/>
                  <a:pt x="4694486" y="4371456"/>
                  <a:pt x="4718523" y="4368951"/>
                </a:cubicBezTo>
                <a:cubicBezTo>
                  <a:pt x="4810825" y="4359433"/>
                  <a:pt x="4900722" y="4356425"/>
                  <a:pt x="4989178" y="4420054"/>
                </a:cubicBezTo>
                <a:cubicBezTo>
                  <a:pt x="4764193" y="4512739"/>
                  <a:pt x="4505557" y="4473661"/>
                  <a:pt x="4304127" y="4609933"/>
                </a:cubicBezTo>
                <a:cubicBezTo>
                  <a:pt x="4332491" y="4652018"/>
                  <a:pt x="4372871" y="4629473"/>
                  <a:pt x="4402677" y="4624463"/>
                </a:cubicBezTo>
                <a:cubicBezTo>
                  <a:pt x="4598338" y="4590394"/>
                  <a:pt x="5297331" y="4651016"/>
                  <a:pt x="5398287" y="4608430"/>
                </a:cubicBezTo>
                <a:cubicBezTo>
                  <a:pt x="5460301" y="4582379"/>
                  <a:pt x="5525682" y="4569853"/>
                  <a:pt x="5592504" y="4585886"/>
                </a:cubicBezTo>
                <a:cubicBezTo>
                  <a:pt x="5656923" y="4601416"/>
                  <a:pt x="5640578" y="4819353"/>
                  <a:pt x="5411266" y="4964142"/>
                </a:cubicBezTo>
                <a:cubicBezTo>
                  <a:pt x="5378575" y="4984684"/>
                  <a:pt x="5524721" y="5014244"/>
                  <a:pt x="5480493" y="5031277"/>
                </a:cubicBezTo>
                <a:cubicBezTo>
                  <a:pt x="5445880" y="5044804"/>
                  <a:pt x="5276179" y="5037289"/>
                  <a:pt x="5233393" y="5047810"/>
                </a:cubicBezTo>
                <a:cubicBezTo>
                  <a:pt x="5216567" y="5052318"/>
                  <a:pt x="4701216" y="5221157"/>
                  <a:pt x="4750251" y="5256728"/>
                </a:cubicBezTo>
                <a:cubicBezTo>
                  <a:pt x="4896877" y="5363441"/>
                  <a:pt x="5388190" y="5558833"/>
                  <a:pt x="4508440" y="5624965"/>
                </a:cubicBezTo>
                <a:cubicBezTo>
                  <a:pt x="4536323" y="5663542"/>
                  <a:pt x="4613241" y="5638994"/>
                  <a:pt x="4602665" y="5706629"/>
                </a:cubicBezTo>
                <a:cubicBezTo>
                  <a:pt x="4485845" y="5743202"/>
                  <a:pt x="4350758" y="5741198"/>
                  <a:pt x="4215189" y="5797811"/>
                </a:cubicBezTo>
                <a:cubicBezTo>
                  <a:pt x="4276245" y="5838893"/>
                  <a:pt x="4346432" y="5813844"/>
                  <a:pt x="4407966" y="5826870"/>
                </a:cubicBezTo>
                <a:cubicBezTo>
                  <a:pt x="4373353" y="5878473"/>
                  <a:pt x="4313741" y="5870457"/>
                  <a:pt x="4265186" y="5881478"/>
                </a:cubicBezTo>
                <a:cubicBezTo>
                  <a:pt x="4220479" y="5892001"/>
                  <a:pt x="4125774" y="5981680"/>
                  <a:pt x="4145964" y="5977170"/>
                </a:cubicBezTo>
                <a:cubicBezTo>
                  <a:pt x="4332971" y="5937091"/>
                  <a:pt x="4522862" y="5948113"/>
                  <a:pt x="4710350" y="5909035"/>
                </a:cubicBezTo>
                <a:cubicBezTo>
                  <a:pt x="4772366" y="5896009"/>
                  <a:pt x="4842554" y="5870958"/>
                  <a:pt x="4870916" y="5949616"/>
                </a:cubicBezTo>
                <a:cubicBezTo>
                  <a:pt x="4879571" y="5972663"/>
                  <a:pt x="4873320" y="5980177"/>
                  <a:pt x="4960333" y="5949115"/>
                </a:cubicBezTo>
                <a:cubicBezTo>
                  <a:pt x="4994466" y="5937091"/>
                  <a:pt x="5039656" y="5924065"/>
                  <a:pt x="5073788" y="5953623"/>
                </a:cubicBezTo>
                <a:cubicBezTo>
                  <a:pt x="5052154" y="5990698"/>
                  <a:pt x="5010331" y="5979675"/>
                  <a:pt x="4979084" y="5990197"/>
                </a:cubicBezTo>
                <a:cubicBezTo>
                  <a:pt x="4896397" y="6017250"/>
                  <a:pt x="5180513" y="6120457"/>
                  <a:pt x="5100228" y="6151519"/>
                </a:cubicBezTo>
                <a:cubicBezTo>
                  <a:pt x="4935817" y="6215148"/>
                  <a:pt x="4832938" y="6196611"/>
                  <a:pt x="4666602" y="6266250"/>
                </a:cubicBezTo>
                <a:cubicBezTo>
                  <a:pt x="4723331" y="6264746"/>
                  <a:pt x="4706024" y="6288795"/>
                  <a:pt x="4762750" y="6288795"/>
                </a:cubicBezTo>
                <a:cubicBezTo>
                  <a:pt x="4788229" y="6288795"/>
                  <a:pt x="4815151" y="6294807"/>
                  <a:pt x="4815151" y="6322363"/>
                </a:cubicBezTo>
                <a:cubicBezTo>
                  <a:pt x="4815151" y="6348414"/>
                  <a:pt x="4516613" y="6491199"/>
                  <a:pt x="4558918" y="6504727"/>
                </a:cubicBezTo>
                <a:cubicBezTo>
                  <a:pt x="4674295" y="6541299"/>
                  <a:pt x="4970431" y="6429075"/>
                  <a:pt x="4899280" y="6480679"/>
                </a:cubicBezTo>
                <a:cubicBezTo>
                  <a:pt x="4791114" y="6559337"/>
                  <a:pt x="4774769" y="6574868"/>
                  <a:pt x="4692563" y="6586391"/>
                </a:cubicBezTo>
                <a:cubicBezTo>
                  <a:pt x="4621894" y="6596411"/>
                  <a:pt x="4373353" y="6816352"/>
                  <a:pt x="4303645" y="6834888"/>
                </a:cubicBezTo>
                <a:cubicBezTo>
                  <a:pt x="4288262" y="6838896"/>
                  <a:pt x="4291687" y="6845065"/>
                  <a:pt x="4307829" y="6852361"/>
                </a:cubicBezTo>
                <a:lnTo>
                  <a:pt x="4323786" y="6858000"/>
                </a:lnTo>
                <a:lnTo>
                  <a:pt x="0" y="6858000"/>
                </a:lnTo>
                <a:close/>
              </a:path>
            </a:pathLst>
          </a:custGeom>
        </p:spPr>
      </p:pic>
      <p:sp>
        <p:nvSpPr>
          <p:cNvPr id="2" name="Título 1">
            <a:extLst>
              <a:ext uri="{FF2B5EF4-FFF2-40B4-BE49-F238E27FC236}">
                <a16:creationId xmlns:a16="http://schemas.microsoft.com/office/drawing/2014/main" id="{743A88E2-67FD-F5E6-AFF3-62B5850F89DE}"/>
              </a:ext>
            </a:extLst>
          </p:cNvPr>
          <p:cNvSpPr>
            <a:spLocks noGrp="1"/>
          </p:cNvSpPr>
          <p:nvPr>
            <p:ph type="title"/>
          </p:nvPr>
        </p:nvSpPr>
        <p:spPr>
          <a:xfrm>
            <a:off x="5801709" y="2747347"/>
            <a:ext cx="6049632" cy="1336081"/>
          </a:xfrm>
        </p:spPr>
        <p:txBody>
          <a:bodyPr anchor="b">
            <a:normAutofit fontScale="90000"/>
          </a:bodyPr>
          <a:lstStyle/>
          <a:p>
            <a:r>
              <a:rPr lang="es-CR" sz="5400" dirty="0"/>
              <a:t>Pruebas de integración</a:t>
            </a:r>
          </a:p>
        </p:txBody>
      </p:sp>
      <p:sp>
        <p:nvSpPr>
          <p:cNvPr id="3" name="Marcador de contenido 2">
            <a:extLst>
              <a:ext uri="{FF2B5EF4-FFF2-40B4-BE49-F238E27FC236}">
                <a16:creationId xmlns:a16="http://schemas.microsoft.com/office/drawing/2014/main" id="{64EC786C-A512-4304-6CD2-43653A96EF51}"/>
              </a:ext>
            </a:extLst>
          </p:cNvPr>
          <p:cNvSpPr>
            <a:spLocks noGrp="1"/>
          </p:cNvSpPr>
          <p:nvPr>
            <p:ph idx="1"/>
          </p:nvPr>
        </p:nvSpPr>
        <p:spPr>
          <a:xfrm>
            <a:off x="5801709" y="4208932"/>
            <a:ext cx="5870338" cy="2389092"/>
          </a:xfrm>
        </p:spPr>
        <p:txBody>
          <a:bodyPr>
            <a:normAutofit lnSpcReduction="10000"/>
          </a:bodyPr>
          <a:lstStyle/>
          <a:p>
            <a:r>
              <a:rPr lang="es-CR" sz="2000" dirty="0"/>
              <a:t>Una vez que las unidades se han desarrollado, la siguiente fase será unirlas para crear el sistema. </a:t>
            </a:r>
          </a:p>
          <a:p>
            <a:r>
              <a:rPr lang="es-CR" sz="2000" dirty="0"/>
              <a:t>El propósito principal de las pruebas de integración es </a:t>
            </a:r>
            <a:r>
              <a:rPr lang="es-CR" sz="2000" b="1" dirty="0"/>
              <a:t>descubrir los defectos de las interconexiones y de la interacción entre sistemas o componentes integrados</a:t>
            </a:r>
            <a:r>
              <a:rPr lang="es-CR" sz="2000" dirty="0"/>
              <a:t>.</a:t>
            </a:r>
          </a:p>
          <a:p>
            <a:r>
              <a:rPr lang="es-CR" sz="2000" dirty="0"/>
              <a:t>Responsable: Idealmente ambos, los probadores y los programadores.</a:t>
            </a:r>
          </a:p>
        </p:txBody>
      </p:sp>
    </p:spTree>
    <p:extLst>
      <p:ext uri="{BB962C8B-B14F-4D97-AF65-F5344CB8AC3E}">
        <p14:creationId xmlns:p14="http://schemas.microsoft.com/office/powerpoint/2010/main" val="31225422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2846D-ADC2-6DF3-C969-FA0956D3A45F}"/>
              </a:ext>
            </a:extLst>
          </p:cNvPr>
          <p:cNvSpPr>
            <a:spLocks noGrp="1"/>
          </p:cNvSpPr>
          <p:nvPr>
            <p:ph type="title"/>
          </p:nvPr>
        </p:nvSpPr>
        <p:spPr/>
        <p:txBody>
          <a:bodyPr/>
          <a:lstStyle/>
          <a:p>
            <a:r>
              <a:rPr lang="es-CR" dirty="0"/>
              <a:t>Técnicas</a:t>
            </a:r>
          </a:p>
        </p:txBody>
      </p:sp>
      <p:graphicFrame>
        <p:nvGraphicFramePr>
          <p:cNvPr id="7" name="Marcador de contenido 6">
            <a:extLst>
              <a:ext uri="{FF2B5EF4-FFF2-40B4-BE49-F238E27FC236}">
                <a16:creationId xmlns:a16="http://schemas.microsoft.com/office/drawing/2014/main" id="{B0971EAF-C6B4-0163-47BF-CC872E5AF8D6}"/>
              </a:ext>
            </a:extLst>
          </p:cNvPr>
          <p:cNvGraphicFramePr>
            <a:graphicFrameLocks noGrp="1"/>
          </p:cNvGraphicFramePr>
          <p:nvPr>
            <p:ph idx="1"/>
            <p:extLst>
              <p:ext uri="{D42A27DB-BD31-4B8C-83A1-F6EECF244321}">
                <p14:modId xmlns:p14="http://schemas.microsoft.com/office/powerpoint/2010/main" val="1474515220"/>
              </p:ext>
            </p:extLst>
          </p:nvPr>
        </p:nvGraphicFramePr>
        <p:xfrm>
          <a:off x="376517" y="1452283"/>
          <a:ext cx="11492753" cy="486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1032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2846D-ADC2-6DF3-C969-FA0956D3A45F}"/>
              </a:ext>
            </a:extLst>
          </p:cNvPr>
          <p:cNvSpPr>
            <a:spLocks noGrp="1"/>
          </p:cNvSpPr>
          <p:nvPr>
            <p:ph type="title"/>
          </p:nvPr>
        </p:nvSpPr>
        <p:spPr/>
        <p:txBody>
          <a:bodyPr/>
          <a:lstStyle/>
          <a:p>
            <a:r>
              <a:rPr lang="es-CR" dirty="0"/>
              <a:t>Técnicas</a:t>
            </a:r>
          </a:p>
        </p:txBody>
      </p:sp>
      <p:graphicFrame>
        <p:nvGraphicFramePr>
          <p:cNvPr id="7" name="Marcador de contenido 6">
            <a:extLst>
              <a:ext uri="{FF2B5EF4-FFF2-40B4-BE49-F238E27FC236}">
                <a16:creationId xmlns:a16="http://schemas.microsoft.com/office/drawing/2014/main" id="{B0971EAF-C6B4-0163-47BF-CC872E5AF8D6}"/>
              </a:ext>
            </a:extLst>
          </p:cNvPr>
          <p:cNvGraphicFramePr>
            <a:graphicFrameLocks noGrp="1"/>
          </p:cNvGraphicFramePr>
          <p:nvPr>
            <p:ph idx="1"/>
            <p:extLst>
              <p:ext uri="{D42A27DB-BD31-4B8C-83A1-F6EECF244321}">
                <p14:modId xmlns:p14="http://schemas.microsoft.com/office/powerpoint/2010/main" val="3991544685"/>
              </p:ext>
            </p:extLst>
          </p:nvPr>
        </p:nvGraphicFramePr>
        <p:xfrm>
          <a:off x="376517" y="1452283"/>
          <a:ext cx="11492753" cy="486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3484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A634DA-7848-97E1-5393-39A053BB7BEB}"/>
              </a:ext>
            </a:extLst>
          </p:cNvPr>
          <p:cNvSpPr>
            <a:spLocks noGrp="1"/>
          </p:cNvSpPr>
          <p:nvPr>
            <p:ph type="title"/>
          </p:nvPr>
        </p:nvSpPr>
        <p:spPr>
          <a:xfrm>
            <a:off x="1629751" y="934327"/>
            <a:ext cx="8924392" cy="1058275"/>
          </a:xfrm>
        </p:spPr>
        <p:txBody>
          <a:bodyPr>
            <a:normAutofit/>
          </a:bodyPr>
          <a:lstStyle/>
          <a:p>
            <a:pPr algn="ctr"/>
            <a:r>
              <a:rPr lang="es-CR"/>
              <a:t>Técnicas: Descendente</a:t>
            </a:r>
          </a:p>
        </p:txBody>
      </p:sp>
      <p:sp>
        <p:nvSpPr>
          <p:cNvPr id="14" name="Freeform: Shape 13">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Marcador de contenido 6">
            <a:extLst>
              <a:ext uri="{FF2B5EF4-FFF2-40B4-BE49-F238E27FC236}">
                <a16:creationId xmlns:a16="http://schemas.microsoft.com/office/drawing/2014/main" id="{930A9C0C-C72B-61DB-ADB7-22EE08566DFD}"/>
              </a:ext>
            </a:extLst>
          </p:cNvPr>
          <p:cNvSpPr>
            <a:spLocks noGrp="1"/>
          </p:cNvSpPr>
          <p:nvPr>
            <p:ph idx="1"/>
          </p:nvPr>
        </p:nvSpPr>
        <p:spPr>
          <a:xfrm>
            <a:off x="1629751" y="2598545"/>
            <a:ext cx="9056178" cy="2910619"/>
          </a:xfrm>
        </p:spPr>
        <p:txBody>
          <a:bodyPr>
            <a:normAutofit fontScale="92500" lnSpcReduction="20000"/>
          </a:bodyPr>
          <a:lstStyle/>
          <a:p>
            <a:r>
              <a:rPr lang="es-CR" dirty="0"/>
              <a:t>Se integran los módulos moviéndose hacia abajo por la jerarquía de control, comenzando por el módulo de control principal (programa principal). </a:t>
            </a:r>
          </a:p>
          <a:p>
            <a:r>
              <a:rPr lang="es-CR" dirty="0"/>
              <a:t>Los módulos subordinados al módulo de control principal se van incorporando en la estructura, bien de forma primero en profundidad, o bien de forma primero en anchura.</a:t>
            </a:r>
          </a:p>
          <a:p>
            <a:r>
              <a:rPr lang="es-CR" dirty="0"/>
              <a:t>Comienza con los módulos de la parte superior.</a:t>
            </a:r>
          </a:p>
          <a:p>
            <a:r>
              <a:rPr lang="es-CR" dirty="0"/>
              <a:t>De la raíz hacia las hojas</a:t>
            </a:r>
          </a:p>
        </p:txBody>
      </p:sp>
    </p:spTree>
    <p:extLst>
      <p:ext uri="{BB962C8B-B14F-4D97-AF65-F5344CB8AC3E}">
        <p14:creationId xmlns:p14="http://schemas.microsoft.com/office/powerpoint/2010/main" val="2648493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634DA-7848-97E1-5393-39A053BB7BEB}"/>
              </a:ext>
            </a:extLst>
          </p:cNvPr>
          <p:cNvSpPr>
            <a:spLocks noGrp="1"/>
          </p:cNvSpPr>
          <p:nvPr>
            <p:ph type="title"/>
          </p:nvPr>
        </p:nvSpPr>
        <p:spPr>
          <a:xfrm>
            <a:off x="609600" y="-8960"/>
            <a:ext cx="5844988" cy="1600200"/>
          </a:xfrm>
        </p:spPr>
        <p:txBody>
          <a:bodyPr/>
          <a:lstStyle/>
          <a:p>
            <a:r>
              <a:rPr lang="es-CR" sz="4800" dirty="0"/>
              <a:t>Técnicas: Descendente</a:t>
            </a:r>
          </a:p>
        </p:txBody>
      </p:sp>
      <p:graphicFrame>
        <p:nvGraphicFramePr>
          <p:cNvPr id="9" name="Marcador de contenido 8">
            <a:extLst>
              <a:ext uri="{FF2B5EF4-FFF2-40B4-BE49-F238E27FC236}">
                <a16:creationId xmlns:a16="http://schemas.microsoft.com/office/drawing/2014/main" id="{3CAF3900-CCE8-F2D3-AC10-98A12C7386DC}"/>
              </a:ext>
            </a:extLst>
          </p:cNvPr>
          <p:cNvGraphicFramePr>
            <a:graphicFrameLocks noGrp="1"/>
          </p:cNvGraphicFramePr>
          <p:nvPr>
            <p:ph type="pic" idx="1"/>
            <p:extLst>
              <p:ext uri="{D42A27DB-BD31-4B8C-83A1-F6EECF244321}">
                <p14:modId xmlns:p14="http://schemas.microsoft.com/office/powerpoint/2010/main" val="481128212"/>
              </p:ext>
            </p:extLst>
          </p:nvPr>
        </p:nvGraphicFramePr>
        <p:xfrm>
          <a:off x="5183188" y="987425"/>
          <a:ext cx="6578506" cy="518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Marcador de contenido 6">
            <a:extLst>
              <a:ext uri="{FF2B5EF4-FFF2-40B4-BE49-F238E27FC236}">
                <a16:creationId xmlns:a16="http://schemas.microsoft.com/office/drawing/2014/main" id="{930A9C0C-C72B-61DB-ADB7-22EE08566DFD}"/>
              </a:ext>
            </a:extLst>
          </p:cNvPr>
          <p:cNvSpPr>
            <a:spLocks noGrp="1"/>
          </p:cNvSpPr>
          <p:nvPr>
            <p:ph type="body" sz="half" idx="2"/>
          </p:nvPr>
        </p:nvSpPr>
        <p:spPr>
          <a:xfrm>
            <a:off x="609600" y="1627098"/>
            <a:ext cx="4573588" cy="4729252"/>
          </a:xfrm>
        </p:spPr>
        <p:txBody>
          <a:bodyPr>
            <a:normAutofit/>
          </a:bodyPr>
          <a:lstStyle/>
          <a:p>
            <a:pPr marL="342900" indent="-342900">
              <a:buFont typeface="Arial" panose="020B0604020202020204" pitchFamily="34" charset="0"/>
              <a:buChar char="•"/>
            </a:pPr>
            <a:r>
              <a:rPr lang="es-CR" sz="2400" dirty="0"/>
              <a:t>Para explicar este enfoque utilizaremos el siguiente grafo de llamadas (</a:t>
            </a:r>
            <a:r>
              <a:rPr lang="es-CR" sz="2400" b="1" dirty="0"/>
              <a:t>diagrama de estructura</a:t>
            </a:r>
            <a:r>
              <a:rPr lang="es-CR" sz="2400" dirty="0"/>
              <a:t>)</a:t>
            </a:r>
          </a:p>
          <a:p>
            <a:pPr marL="342900" indent="-342900">
              <a:buFont typeface="Arial" panose="020B0604020202020204" pitchFamily="34" charset="0"/>
              <a:buChar char="•"/>
            </a:pPr>
            <a:r>
              <a:rPr lang="es-CR" sz="2400" dirty="0"/>
              <a:t>El módulo principal es usado como controlador y todos sus módulos subordinados son remplazados por </a:t>
            </a:r>
            <a:r>
              <a:rPr lang="es-CR" sz="2400" b="1" dirty="0"/>
              <a:t>módulos simulados (doble de prueba)</a:t>
            </a:r>
          </a:p>
          <a:p>
            <a:pPr marL="342900" indent="-342900">
              <a:buFont typeface="Arial" panose="020B0604020202020204" pitchFamily="34" charset="0"/>
              <a:buChar char="•"/>
            </a:pPr>
            <a:r>
              <a:rPr lang="es-CR" sz="2400" dirty="0"/>
              <a:t>Los módulos simulados se remplazan uno a la vez con los componentes reales (en profundidad) y se van probando</a:t>
            </a:r>
          </a:p>
        </p:txBody>
      </p:sp>
      <p:sp>
        <p:nvSpPr>
          <p:cNvPr id="4" name="Marcador de fecha 3">
            <a:extLst>
              <a:ext uri="{FF2B5EF4-FFF2-40B4-BE49-F238E27FC236}">
                <a16:creationId xmlns:a16="http://schemas.microsoft.com/office/drawing/2014/main" id="{8CFE7F34-3B26-55E1-7020-47A9D28C6079}"/>
              </a:ext>
            </a:extLst>
          </p:cNvPr>
          <p:cNvSpPr>
            <a:spLocks noGrp="1"/>
          </p:cNvSpPr>
          <p:nvPr>
            <p:ph type="dt" sz="half" idx="4294967295"/>
          </p:nvPr>
        </p:nvSpPr>
        <p:spPr>
          <a:xfrm>
            <a:off x="838200" y="6356350"/>
            <a:ext cx="2743200" cy="365125"/>
          </a:xfrm>
        </p:spPr>
        <p:txBody>
          <a:bodyPr/>
          <a:lstStyle/>
          <a:p>
            <a:fld id="{445ACAB9-A218-46AE-8D37-8B32F32BBF79}" type="datetime1">
              <a:rPr lang="es-CR" smtClean="0"/>
              <a:t>25/8/2026</a:t>
            </a:fld>
            <a:endParaRPr lang="es-CR"/>
          </a:p>
        </p:txBody>
      </p:sp>
      <p:sp>
        <p:nvSpPr>
          <p:cNvPr id="5" name="Marcador de pie de página 4">
            <a:extLst>
              <a:ext uri="{FF2B5EF4-FFF2-40B4-BE49-F238E27FC236}">
                <a16:creationId xmlns:a16="http://schemas.microsoft.com/office/drawing/2014/main" id="{C974D610-5ECB-F7B5-3A51-946E7B8B901E}"/>
              </a:ext>
            </a:extLst>
          </p:cNvPr>
          <p:cNvSpPr>
            <a:spLocks noGrp="1"/>
          </p:cNvSpPr>
          <p:nvPr>
            <p:ph type="ftr" sz="quarter" idx="4294967295"/>
          </p:nvPr>
        </p:nvSpPr>
        <p:spPr>
          <a:xfrm>
            <a:off x="4038600" y="6356350"/>
            <a:ext cx="4114800" cy="365125"/>
          </a:xfrm>
        </p:spPr>
        <p:txBody>
          <a:bodyPr/>
          <a:lstStyle/>
          <a:p>
            <a:r>
              <a:rPr lang="es-CR"/>
              <a:t>Ing. Marlen Treviño</a:t>
            </a:r>
          </a:p>
        </p:txBody>
      </p:sp>
      <p:sp>
        <p:nvSpPr>
          <p:cNvPr id="6" name="Marcador de número de diapositiva 5">
            <a:extLst>
              <a:ext uri="{FF2B5EF4-FFF2-40B4-BE49-F238E27FC236}">
                <a16:creationId xmlns:a16="http://schemas.microsoft.com/office/drawing/2014/main" id="{2C98B8FB-A1F7-89A4-FED6-1C408DAA619C}"/>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24</a:t>
            </a:fld>
            <a:endParaRPr lang="es-CR"/>
          </a:p>
        </p:txBody>
      </p:sp>
    </p:spTree>
    <p:extLst>
      <p:ext uri="{BB962C8B-B14F-4D97-AF65-F5344CB8AC3E}">
        <p14:creationId xmlns:p14="http://schemas.microsoft.com/office/powerpoint/2010/main" val="10536214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634DA-7848-97E1-5393-39A053BB7BEB}"/>
              </a:ext>
            </a:extLst>
          </p:cNvPr>
          <p:cNvSpPr>
            <a:spLocks noGrp="1"/>
          </p:cNvSpPr>
          <p:nvPr>
            <p:ph type="title"/>
          </p:nvPr>
        </p:nvSpPr>
        <p:spPr>
          <a:xfrm>
            <a:off x="609600" y="-8960"/>
            <a:ext cx="5844988" cy="1600200"/>
          </a:xfrm>
        </p:spPr>
        <p:txBody>
          <a:bodyPr/>
          <a:lstStyle/>
          <a:p>
            <a:r>
              <a:rPr lang="es-CR" sz="4800" dirty="0"/>
              <a:t>Técnicas: Descendente</a:t>
            </a:r>
          </a:p>
        </p:txBody>
      </p:sp>
      <p:graphicFrame>
        <p:nvGraphicFramePr>
          <p:cNvPr id="9" name="Marcador de contenido 8">
            <a:extLst>
              <a:ext uri="{FF2B5EF4-FFF2-40B4-BE49-F238E27FC236}">
                <a16:creationId xmlns:a16="http://schemas.microsoft.com/office/drawing/2014/main" id="{3CAF3900-CCE8-F2D3-AC10-98A12C7386DC}"/>
              </a:ext>
            </a:extLst>
          </p:cNvPr>
          <p:cNvGraphicFramePr>
            <a:graphicFrameLocks noGrp="1"/>
          </p:cNvGraphicFramePr>
          <p:nvPr>
            <p:ph type="pic" idx="1"/>
            <p:extLst>
              <p:ext uri="{D42A27DB-BD31-4B8C-83A1-F6EECF244321}">
                <p14:modId xmlns:p14="http://schemas.microsoft.com/office/powerpoint/2010/main" val="2197639045"/>
              </p:ext>
            </p:extLst>
          </p:nvPr>
        </p:nvGraphicFramePr>
        <p:xfrm>
          <a:off x="5183188" y="987425"/>
          <a:ext cx="6578506" cy="518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Marcador de contenido 6">
            <a:extLst>
              <a:ext uri="{FF2B5EF4-FFF2-40B4-BE49-F238E27FC236}">
                <a16:creationId xmlns:a16="http://schemas.microsoft.com/office/drawing/2014/main" id="{930A9C0C-C72B-61DB-ADB7-22EE08566DFD}"/>
              </a:ext>
            </a:extLst>
          </p:cNvPr>
          <p:cNvSpPr>
            <a:spLocks noGrp="1"/>
          </p:cNvSpPr>
          <p:nvPr>
            <p:ph type="body" sz="half" idx="2"/>
          </p:nvPr>
        </p:nvSpPr>
        <p:spPr>
          <a:xfrm>
            <a:off x="609600" y="1627098"/>
            <a:ext cx="4573588" cy="4729252"/>
          </a:xfrm>
        </p:spPr>
        <p:txBody>
          <a:bodyPr>
            <a:normAutofit/>
          </a:bodyPr>
          <a:lstStyle/>
          <a:p>
            <a:pPr marL="342900" indent="-342900">
              <a:buFont typeface="Arial" panose="020B0604020202020204" pitchFamily="34" charset="0"/>
              <a:buChar char="•"/>
            </a:pPr>
            <a:r>
              <a:rPr lang="es-CR" sz="2400" dirty="0"/>
              <a:t>Para explicar este enfoque utilizaremos el siguiente grafo de llamadas (</a:t>
            </a:r>
            <a:r>
              <a:rPr lang="es-CR" sz="2400" b="1" dirty="0"/>
              <a:t>diagrama de estructura</a:t>
            </a:r>
            <a:r>
              <a:rPr lang="es-CR" sz="2400" dirty="0"/>
              <a:t>)</a:t>
            </a:r>
          </a:p>
          <a:p>
            <a:pPr marL="342900" indent="-342900">
              <a:buFont typeface="Arial" panose="020B0604020202020204" pitchFamily="34" charset="0"/>
              <a:buChar char="•"/>
            </a:pPr>
            <a:r>
              <a:rPr lang="es-CR" sz="2400" dirty="0"/>
              <a:t>El módulo principal es usado como controlador y todos sus módulos subordinados son remplazados por </a:t>
            </a:r>
            <a:r>
              <a:rPr lang="es-CR" sz="2400" b="1" dirty="0"/>
              <a:t>módulos simulados (doble de prueba)</a:t>
            </a:r>
          </a:p>
          <a:p>
            <a:pPr marL="342900" indent="-342900">
              <a:buFont typeface="Arial" panose="020B0604020202020204" pitchFamily="34" charset="0"/>
              <a:buChar char="•"/>
            </a:pPr>
            <a:r>
              <a:rPr lang="es-CR" sz="2400" dirty="0"/>
              <a:t>Los módulos simulados se remplazan uno a la vez con los componentes reales (en profundidad) y se van probando</a:t>
            </a:r>
          </a:p>
        </p:txBody>
      </p:sp>
      <p:sp>
        <p:nvSpPr>
          <p:cNvPr id="4" name="Marcador de fecha 3">
            <a:extLst>
              <a:ext uri="{FF2B5EF4-FFF2-40B4-BE49-F238E27FC236}">
                <a16:creationId xmlns:a16="http://schemas.microsoft.com/office/drawing/2014/main" id="{8CFE7F34-3B26-55E1-7020-47A9D28C6079}"/>
              </a:ext>
            </a:extLst>
          </p:cNvPr>
          <p:cNvSpPr>
            <a:spLocks noGrp="1"/>
          </p:cNvSpPr>
          <p:nvPr>
            <p:ph type="dt" sz="half" idx="4294967295"/>
          </p:nvPr>
        </p:nvSpPr>
        <p:spPr>
          <a:xfrm>
            <a:off x="838200" y="6356350"/>
            <a:ext cx="2743200" cy="365125"/>
          </a:xfrm>
        </p:spPr>
        <p:txBody>
          <a:bodyPr/>
          <a:lstStyle/>
          <a:p>
            <a:fld id="{445ACAB9-A218-46AE-8D37-8B32F32BBF79}" type="datetime1">
              <a:rPr lang="es-CR" smtClean="0"/>
              <a:t>25/8/2026</a:t>
            </a:fld>
            <a:endParaRPr lang="es-CR"/>
          </a:p>
        </p:txBody>
      </p:sp>
      <p:sp>
        <p:nvSpPr>
          <p:cNvPr id="5" name="Marcador de pie de página 4">
            <a:extLst>
              <a:ext uri="{FF2B5EF4-FFF2-40B4-BE49-F238E27FC236}">
                <a16:creationId xmlns:a16="http://schemas.microsoft.com/office/drawing/2014/main" id="{C974D610-5ECB-F7B5-3A51-946E7B8B901E}"/>
              </a:ext>
            </a:extLst>
          </p:cNvPr>
          <p:cNvSpPr>
            <a:spLocks noGrp="1"/>
          </p:cNvSpPr>
          <p:nvPr>
            <p:ph type="ftr" sz="quarter" idx="4294967295"/>
          </p:nvPr>
        </p:nvSpPr>
        <p:spPr>
          <a:xfrm>
            <a:off x="4038600" y="6356350"/>
            <a:ext cx="4114800" cy="365125"/>
          </a:xfrm>
        </p:spPr>
        <p:txBody>
          <a:bodyPr/>
          <a:lstStyle/>
          <a:p>
            <a:r>
              <a:rPr lang="es-CR"/>
              <a:t>Ing. Marlen Treviño</a:t>
            </a:r>
          </a:p>
        </p:txBody>
      </p:sp>
      <p:sp>
        <p:nvSpPr>
          <p:cNvPr id="6" name="Marcador de número de diapositiva 5">
            <a:extLst>
              <a:ext uri="{FF2B5EF4-FFF2-40B4-BE49-F238E27FC236}">
                <a16:creationId xmlns:a16="http://schemas.microsoft.com/office/drawing/2014/main" id="{2C98B8FB-A1F7-89A4-FED6-1C408DAA619C}"/>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25</a:t>
            </a:fld>
            <a:endParaRPr lang="es-CR"/>
          </a:p>
        </p:txBody>
      </p:sp>
    </p:spTree>
    <p:extLst>
      <p:ext uri="{BB962C8B-B14F-4D97-AF65-F5344CB8AC3E}">
        <p14:creationId xmlns:p14="http://schemas.microsoft.com/office/powerpoint/2010/main" val="3608408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634DA-7848-97E1-5393-39A053BB7BEB}"/>
              </a:ext>
            </a:extLst>
          </p:cNvPr>
          <p:cNvSpPr>
            <a:spLocks noGrp="1"/>
          </p:cNvSpPr>
          <p:nvPr>
            <p:ph type="title"/>
          </p:nvPr>
        </p:nvSpPr>
        <p:spPr>
          <a:xfrm>
            <a:off x="609600" y="-8960"/>
            <a:ext cx="5844988" cy="1600200"/>
          </a:xfrm>
        </p:spPr>
        <p:txBody>
          <a:bodyPr/>
          <a:lstStyle/>
          <a:p>
            <a:r>
              <a:rPr lang="es-CR" sz="4800" dirty="0"/>
              <a:t>Técnicas: Descendente</a:t>
            </a:r>
          </a:p>
        </p:txBody>
      </p:sp>
      <p:graphicFrame>
        <p:nvGraphicFramePr>
          <p:cNvPr id="9" name="Marcador de contenido 8">
            <a:extLst>
              <a:ext uri="{FF2B5EF4-FFF2-40B4-BE49-F238E27FC236}">
                <a16:creationId xmlns:a16="http://schemas.microsoft.com/office/drawing/2014/main" id="{3CAF3900-CCE8-F2D3-AC10-98A12C7386DC}"/>
              </a:ext>
            </a:extLst>
          </p:cNvPr>
          <p:cNvGraphicFramePr>
            <a:graphicFrameLocks noGrp="1"/>
          </p:cNvGraphicFramePr>
          <p:nvPr>
            <p:ph type="pic" idx="1"/>
            <p:extLst>
              <p:ext uri="{D42A27DB-BD31-4B8C-83A1-F6EECF244321}">
                <p14:modId xmlns:p14="http://schemas.microsoft.com/office/powerpoint/2010/main" val="757699843"/>
              </p:ext>
            </p:extLst>
          </p:nvPr>
        </p:nvGraphicFramePr>
        <p:xfrm>
          <a:off x="5183188" y="987425"/>
          <a:ext cx="6578506" cy="518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Marcador de contenido 6">
            <a:extLst>
              <a:ext uri="{FF2B5EF4-FFF2-40B4-BE49-F238E27FC236}">
                <a16:creationId xmlns:a16="http://schemas.microsoft.com/office/drawing/2014/main" id="{930A9C0C-C72B-61DB-ADB7-22EE08566DFD}"/>
              </a:ext>
            </a:extLst>
          </p:cNvPr>
          <p:cNvSpPr>
            <a:spLocks noGrp="1"/>
          </p:cNvSpPr>
          <p:nvPr>
            <p:ph type="body" sz="half" idx="2"/>
          </p:nvPr>
        </p:nvSpPr>
        <p:spPr>
          <a:xfrm>
            <a:off x="609600" y="1627098"/>
            <a:ext cx="4573588" cy="4729252"/>
          </a:xfrm>
        </p:spPr>
        <p:txBody>
          <a:bodyPr>
            <a:normAutofit/>
          </a:bodyPr>
          <a:lstStyle/>
          <a:p>
            <a:pPr marL="342900" indent="-342900">
              <a:buFont typeface="Arial" panose="020B0604020202020204" pitchFamily="34" charset="0"/>
              <a:buChar char="•"/>
            </a:pPr>
            <a:r>
              <a:rPr lang="es-CR" sz="2400" dirty="0"/>
              <a:t>Para explicar este enfoque utilizaremos el siguiente grafo de llamadas (</a:t>
            </a:r>
            <a:r>
              <a:rPr lang="es-CR" sz="2400" b="1" dirty="0"/>
              <a:t>diagrama de estructura</a:t>
            </a:r>
            <a:r>
              <a:rPr lang="es-CR" sz="2400" dirty="0"/>
              <a:t>)</a:t>
            </a:r>
          </a:p>
          <a:p>
            <a:pPr marL="342900" indent="-342900">
              <a:buFont typeface="Arial" panose="020B0604020202020204" pitchFamily="34" charset="0"/>
              <a:buChar char="•"/>
            </a:pPr>
            <a:r>
              <a:rPr lang="es-CR" sz="2400" dirty="0"/>
              <a:t>El módulo principal es usado como controlador y todos sus módulos subordinados son remplazados por </a:t>
            </a:r>
            <a:r>
              <a:rPr lang="es-CR" sz="2400" b="1" dirty="0"/>
              <a:t>módulos simulados (doble de prueba)</a:t>
            </a:r>
          </a:p>
          <a:p>
            <a:pPr marL="342900" indent="-342900">
              <a:buFont typeface="Arial" panose="020B0604020202020204" pitchFamily="34" charset="0"/>
              <a:buChar char="•"/>
            </a:pPr>
            <a:r>
              <a:rPr lang="es-CR" sz="2400" dirty="0"/>
              <a:t>Los módulos simulados se remplazan uno a la vez con los componentes reales (en profundidad) y se van probando</a:t>
            </a:r>
          </a:p>
        </p:txBody>
      </p:sp>
      <p:sp>
        <p:nvSpPr>
          <p:cNvPr id="4" name="Marcador de fecha 3">
            <a:extLst>
              <a:ext uri="{FF2B5EF4-FFF2-40B4-BE49-F238E27FC236}">
                <a16:creationId xmlns:a16="http://schemas.microsoft.com/office/drawing/2014/main" id="{8CFE7F34-3B26-55E1-7020-47A9D28C6079}"/>
              </a:ext>
            </a:extLst>
          </p:cNvPr>
          <p:cNvSpPr>
            <a:spLocks noGrp="1"/>
          </p:cNvSpPr>
          <p:nvPr>
            <p:ph type="dt" sz="half" idx="4294967295"/>
          </p:nvPr>
        </p:nvSpPr>
        <p:spPr>
          <a:xfrm>
            <a:off x="838200" y="6356350"/>
            <a:ext cx="2743200" cy="365125"/>
          </a:xfrm>
        </p:spPr>
        <p:txBody>
          <a:bodyPr/>
          <a:lstStyle/>
          <a:p>
            <a:fld id="{445ACAB9-A218-46AE-8D37-8B32F32BBF79}" type="datetime1">
              <a:rPr lang="es-CR" smtClean="0"/>
              <a:t>25/8/2026</a:t>
            </a:fld>
            <a:endParaRPr lang="es-CR"/>
          </a:p>
        </p:txBody>
      </p:sp>
      <p:sp>
        <p:nvSpPr>
          <p:cNvPr id="5" name="Marcador de pie de página 4">
            <a:extLst>
              <a:ext uri="{FF2B5EF4-FFF2-40B4-BE49-F238E27FC236}">
                <a16:creationId xmlns:a16="http://schemas.microsoft.com/office/drawing/2014/main" id="{C974D610-5ECB-F7B5-3A51-946E7B8B901E}"/>
              </a:ext>
            </a:extLst>
          </p:cNvPr>
          <p:cNvSpPr>
            <a:spLocks noGrp="1"/>
          </p:cNvSpPr>
          <p:nvPr>
            <p:ph type="ftr" sz="quarter" idx="4294967295"/>
          </p:nvPr>
        </p:nvSpPr>
        <p:spPr>
          <a:xfrm>
            <a:off x="4038600" y="6356350"/>
            <a:ext cx="4114800" cy="365125"/>
          </a:xfrm>
        </p:spPr>
        <p:txBody>
          <a:bodyPr/>
          <a:lstStyle/>
          <a:p>
            <a:r>
              <a:rPr lang="es-CR"/>
              <a:t>Ing. Marlen Treviño</a:t>
            </a:r>
          </a:p>
        </p:txBody>
      </p:sp>
      <p:sp>
        <p:nvSpPr>
          <p:cNvPr id="6" name="Marcador de número de diapositiva 5">
            <a:extLst>
              <a:ext uri="{FF2B5EF4-FFF2-40B4-BE49-F238E27FC236}">
                <a16:creationId xmlns:a16="http://schemas.microsoft.com/office/drawing/2014/main" id="{2C98B8FB-A1F7-89A4-FED6-1C408DAA619C}"/>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26</a:t>
            </a:fld>
            <a:endParaRPr lang="es-CR"/>
          </a:p>
        </p:txBody>
      </p:sp>
      <p:sp>
        <p:nvSpPr>
          <p:cNvPr id="8" name="Elipse 7">
            <a:extLst>
              <a:ext uri="{FF2B5EF4-FFF2-40B4-BE49-F238E27FC236}">
                <a16:creationId xmlns:a16="http://schemas.microsoft.com/office/drawing/2014/main" id="{965A525B-5D58-2413-9B66-06B1185DAA7F}"/>
              </a:ext>
            </a:extLst>
          </p:cNvPr>
          <p:cNvSpPr/>
          <p:nvPr/>
        </p:nvSpPr>
        <p:spPr>
          <a:xfrm>
            <a:off x="7327694" y="651568"/>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T1</a:t>
            </a:r>
          </a:p>
        </p:txBody>
      </p:sp>
      <p:cxnSp>
        <p:nvCxnSpPr>
          <p:cNvPr id="13" name="Conector recto 12">
            <a:extLst>
              <a:ext uri="{FF2B5EF4-FFF2-40B4-BE49-F238E27FC236}">
                <a16:creationId xmlns:a16="http://schemas.microsoft.com/office/drawing/2014/main" id="{B079DB20-FFC0-6879-4A89-EB4560F04A89}"/>
              </a:ext>
            </a:extLst>
          </p:cNvPr>
          <p:cNvCxnSpPr>
            <a:cxnSpLocks/>
          </p:cNvCxnSpPr>
          <p:nvPr/>
        </p:nvCxnSpPr>
        <p:spPr>
          <a:xfrm flipH="1">
            <a:off x="7338530" y="1263568"/>
            <a:ext cx="276035" cy="996385"/>
          </a:xfrm>
          <a:prstGeom prst="line">
            <a:avLst/>
          </a:prstGeom>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59D86084-49FD-760D-D46C-0EF15B231A1A}"/>
              </a:ext>
            </a:extLst>
          </p:cNvPr>
          <p:cNvSpPr/>
          <p:nvPr/>
        </p:nvSpPr>
        <p:spPr>
          <a:xfrm>
            <a:off x="6608894" y="424383"/>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T2</a:t>
            </a:r>
          </a:p>
        </p:txBody>
      </p:sp>
      <p:cxnSp>
        <p:nvCxnSpPr>
          <p:cNvPr id="16" name="Conector recto 15">
            <a:extLst>
              <a:ext uri="{FF2B5EF4-FFF2-40B4-BE49-F238E27FC236}">
                <a16:creationId xmlns:a16="http://schemas.microsoft.com/office/drawing/2014/main" id="{2DCF0C38-ABCF-51BE-D17C-9AEFC6067DAA}"/>
              </a:ext>
            </a:extLst>
          </p:cNvPr>
          <p:cNvCxnSpPr>
            <a:cxnSpLocks/>
          </p:cNvCxnSpPr>
          <p:nvPr/>
        </p:nvCxnSpPr>
        <p:spPr>
          <a:xfrm>
            <a:off x="6895765" y="1036383"/>
            <a:ext cx="451835" cy="122357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lipse 19">
            <a:extLst>
              <a:ext uri="{FF2B5EF4-FFF2-40B4-BE49-F238E27FC236}">
                <a16:creationId xmlns:a16="http://schemas.microsoft.com/office/drawing/2014/main" id="{12924554-6654-7D35-36E8-F2C0D7B7B147}"/>
              </a:ext>
            </a:extLst>
          </p:cNvPr>
          <p:cNvSpPr/>
          <p:nvPr/>
        </p:nvSpPr>
        <p:spPr>
          <a:xfrm>
            <a:off x="6166129" y="1036383"/>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T3</a:t>
            </a:r>
          </a:p>
        </p:txBody>
      </p:sp>
      <p:cxnSp>
        <p:nvCxnSpPr>
          <p:cNvPr id="21" name="Conector recto 20">
            <a:extLst>
              <a:ext uri="{FF2B5EF4-FFF2-40B4-BE49-F238E27FC236}">
                <a16:creationId xmlns:a16="http://schemas.microsoft.com/office/drawing/2014/main" id="{6FF8EA74-CDC9-3F05-D5A0-102018F6B839}"/>
              </a:ext>
            </a:extLst>
          </p:cNvPr>
          <p:cNvCxnSpPr>
            <a:cxnSpLocks/>
          </p:cNvCxnSpPr>
          <p:nvPr/>
        </p:nvCxnSpPr>
        <p:spPr>
          <a:xfrm>
            <a:off x="6453000" y="1648383"/>
            <a:ext cx="894600" cy="56304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846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634DA-7848-97E1-5393-39A053BB7BEB}"/>
              </a:ext>
            </a:extLst>
          </p:cNvPr>
          <p:cNvSpPr>
            <a:spLocks noGrp="1"/>
          </p:cNvSpPr>
          <p:nvPr>
            <p:ph type="title"/>
          </p:nvPr>
        </p:nvSpPr>
        <p:spPr>
          <a:xfrm>
            <a:off x="609600" y="-8960"/>
            <a:ext cx="5844988" cy="1600200"/>
          </a:xfrm>
        </p:spPr>
        <p:txBody>
          <a:bodyPr/>
          <a:lstStyle/>
          <a:p>
            <a:r>
              <a:rPr lang="es-CR" sz="4800" dirty="0"/>
              <a:t>Técnicas: Descendente</a:t>
            </a:r>
          </a:p>
        </p:txBody>
      </p:sp>
      <p:graphicFrame>
        <p:nvGraphicFramePr>
          <p:cNvPr id="9" name="Marcador de contenido 8">
            <a:extLst>
              <a:ext uri="{FF2B5EF4-FFF2-40B4-BE49-F238E27FC236}">
                <a16:creationId xmlns:a16="http://schemas.microsoft.com/office/drawing/2014/main" id="{3CAF3900-CCE8-F2D3-AC10-98A12C7386DC}"/>
              </a:ext>
            </a:extLst>
          </p:cNvPr>
          <p:cNvGraphicFramePr>
            <a:graphicFrameLocks noGrp="1"/>
          </p:cNvGraphicFramePr>
          <p:nvPr>
            <p:ph type="pic" idx="1"/>
            <p:extLst>
              <p:ext uri="{D42A27DB-BD31-4B8C-83A1-F6EECF244321}">
                <p14:modId xmlns:p14="http://schemas.microsoft.com/office/powerpoint/2010/main" val="3334831027"/>
              </p:ext>
            </p:extLst>
          </p:nvPr>
        </p:nvGraphicFramePr>
        <p:xfrm>
          <a:off x="5183188" y="987425"/>
          <a:ext cx="6578506" cy="518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Marcador de contenido 6">
            <a:extLst>
              <a:ext uri="{FF2B5EF4-FFF2-40B4-BE49-F238E27FC236}">
                <a16:creationId xmlns:a16="http://schemas.microsoft.com/office/drawing/2014/main" id="{930A9C0C-C72B-61DB-ADB7-22EE08566DFD}"/>
              </a:ext>
            </a:extLst>
          </p:cNvPr>
          <p:cNvSpPr>
            <a:spLocks noGrp="1"/>
          </p:cNvSpPr>
          <p:nvPr>
            <p:ph type="body" sz="half" idx="2"/>
          </p:nvPr>
        </p:nvSpPr>
        <p:spPr>
          <a:xfrm>
            <a:off x="609600" y="1627098"/>
            <a:ext cx="4573588" cy="4729252"/>
          </a:xfrm>
        </p:spPr>
        <p:txBody>
          <a:bodyPr>
            <a:normAutofit/>
          </a:bodyPr>
          <a:lstStyle/>
          <a:p>
            <a:pPr marL="342900" indent="-342900">
              <a:buFont typeface="Arial" panose="020B0604020202020204" pitchFamily="34" charset="0"/>
              <a:buChar char="•"/>
            </a:pPr>
            <a:r>
              <a:rPr lang="es-CR" sz="2400" dirty="0"/>
              <a:t>Para explicar este enfoque utilizaremos el siguiente grafo de llamadas (</a:t>
            </a:r>
            <a:r>
              <a:rPr lang="es-CR" sz="2400" b="1" dirty="0"/>
              <a:t>diagrama de estructura</a:t>
            </a:r>
            <a:r>
              <a:rPr lang="es-CR" sz="2400" dirty="0"/>
              <a:t>)</a:t>
            </a:r>
          </a:p>
          <a:p>
            <a:pPr marL="342900" indent="-342900">
              <a:buFont typeface="Arial" panose="020B0604020202020204" pitchFamily="34" charset="0"/>
              <a:buChar char="•"/>
            </a:pPr>
            <a:r>
              <a:rPr lang="es-CR" sz="2400" dirty="0"/>
              <a:t>El módulo principal es usado como controlador y todos sus módulos subordinados son remplazados por </a:t>
            </a:r>
            <a:r>
              <a:rPr lang="es-CR" sz="2400" b="1" dirty="0"/>
              <a:t>módulos simulados (doble de prueba)</a:t>
            </a:r>
          </a:p>
          <a:p>
            <a:pPr marL="342900" indent="-342900">
              <a:buFont typeface="Arial" panose="020B0604020202020204" pitchFamily="34" charset="0"/>
              <a:buChar char="•"/>
            </a:pPr>
            <a:r>
              <a:rPr lang="es-CR" sz="2400" dirty="0"/>
              <a:t>Los módulos simulados se remplazan uno a la vez con los componentes reales (en profundidad) y se van probando</a:t>
            </a:r>
          </a:p>
        </p:txBody>
      </p:sp>
      <p:sp>
        <p:nvSpPr>
          <p:cNvPr id="4" name="Marcador de fecha 3">
            <a:extLst>
              <a:ext uri="{FF2B5EF4-FFF2-40B4-BE49-F238E27FC236}">
                <a16:creationId xmlns:a16="http://schemas.microsoft.com/office/drawing/2014/main" id="{8CFE7F34-3B26-55E1-7020-47A9D28C6079}"/>
              </a:ext>
            </a:extLst>
          </p:cNvPr>
          <p:cNvSpPr>
            <a:spLocks noGrp="1"/>
          </p:cNvSpPr>
          <p:nvPr>
            <p:ph type="dt" sz="half" idx="4294967295"/>
          </p:nvPr>
        </p:nvSpPr>
        <p:spPr>
          <a:xfrm>
            <a:off x="838200" y="6356350"/>
            <a:ext cx="2743200" cy="365125"/>
          </a:xfrm>
        </p:spPr>
        <p:txBody>
          <a:bodyPr/>
          <a:lstStyle/>
          <a:p>
            <a:fld id="{445ACAB9-A218-46AE-8D37-8B32F32BBF79}" type="datetime1">
              <a:rPr lang="es-CR" smtClean="0"/>
              <a:t>25/8/2026</a:t>
            </a:fld>
            <a:endParaRPr lang="es-CR"/>
          </a:p>
        </p:txBody>
      </p:sp>
      <p:sp>
        <p:nvSpPr>
          <p:cNvPr id="5" name="Marcador de pie de página 4">
            <a:extLst>
              <a:ext uri="{FF2B5EF4-FFF2-40B4-BE49-F238E27FC236}">
                <a16:creationId xmlns:a16="http://schemas.microsoft.com/office/drawing/2014/main" id="{C974D610-5ECB-F7B5-3A51-946E7B8B901E}"/>
              </a:ext>
            </a:extLst>
          </p:cNvPr>
          <p:cNvSpPr>
            <a:spLocks noGrp="1"/>
          </p:cNvSpPr>
          <p:nvPr>
            <p:ph type="ftr" sz="quarter" idx="4294967295"/>
          </p:nvPr>
        </p:nvSpPr>
        <p:spPr>
          <a:xfrm>
            <a:off x="4038600" y="6356350"/>
            <a:ext cx="4114800" cy="365125"/>
          </a:xfrm>
        </p:spPr>
        <p:txBody>
          <a:bodyPr/>
          <a:lstStyle/>
          <a:p>
            <a:r>
              <a:rPr lang="es-CR"/>
              <a:t>Ing. Marlen Treviño</a:t>
            </a:r>
          </a:p>
        </p:txBody>
      </p:sp>
      <p:sp>
        <p:nvSpPr>
          <p:cNvPr id="6" name="Marcador de número de diapositiva 5">
            <a:extLst>
              <a:ext uri="{FF2B5EF4-FFF2-40B4-BE49-F238E27FC236}">
                <a16:creationId xmlns:a16="http://schemas.microsoft.com/office/drawing/2014/main" id="{2C98B8FB-A1F7-89A4-FED6-1C408DAA619C}"/>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27</a:t>
            </a:fld>
            <a:endParaRPr lang="es-CR"/>
          </a:p>
        </p:txBody>
      </p:sp>
      <p:sp>
        <p:nvSpPr>
          <p:cNvPr id="8" name="Elipse 7">
            <a:extLst>
              <a:ext uri="{FF2B5EF4-FFF2-40B4-BE49-F238E27FC236}">
                <a16:creationId xmlns:a16="http://schemas.microsoft.com/office/drawing/2014/main" id="{965A525B-5D58-2413-9B66-06B1185DAA7F}"/>
              </a:ext>
            </a:extLst>
          </p:cNvPr>
          <p:cNvSpPr/>
          <p:nvPr/>
        </p:nvSpPr>
        <p:spPr>
          <a:xfrm>
            <a:off x="7327694" y="651568"/>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T1</a:t>
            </a:r>
          </a:p>
        </p:txBody>
      </p:sp>
      <p:cxnSp>
        <p:nvCxnSpPr>
          <p:cNvPr id="13" name="Conector recto 12">
            <a:extLst>
              <a:ext uri="{FF2B5EF4-FFF2-40B4-BE49-F238E27FC236}">
                <a16:creationId xmlns:a16="http://schemas.microsoft.com/office/drawing/2014/main" id="{B079DB20-FFC0-6879-4A89-EB4560F04A89}"/>
              </a:ext>
            </a:extLst>
          </p:cNvPr>
          <p:cNvCxnSpPr>
            <a:cxnSpLocks/>
          </p:cNvCxnSpPr>
          <p:nvPr/>
        </p:nvCxnSpPr>
        <p:spPr>
          <a:xfrm flipH="1">
            <a:off x="7338530" y="1263568"/>
            <a:ext cx="276035" cy="996385"/>
          </a:xfrm>
          <a:prstGeom prst="line">
            <a:avLst/>
          </a:prstGeom>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59D86084-49FD-760D-D46C-0EF15B231A1A}"/>
              </a:ext>
            </a:extLst>
          </p:cNvPr>
          <p:cNvSpPr/>
          <p:nvPr/>
        </p:nvSpPr>
        <p:spPr>
          <a:xfrm>
            <a:off x="6608894" y="424383"/>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T2</a:t>
            </a:r>
          </a:p>
        </p:txBody>
      </p:sp>
      <p:cxnSp>
        <p:nvCxnSpPr>
          <p:cNvPr id="16" name="Conector recto 15">
            <a:extLst>
              <a:ext uri="{FF2B5EF4-FFF2-40B4-BE49-F238E27FC236}">
                <a16:creationId xmlns:a16="http://schemas.microsoft.com/office/drawing/2014/main" id="{2DCF0C38-ABCF-51BE-D17C-9AEFC6067DAA}"/>
              </a:ext>
            </a:extLst>
          </p:cNvPr>
          <p:cNvCxnSpPr>
            <a:cxnSpLocks/>
          </p:cNvCxnSpPr>
          <p:nvPr/>
        </p:nvCxnSpPr>
        <p:spPr>
          <a:xfrm>
            <a:off x="6895765" y="1036383"/>
            <a:ext cx="451835" cy="122357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lipse 19">
            <a:extLst>
              <a:ext uri="{FF2B5EF4-FFF2-40B4-BE49-F238E27FC236}">
                <a16:creationId xmlns:a16="http://schemas.microsoft.com/office/drawing/2014/main" id="{12924554-6654-7D35-36E8-F2C0D7B7B147}"/>
              </a:ext>
            </a:extLst>
          </p:cNvPr>
          <p:cNvSpPr/>
          <p:nvPr/>
        </p:nvSpPr>
        <p:spPr>
          <a:xfrm>
            <a:off x="6166129" y="1036383"/>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T3</a:t>
            </a:r>
          </a:p>
        </p:txBody>
      </p:sp>
      <p:cxnSp>
        <p:nvCxnSpPr>
          <p:cNvPr id="21" name="Conector recto 20">
            <a:extLst>
              <a:ext uri="{FF2B5EF4-FFF2-40B4-BE49-F238E27FC236}">
                <a16:creationId xmlns:a16="http://schemas.microsoft.com/office/drawing/2014/main" id="{6FF8EA74-CDC9-3F05-D5A0-102018F6B839}"/>
              </a:ext>
            </a:extLst>
          </p:cNvPr>
          <p:cNvCxnSpPr>
            <a:cxnSpLocks/>
          </p:cNvCxnSpPr>
          <p:nvPr/>
        </p:nvCxnSpPr>
        <p:spPr>
          <a:xfrm>
            <a:off x="6453000" y="1648383"/>
            <a:ext cx="894600" cy="5630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A22B5681-C765-86DE-E8B3-C609E36ABABF}"/>
              </a:ext>
            </a:extLst>
          </p:cNvPr>
          <p:cNvSpPr/>
          <p:nvPr/>
        </p:nvSpPr>
        <p:spPr>
          <a:xfrm>
            <a:off x="5058123" y="3230574"/>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T4</a:t>
            </a:r>
          </a:p>
        </p:txBody>
      </p:sp>
      <p:cxnSp>
        <p:nvCxnSpPr>
          <p:cNvPr id="27" name="Conector recto 26">
            <a:extLst>
              <a:ext uri="{FF2B5EF4-FFF2-40B4-BE49-F238E27FC236}">
                <a16:creationId xmlns:a16="http://schemas.microsoft.com/office/drawing/2014/main" id="{D6B15E89-EC00-7640-B80F-F6EF95CB7774}"/>
              </a:ext>
            </a:extLst>
          </p:cNvPr>
          <p:cNvCxnSpPr>
            <a:cxnSpLocks/>
            <a:stCxn id="26" idx="6"/>
          </p:cNvCxnSpPr>
          <p:nvPr/>
        </p:nvCxnSpPr>
        <p:spPr>
          <a:xfrm>
            <a:off x="5670123" y="3536574"/>
            <a:ext cx="1338691" cy="1358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8918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A634DA-7848-97E1-5393-39A053BB7BEB}"/>
              </a:ext>
            </a:extLst>
          </p:cNvPr>
          <p:cNvSpPr>
            <a:spLocks noGrp="1"/>
          </p:cNvSpPr>
          <p:nvPr>
            <p:ph type="title"/>
          </p:nvPr>
        </p:nvSpPr>
        <p:spPr>
          <a:xfrm>
            <a:off x="609600" y="-8960"/>
            <a:ext cx="5844988" cy="1600200"/>
          </a:xfrm>
        </p:spPr>
        <p:txBody>
          <a:bodyPr/>
          <a:lstStyle/>
          <a:p>
            <a:r>
              <a:rPr lang="es-CR" sz="4800" dirty="0"/>
              <a:t>Técnicas: Descendente</a:t>
            </a:r>
          </a:p>
        </p:txBody>
      </p:sp>
      <p:graphicFrame>
        <p:nvGraphicFramePr>
          <p:cNvPr id="9" name="Marcador de contenido 8">
            <a:extLst>
              <a:ext uri="{FF2B5EF4-FFF2-40B4-BE49-F238E27FC236}">
                <a16:creationId xmlns:a16="http://schemas.microsoft.com/office/drawing/2014/main" id="{3CAF3900-CCE8-F2D3-AC10-98A12C7386DC}"/>
              </a:ext>
            </a:extLst>
          </p:cNvPr>
          <p:cNvGraphicFramePr>
            <a:graphicFrameLocks noGrp="1"/>
          </p:cNvGraphicFramePr>
          <p:nvPr>
            <p:ph type="pic" idx="1"/>
            <p:extLst>
              <p:ext uri="{D42A27DB-BD31-4B8C-83A1-F6EECF244321}">
                <p14:modId xmlns:p14="http://schemas.microsoft.com/office/powerpoint/2010/main" val="2641173330"/>
              </p:ext>
            </p:extLst>
          </p:nvPr>
        </p:nvGraphicFramePr>
        <p:xfrm>
          <a:off x="5183188" y="987425"/>
          <a:ext cx="6578506" cy="518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Marcador de contenido 6">
            <a:extLst>
              <a:ext uri="{FF2B5EF4-FFF2-40B4-BE49-F238E27FC236}">
                <a16:creationId xmlns:a16="http://schemas.microsoft.com/office/drawing/2014/main" id="{930A9C0C-C72B-61DB-ADB7-22EE08566DFD}"/>
              </a:ext>
            </a:extLst>
          </p:cNvPr>
          <p:cNvSpPr>
            <a:spLocks noGrp="1"/>
          </p:cNvSpPr>
          <p:nvPr>
            <p:ph type="body" sz="half" idx="2"/>
          </p:nvPr>
        </p:nvSpPr>
        <p:spPr>
          <a:xfrm>
            <a:off x="609600" y="1627098"/>
            <a:ext cx="4573588" cy="4729252"/>
          </a:xfrm>
        </p:spPr>
        <p:txBody>
          <a:bodyPr>
            <a:normAutofit/>
          </a:bodyPr>
          <a:lstStyle/>
          <a:p>
            <a:pPr marL="342900" indent="-342900">
              <a:buFont typeface="Arial" panose="020B0604020202020204" pitchFamily="34" charset="0"/>
              <a:buChar char="•"/>
            </a:pPr>
            <a:r>
              <a:rPr lang="es-CR" sz="2400" dirty="0"/>
              <a:t>Para explicar este enfoque utilizaremos el siguiente grafo de llamadas (</a:t>
            </a:r>
            <a:r>
              <a:rPr lang="es-CR" sz="2400" b="1" dirty="0"/>
              <a:t>diagrama de estructura</a:t>
            </a:r>
            <a:r>
              <a:rPr lang="es-CR" sz="2400" dirty="0"/>
              <a:t>)</a:t>
            </a:r>
          </a:p>
          <a:p>
            <a:pPr marL="342900" indent="-342900">
              <a:buFont typeface="Arial" panose="020B0604020202020204" pitchFamily="34" charset="0"/>
              <a:buChar char="•"/>
            </a:pPr>
            <a:r>
              <a:rPr lang="es-CR" sz="2400" dirty="0"/>
              <a:t>El módulo principal es usado como controlador y todos sus módulos subordinados son remplazados por </a:t>
            </a:r>
            <a:r>
              <a:rPr lang="es-CR" sz="2400" b="1" dirty="0"/>
              <a:t>módulos simulados (doble de prueba)</a:t>
            </a:r>
          </a:p>
          <a:p>
            <a:pPr marL="342900" indent="-342900">
              <a:buFont typeface="Arial" panose="020B0604020202020204" pitchFamily="34" charset="0"/>
              <a:buChar char="•"/>
            </a:pPr>
            <a:r>
              <a:rPr lang="es-CR" sz="2400" dirty="0"/>
              <a:t>Los módulos simulados se remplazan uno a la vez con los componentes reales (en profundidad) y se van probando</a:t>
            </a:r>
          </a:p>
        </p:txBody>
      </p:sp>
      <p:sp>
        <p:nvSpPr>
          <p:cNvPr id="4" name="Marcador de fecha 3">
            <a:extLst>
              <a:ext uri="{FF2B5EF4-FFF2-40B4-BE49-F238E27FC236}">
                <a16:creationId xmlns:a16="http://schemas.microsoft.com/office/drawing/2014/main" id="{8CFE7F34-3B26-55E1-7020-47A9D28C6079}"/>
              </a:ext>
            </a:extLst>
          </p:cNvPr>
          <p:cNvSpPr>
            <a:spLocks noGrp="1"/>
          </p:cNvSpPr>
          <p:nvPr>
            <p:ph type="dt" sz="half" idx="4294967295"/>
          </p:nvPr>
        </p:nvSpPr>
        <p:spPr>
          <a:xfrm>
            <a:off x="838200" y="6356350"/>
            <a:ext cx="2743200" cy="365125"/>
          </a:xfrm>
        </p:spPr>
        <p:txBody>
          <a:bodyPr/>
          <a:lstStyle/>
          <a:p>
            <a:fld id="{445ACAB9-A218-46AE-8D37-8B32F32BBF79}" type="datetime1">
              <a:rPr lang="es-CR" smtClean="0"/>
              <a:t>25/8/2026</a:t>
            </a:fld>
            <a:endParaRPr lang="es-CR"/>
          </a:p>
        </p:txBody>
      </p:sp>
      <p:sp>
        <p:nvSpPr>
          <p:cNvPr id="5" name="Marcador de pie de página 4">
            <a:extLst>
              <a:ext uri="{FF2B5EF4-FFF2-40B4-BE49-F238E27FC236}">
                <a16:creationId xmlns:a16="http://schemas.microsoft.com/office/drawing/2014/main" id="{C974D610-5ECB-F7B5-3A51-946E7B8B901E}"/>
              </a:ext>
            </a:extLst>
          </p:cNvPr>
          <p:cNvSpPr>
            <a:spLocks noGrp="1"/>
          </p:cNvSpPr>
          <p:nvPr>
            <p:ph type="ftr" sz="quarter" idx="4294967295"/>
          </p:nvPr>
        </p:nvSpPr>
        <p:spPr>
          <a:xfrm>
            <a:off x="4038600" y="6356350"/>
            <a:ext cx="4114800" cy="365125"/>
          </a:xfrm>
        </p:spPr>
        <p:txBody>
          <a:bodyPr/>
          <a:lstStyle/>
          <a:p>
            <a:r>
              <a:rPr lang="es-CR"/>
              <a:t>Ing. Marlen Treviño</a:t>
            </a:r>
          </a:p>
        </p:txBody>
      </p:sp>
      <p:sp>
        <p:nvSpPr>
          <p:cNvPr id="6" name="Marcador de número de diapositiva 5">
            <a:extLst>
              <a:ext uri="{FF2B5EF4-FFF2-40B4-BE49-F238E27FC236}">
                <a16:creationId xmlns:a16="http://schemas.microsoft.com/office/drawing/2014/main" id="{2C98B8FB-A1F7-89A4-FED6-1C408DAA619C}"/>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28</a:t>
            </a:fld>
            <a:endParaRPr lang="es-CR"/>
          </a:p>
        </p:txBody>
      </p:sp>
      <p:sp>
        <p:nvSpPr>
          <p:cNvPr id="8" name="Elipse 7">
            <a:extLst>
              <a:ext uri="{FF2B5EF4-FFF2-40B4-BE49-F238E27FC236}">
                <a16:creationId xmlns:a16="http://schemas.microsoft.com/office/drawing/2014/main" id="{965A525B-5D58-2413-9B66-06B1185DAA7F}"/>
              </a:ext>
            </a:extLst>
          </p:cNvPr>
          <p:cNvSpPr/>
          <p:nvPr/>
        </p:nvSpPr>
        <p:spPr>
          <a:xfrm>
            <a:off x="7327694" y="651568"/>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T1</a:t>
            </a:r>
          </a:p>
        </p:txBody>
      </p:sp>
      <p:cxnSp>
        <p:nvCxnSpPr>
          <p:cNvPr id="13" name="Conector recto 12">
            <a:extLst>
              <a:ext uri="{FF2B5EF4-FFF2-40B4-BE49-F238E27FC236}">
                <a16:creationId xmlns:a16="http://schemas.microsoft.com/office/drawing/2014/main" id="{B079DB20-FFC0-6879-4A89-EB4560F04A89}"/>
              </a:ext>
            </a:extLst>
          </p:cNvPr>
          <p:cNvCxnSpPr>
            <a:cxnSpLocks/>
          </p:cNvCxnSpPr>
          <p:nvPr/>
        </p:nvCxnSpPr>
        <p:spPr>
          <a:xfrm flipH="1">
            <a:off x="7338530" y="1263568"/>
            <a:ext cx="276035" cy="996385"/>
          </a:xfrm>
          <a:prstGeom prst="line">
            <a:avLst/>
          </a:prstGeom>
        </p:spPr>
        <p:style>
          <a:lnRef idx="1">
            <a:schemeClr val="accent1"/>
          </a:lnRef>
          <a:fillRef idx="0">
            <a:schemeClr val="accent1"/>
          </a:fillRef>
          <a:effectRef idx="0">
            <a:schemeClr val="accent1"/>
          </a:effectRef>
          <a:fontRef idx="minor">
            <a:schemeClr val="tx1"/>
          </a:fontRef>
        </p:style>
      </p:cxnSp>
      <p:sp>
        <p:nvSpPr>
          <p:cNvPr id="15" name="Elipse 14">
            <a:extLst>
              <a:ext uri="{FF2B5EF4-FFF2-40B4-BE49-F238E27FC236}">
                <a16:creationId xmlns:a16="http://schemas.microsoft.com/office/drawing/2014/main" id="{59D86084-49FD-760D-D46C-0EF15B231A1A}"/>
              </a:ext>
            </a:extLst>
          </p:cNvPr>
          <p:cNvSpPr/>
          <p:nvPr/>
        </p:nvSpPr>
        <p:spPr>
          <a:xfrm>
            <a:off x="6608894" y="424383"/>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T2</a:t>
            </a:r>
          </a:p>
        </p:txBody>
      </p:sp>
      <p:cxnSp>
        <p:nvCxnSpPr>
          <p:cNvPr id="16" name="Conector recto 15">
            <a:extLst>
              <a:ext uri="{FF2B5EF4-FFF2-40B4-BE49-F238E27FC236}">
                <a16:creationId xmlns:a16="http://schemas.microsoft.com/office/drawing/2014/main" id="{2DCF0C38-ABCF-51BE-D17C-9AEFC6067DAA}"/>
              </a:ext>
            </a:extLst>
          </p:cNvPr>
          <p:cNvCxnSpPr>
            <a:cxnSpLocks/>
          </p:cNvCxnSpPr>
          <p:nvPr/>
        </p:nvCxnSpPr>
        <p:spPr>
          <a:xfrm>
            <a:off x="6895765" y="1036383"/>
            <a:ext cx="451835" cy="1223570"/>
          </a:xfrm>
          <a:prstGeom prst="line">
            <a:avLst/>
          </a:prstGeom>
        </p:spPr>
        <p:style>
          <a:lnRef idx="1">
            <a:schemeClr val="accent1"/>
          </a:lnRef>
          <a:fillRef idx="0">
            <a:schemeClr val="accent1"/>
          </a:fillRef>
          <a:effectRef idx="0">
            <a:schemeClr val="accent1"/>
          </a:effectRef>
          <a:fontRef idx="minor">
            <a:schemeClr val="tx1"/>
          </a:fontRef>
        </p:style>
      </p:cxnSp>
      <p:sp>
        <p:nvSpPr>
          <p:cNvPr id="20" name="Elipse 19">
            <a:extLst>
              <a:ext uri="{FF2B5EF4-FFF2-40B4-BE49-F238E27FC236}">
                <a16:creationId xmlns:a16="http://schemas.microsoft.com/office/drawing/2014/main" id="{12924554-6654-7D35-36E8-F2C0D7B7B147}"/>
              </a:ext>
            </a:extLst>
          </p:cNvPr>
          <p:cNvSpPr/>
          <p:nvPr/>
        </p:nvSpPr>
        <p:spPr>
          <a:xfrm>
            <a:off x="6166129" y="1036383"/>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T3</a:t>
            </a:r>
          </a:p>
        </p:txBody>
      </p:sp>
      <p:cxnSp>
        <p:nvCxnSpPr>
          <p:cNvPr id="21" name="Conector recto 20">
            <a:extLst>
              <a:ext uri="{FF2B5EF4-FFF2-40B4-BE49-F238E27FC236}">
                <a16:creationId xmlns:a16="http://schemas.microsoft.com/office/drawing/2014/main" id="{6FF8EA74-CDC9-3F05-D5A0-102018F6B839}"/>
              </a:ext>
            </a:extLst>
          </p:cNvPr>
          <p:cNvCxnSpPr>
            <a:cxnSpLocks/>
          </p:cNvCxnSpPr>
          <p:nvPr/>
        </p:nvCxnSpPr>
        <p:spPr>
          <a:xfrm>
            <a:off x="6453000" y="1648383"/>
            <a:ext cx="894600" cy="563042"/>
          </a:xfrm>
          <a:prstGeom prst="line">
            <a:avLst/>
          </a:prstGeom>
        </p:spPr>
        <p:style>
          <a:lnRef idx="1">
            <a:schemeClr val="accent1"/>
          </a:lnRef>
          <a:fillRef idx="0">
            <a:schemeClr val="accent1"/>
          </a:fillRef>
          <a:effectRef idx="0">
            <a:schemeClr val="accent1"/>
          </a:effectRef>
          <a:fontRef idx="minor">
            <a:schemeClr val="tx1"/>
          </a:fontRef>
        </p:style>
      </p:cxnSp>
      <p:sp>
        <p:nvSpPr>
          <p:cNvPr id="26" name="Elipse 25">
            <a:extLst>
              <a:ext uri="{FF2B5EF4-FFF2-40B4-BE49-F238E27FC236}">
                <a16:creationId xmlns:a16="http://schemas.microsoft.com/office/drawing/2014/main" id="{A22B5681-C765-86DE-E8B3-C609E36ABABF}"/>
              </a:ext>
            </a:extLst>
          </p:cNvPr>
          <p:cNvSpPr/>
          <p:nvPr/>
        </p:nvSpPr>
        <p:spPr>
          <a:xfrm>
            <a:off x="5058123" y="3230574"/>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T4</a:t>
            </a:r>
          </a:p>
        </p:txBody>
      </p:sp>
      <p:cxnSp>
        <p:nvCxnSpPr>
          <p:cNvPr id="27" name="Conector recto 26">
            <a:extLst>
              <a:ext uri="{FF2B5EF4-FFF2-40B4-BE49-F238E27FC236}">
                <a16:creationId xmlns:a16="http://schemas.microsoft.com/office/drawing/2014/main" id="{D6B15E89-EC00-7640-B80F-F6EF95CB7774}"/>
              </a:ext>
            </a:extLst>
          </p:cNvPr>
          <p:cNvCxnSpPr>
            <a:cxnSpLocks/>
            <a:stCxn id="26" idx="6"/>
          </p:cNvCxnSpPr>
          <p:nvPr/>
        </p:nvCxnSpPr>
        <p:spPr>
          <a:xfrm>
            <a:off x="5670123" y="3536574"/>
            <a:ext cx="1338691" cy="13585"/>
          </a:xfrm>
          <a:prstGeom prst="line">
            <a:avLst/>
          </a:prstGeom>
        </p:spPr>
        <p:style>
          <a:lnRef idx="1">
            <a:schemeClr val="accent1"/>
          </a:lnRef>
          <a:fillRef idx="0">
            <a:schemeClr val="accent1"/>
          </a:fillRef>
          <a:effectRef idx="0">
            <a:schemeClr val="accent1"/>
          </a:effectRef>
          <a:fontRef idx="minor">
            <a:schemeClr val="tx1"/>
          </a:fontRef>
        </p:style>
      </p:cxnSp>
      <p:sp>
        <p:nvSpPr>
          <p:cNvPr id="31" name="Elipse 30">
            <a:extLst>
              <a:ext uri="{FF2B5EF4-FFF2-40B4-BE49-F238E27FC236}">
                <a16:creationId xmlns:a16="http://schemas.microsoft.com/office/drawing/2014/main" id="{5481AF7B-957C-A5C7-57B1-05AA50B130D0}"/>
              </a:ext>
            </a:extLst>
          </p:cNvPr>
          <p:cNvSpPr/>
          <p:nvPr/>
        </p:nvSpPr>
        <p:spPr>
          <a:xfrm>
            <a:off x="4814654" y="4473877"/>
            <a:ext cx="612000" cy="612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T5</a:t>
            </a:r>
          </a:p>
        </p:txBody>
      </p:sp>
      <p:cxnSp>
        <p:nvCxnSpPr>
          <p:cNvPr id="32" name="Conector recto 31">
            <a:extLst>
              <a:ext uri="{FF2B5EF4-FFF2-40B4-BE49-F238E27FC236}">
                <a16:creationId xmlns:a16="http://schemas.microsoft.com/office/drawing/2014/main" id="{D459BD1B-CCF5-8AF7-FCE8-B588DFEE3ED5}"/>
              </a:ext>
            </a:extLst>
          </p:cNvPr>
          <p:cNvCxnSpPr>
            <a:cxnSpLocks/>
            <a:stCxn id="31" idx="6"/>
          </p:cNvCxnSpPr>
          <p:nvPr/>
        </p:nvCxnSpPr>
        <p:spPr>
          <a:xfrm>
            <a:off x="5426654" y="4779877"/>
            <a:ext cx="669346" cy="22012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65268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2846D-ADC2-6DF3-C969-FA0956D3A45F}"/>
              </a:ext>
            </a:extLst>
          </p:cNvPr>
          <p:cNvSpPr>
            <a:spLocks noGrp="1"/>
          </p:cNvSpPr>
          <p:nvPr>
            <p:ph type="title"/>
          </p:nvPr>
        </p:nvSpPr>
        <p:spPr/>
        <p:txBody>
          <a:bodyPr/>
          <a:lstStyle/>
          <a:p>
            <a:r>
              <a:rPr lang="es-CR" dirty="0"/>
              <a:t>Técnicas</a:t>
            </a:r>
          </a:p>
        </p:txBody>
      </p:sp>
      <p:graphicFrame>
        <p:nvGraphicFramePr>
          <p:cNvPr id="7" name="Marcador de contenido 6">
            <a:extLst>
              <a:ext uri="{FF2B5EF4-FFF2-40B4-BE49-F238E27FC236}">
                <a16:creationId xmlns:a16="http://schemas.microsoft.com/office/drawing/2014/main" id="{B0971EAF-C6B4-0163-47BF-CC872E5AF8D6}"/>
              </a:ext>
            </a:extLst>
          </p:cNvPr>
          <p:cNvGraphicFramePr>
            <a:graphicFrameLocks noGrp="1"/>
          </p:cNvGraphicFramePr>
          <p:nvPr>
            <p:ph idx="1"/>
            <p:extLst>
              <p:ext uri="{D42A27DB-BD31-4B8C-83A1-F6EECF244321}">
                <p14:modId xmlns:p14="http://schemas.microsoft.com/office/powerpoint/2010/main" val="2603317782"/>
              </p:ext>
            </p:extLst>
          </p:nvPr>
        </p:nvGraphicFramePr>
        <p:xfrm>
          <a:off x="376517" y="1452283"/>
          <a:ext cx="11492753" cy="486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03346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48F4E-4378-940A-CEEE-E936A8BE3827}"/>
              </a:ext>
            </a:extLst>
          </p:cNvPr>
          <p:cNvSpPr>
            <a:spLocks noGrp="1"/>
          </p:cNvSpPr>
          <p:nvPr>
            <p:ph type="title"/>
          </p:nvPr>
        </p:nvSpPr>
        <p:spPr/>
        <p:txBody>
          <a:bodyPr/>
          <a:lstStyle/>
          <a:p>
            <a:r>
              <a:rPr lang="es-CR" dirty="0"/>
              <a:t>Técnicas: Ascendente</a:t>
            </a:r>
          </a:p>
        </p:txBody>
      </p:sp>
      <p:graphicFrame>
        <p:nvGraphicFramePr>
          <p:cNvPr id="18" name="Marcador de contenido 2">
            <a:extLst>
              <a:ext uri="{FF2B5EF4-FFF2-40B4-BE49-F238E27FC236}">
                <a16:creationId xmlns:a16="http://schemas.microsoft.com/office/drawing/2014/main" id="{80E9F8EE-9393-DA51-5EE6-CA3DE6D61E84}"/>
              </a:ext>
            </a:extLst>
          </p:cNvPr>
          <p:cNvGraphicFramePr>
            <a:graphicFrameLocks noGrp="1"/>
          </p:cNvGraphicFramePr>
          <p:nvPr>
            <p:ph idx="1"/>
            <p:extLst>
              <p:ext uri="{D42A27DB-BD31-4B8C-83A1-F6EECF244321}">
                <p14:modId xmlns:p14="http://schemas.microsoft.com/office/powerpoint/2010/main" val="1943362966"/>
              </p:ext>
            </p:extLst>
          </p:nvPr>
        </p:nvGraphicFramePr>
        <p:xfrm>
          <a:off x="904602" y="1685365"/>
          <a:ext cx="10378440" cy="3932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924125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0F51D967-E8B3-AE64-F27A-B65B3A9B80F5}"/>
              </a:ext>
            </a:extLst>
          </p:cNvPr>
          <p:cNvSpPr>
            <a:spLocks noGrp="1"/>
          </p:cNvSpPr>
          <p:nvPr>
            <p:ph type="title"/>
          </p:nvPr>
        </p:nvSpPr>
        <p:spPr/>
        <p:txBody>
          <a:bodyPr/>
          <a:lstStyle/>
          <a:p>
            <a:r>
              <a:rPr lang="es-CR" dirty="0"/>
              <a:t>Técnicas: Ascendente</a:t>
            </a:r>
          </a:p>
        </p:txBody>
      </p:sp>
      <p:pic>
        <p:nvPicPr>
          <p:cNvPr id="11" name="Marcador de contenido 10">
            <a:extLst>
              <a:ext uri="{FF2B5EF4-FFF2-40B4-BE49-F238E27FC236}">
                <a16:creationId xmlns:a16="http://schemas.microsoft.com/office/drawing/2014/main" id="{405559A2-2446-3C22-5DFA-0306CE4CB094}"/>
              </a:ext>
            </a:extLst>
          </p:cNvPr>
          <p:cNvPicPr>
            <a:picLocks noGrp="1" noChangeAspect="1"/>
          </p:cNvPicPr>
          <p:nvPr>
            <p:ph sz="half" idx="1"/>
          </p:nvPr>
        </p:nvPicPr>
        <p:blipFill>
          <a:blip r:embed="rId2"/>
          <a:stretch>
            <a:fillRect/>
          </a:stretch>
        </p:blipFill>
        <p:spPr>
          <a:xfrm>
            <a:off x="412376" y="1488142"/>
            <a:ext cx="5578006" cy="4545538"/>
          </a:xfrm>
        </p:spPr>
      </p:pic>
      <p:sp>
        <p:nvSpPr>
          <p:cNvPr id="9" name="Marcador de contenido 8">
            <a:extLst>
              <a:ext uri="{FF2B5EF4-FFF2-40B4-BE49-F238E27FC236}">
                <a16:creationId xmlns:a16="http://schemas.microsoft.com/office/drawing/2014/main" id="{17E41221-72CA-10C4-5D6A-09B3171CA8EF}"/>
              </a:ext>
            </a:extLst>
          </p:cNvPr>
          <p:cNvSpPr>
            <a:spLocks noGrp="1"/>
          </p:cNvSpPr>
          <p:nvPr>
            <p:ph sz="half" idx="2"/>
          </p:nvPr>
        </p:nvSpPr>
        <p:spPr>
          <a:xfrm>
            <a:off x="6172200" y="1344706"/>
            <a:ext cx="5607424" cy="4832257"/>
          </a:xfrm>
        </p:spPr>
        <p:txBody>
          <a:bodyPr>
            <a:normAutofit lnSpcReduction="10000"/>
          </a:bodyPr>
          <a:lstStyle/>
          <a:p>
            <a:pPr algn="just"/>
            <a:r>
              <a:rPr lang="es-CR" dirty="0"/>
              <a:t>Los módulos en niveles bajos de la jerarquía son combinados en grupos que realizan una subfunción específica del software</a:t>
            </a:r>
          </a:p>
          <a:p>
            <a:pPr algn="just"/>
            <a:r>
              <a:rPr lang="es-CR" dirty="0"/>
              <a:t>Se escribe un módulo controlador para coordinar las entradas y salidas de los casos de prueba</a:t>
            </a:r>
          </a:p>
          <a:p>
            <a:pPr algn="just"/>
            <a:r>
              <a:rPr lang="es-CR" dirty="0"/>
              <a:t>El grupo es probado</a:t>
            </a:r>
          </a:p>
          <a:p>
            <a:pPr algn="just"/>
            <a:r>
              <a:rPr lang="es-CR" dirty="0"/>
              <a:t>Los controladores son remplazados y los grupos son combinados hacia arriba en la estructura del programa</a:t>
            </a:r>
          </a:p>
        </p:txBody>
      </p:sp>
    </p:spTree>
    <p:extLst>
      <p:ext uri="{BB962C8B-B14F-4D97-AF65-F5344CB8AC3E}">
        <p14:creationId xmlns:p14="http://schemas.microsoft.com/office/powerpoint/2010/main" val="14636728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7">
            <a:extLst>
              <a:ext uri="{FF2B5EF4-FFF2-40B4-BE49-F238E27FC236}">
                <a16:creationId xmlns:a16="http://schemas.microsoft.com/office/drawing/2014/main" id="{E93DC349-7891-80A2-56A7-2F7D5AA9A0BD}"/>
              </a:ext>
            </a:extLst>
          </p:cNvPr>
          <p:cNvSpPr>
            <a:spLocks noGrp="1"/>
          </p:cNvSpPr>
          <p:nvPr>
            <p:ph type="title"/>
          </p:nvPr>
        </p:nvSpPr>
        <p:spPr/>
        <p:txBody>
          <a:bodyPr/>
          <a:lstStyle/>
          <a:p>
            <a:r>
              <a:rPr lang="es-CR" dirty="0"/>
              <a:t>Técnicas: Ascendente</a:t>
            </a:r>
          </a:p>
        </p:txBody>
      </p:sp>
      <p:pic>
        <p:nvPicPr>
          <p:cNvPr id="11" name="Marcador de contenido 10">
            <a:extLst>
              <a:ext uri="{FF2B5EF4-FFF2-40B4-BE49-F238E27FC236}">
                <a16:creationId xmlns:a16="http://schemas.microsoft.com/office/drawing/2014/main" id="{06FDD824-E5C2-724B-A8C4-1DD8DC2E4FE3}"/>
              </a:ext>
            </a:extLst>
          </p:cNvPr>
          <p:cNvPicPr>
            <a:picLocks noGrp="1" noChangeAspect="1"/>
          </p:cNvPicPr>
          <p:nvPr>
            <p:ph idx="1"/>
          </p:nvPr>
        </p:nvPicPr>
        <p:blipFill>
          <a:blip r:embed="rId2"/>
          <a:stretch>
            <a:fillRect/>
          </a:stretch>
        </p:blipFill>
        <p:spPr>
          <a:xfrm>
            <a:off x="1974196" y="2026841"/>
            <a:ext cx="8600806" cy="3657203"/>
          </a:xfrm>
        </p:spPr>
      </p:pic>
      <p:sp>
        <p:nvSpPr>
          <p:cNvPr id="12" name="CuadroTexto 11">
            <a:extLst>
              <a:ext uri="{FF2B5EF4-FFF2-40B4-BE49-F238E27FC236}">
                <a16:creationId xmlns:a16="http://schemas.microsoft.com/office/drawing/2014/main" id="{77E0A174-8950-1AC4-96CA-A2403A7BFEFE}"/>
              </a:ext>
            </a:extLst>
          </p:cNvPr>
          <p:cNvSpPr txBox="1"/>
          <p:nvPr/>
        </p:nvSpPr>
        <p:spPr>
          <a:xfrm>
            <a:off x="929806" y="1565176"/>
            <a:ext cx="1739153" cy="461665"/>
          </a:xfrm>
          <a:prstGeom prst="rect">
            <a:avLst/>
          </a:prstGeom>
          <a:noFill/>
        </p:spPr>
        <p:txBody>
          <a:bodyPr wrap="square" rtlCol="0">
            <a:spAutoFit/>
          </a:bodyPr>
          <a:lstStyle/>
          <a:p>
            <a:r>
              <a:rPr lang="es-CR" sz="2400" dirty="0"/>
              <a:t>Ejemplo</a:t>
            </a:r>
          </a:p>
        </p:txBody>
      </p:sp>
    </p:spTree>
    <p:extLst>
      <p:ext uri="{BB962C8B-B14F-4D97-AF65-F5344CB8AC3E}">
        <p14:creationId xmlns:p14="http://schemas.microsoft.com/office/powerpoint/2010/main" val="445782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2846D-ADC2-6DF3-C969-FA0956D3A45F}"/>
              </a:ext>
            </a:extLst>
          </p:cNvPr>
          <p:cNvSpPr>
            <a:spLocks noGrp="1"/>
          </p:cNvSpPr>
          <p:nvPr>
            <p:ph type="title"/>
          </p:nvPr>
        </p:nvSpPr>
        <p:spPr/>
        <p:txBody>
          <a:bodyPr/>
          <a:lstStyle/>
          <a:p>
            <a:r>
              <a:rPr lang="es-CR" dirty="0"/>
              <a:t>Técnicas</a:t>
            </a:r>
          </a:p>
        </p:txBody>
      </p:sp>
      <p:graphicFrame>
        <p:nvGraphicFramePr>
          <p:cNvPr id="7" name="Marcador de contenido 6">
            <a:extLst>
              <a:ext uri="{FF2B5EF4-FFF2-40B4-BE49-F238E27FC236}">
                <a16:creationId xmlns:a16="http://schemas.microsoft.com/office/drawing/2014/main" id="{B0971EAF-C6B4-0163-47BF-CC872E5AF8D6}"/>
              </a:ext>
            </a:extLst>
          </p:cNvPr>
          <p:cNvGraphicFramePr>
            <a:graphicFrameLocks noGrp="1"/>
          </p:cNvGraphicFramePr>
          <p:nvPr>
            <p:ph idx="1"/>
            <p:extLst>
              <p:ext uri="{D42A27DB-BD31-4B8C-83A1-F6EECF244321}">
                <p14:modId xmlns:p14="http://schemas.microsoft.com/office/powerpoint/2010/main" val="3385202984"/>
              </p:ext>
            </p:extLst>
          </p:nvPr>
        </p:nvGraphicFramePr>
        <p:xfrm>
          <a:off x="376517" y="1452283"/>
          <a:ext cx="11492753" cy="486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42143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7CF4B4B-F09E-C2B0-029C-91B7111A4355}"/>
              </a:ext>
            </a:extLst>
          </p:cNvPr>
          <p:cNvSpPr>
            <a:spLocks noGrp="1"/>
          </p:cNvSpPr>
          <p:nvPr>
            <p:ph type="title"/>
          </p:nvPr>
        </p:nvSpPr>
        <p:spPr>
          <a:xfrm>
            <a:off x="838200" y="365125"/>
            <a:ext cx="5558489" cy="1325563"/>
          </a:xfrm>
        </p:spPr>
        <p:txBody>
          <a:bodyPr>
            <a:normAutofit/>
          </a:bodyPr>
          <a:lstStyle/>
          <a:p>
            <a:r>
              <a:rPr lang="es-CR" dirty="0"/>
              <a:t>Técnicas: Big </a:t>
            </a:r>
            <a:r>
              <a:rPr lang="es-CR" dirty="0" err="1"/>
              <a:t>Bang</a:t>
            </a:r>
            <a:endParaRPr lang="es-CR" dirty="0"/>
          </a:p>
        </p:txBody>
      </p:sp>
      <p:sp>
        <p:nvSpPr>
          <p:cNvPr id="13" name="Freeform: Shape 12">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AE8289D3-898D-4CE1-1808-7EFD09EC9FBE}"/>
              </a:ext>
            </a:extLst>
          </p:cNvPr>
          <p:cNvSpPr>
            <a:spLocks noGrp="1"/>
          </p:cNvSpPr>
          <p:nvPr>
            <p:ph idx="1"/>
          </p:nvPr>
        </p:nvSpPr>
        <p:spPr>
          <a:xfrm>
            <a:off x="838200" y="1825625"/>
            <a:ext cx="5558489" cy="4351338"/>
          </a:xfrm>
        </p:spPr>
        <p:txBody>
          <a:bodyPr>
            <a:normAutofit/>
          </a:bodyPr>
          <a:lstStyle/>
          <a:p>
            <a:r>
              <a:rPr lang="es-CR"/>
              <a:t>Se prueba todo junto, produciendo una explosión</a:t>
            </a:r>
          </a:p>
          <a:p>
            <a:r>
              <a:rPr lang="es-CR"/>
              <a:t>Rápido, pero ¿dónde está el defecto?</a:t>
            </a:r>
          </a:p>
          <a:p>
            <a:r>
              <a:rPr lang="es-CR"/>
              <a:t>¿Por qué esperar hasta que todo el código este escrito para iniciar la integración?</a:t>
            </a:r>
            <a:endParaRPr lang="es-CR" dirty="0"/>
          </a:p>
        </p:txBody>
      </p:sp>
      <p:sp>
        <p:nvSpPr>
          <p:cNvPr id="15" name="Oval 14">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Block Arc 16">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21" name="Straight Connector 20">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3" name="Freeform: Shape 22">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5" name="Arc 24">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0" name="Freeform: Shape 26">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00408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92846D-ADC2-6DF3-C969-FA0956D3A45F}"/>
              </a:ext>
            </a:extLst>
          </p:cNvPr>
          <p:cNvSpPr>
            <a:spLocks noGrp="1"/>
          </p:cNvSpPr>
          <p:nvPr>
            <p:ph type="title"/>
          </p:nvPr>
        </p:nvSpPr>
        <p:spPr/>
        <p:txBody>
          <a:bodyPr/>
          <a:lstStyle/>
          <a:p>
            <a:r>
              <a:rPr lang="es-CR" dirty="0"/>
              <a:t>Técnicas</a:t>
            </a:r>
          </a:p>
        </p:txBody>
      </p:sp>
      <p:graphicFrame>
        <p:nvGraphicFramePr>
          <p:cNvPr id="7" name="Marcador de contenido 6">
            <a:extLst>
              <a:ext uri="{FF2B5EF4-FFF2-40B4-BE49-F238E27FC236}">
                <a16:creationId xmlns:a16="http://schemas.microsoft.com/office/drawing/2014/main" id="{B0971EAF-C6B4-0163-47BF-CC872E5AF8D6}"/>
              </a:ext>
            </a:extLst>
          </p:cNvPr>
          <p:cNvGraphicFramePr>
            <a:graphicFrameLocks noGrp="1"/>
          </p:cNvGraphicFramePr>
          <p:nvPr>
            <p:ph idx="1"/>
            <p:extLst>
              <p:ext uri="{D42A27DB-BD31-4B8C-83A1-F6EECF244321}">
                <p14:modId xmlns:p14="http://schemas.microsoft.com/office/powerpoint/2010/main" val="2397869397"/>
              </p:ext>
            </p:extLst>
          </p:nvPr>
        </p:nvGraphicFramePr>
        <p:xfrm>
          <a:off x="376517" y="1452283"/>
          <a:ext cx="11492753" cy="486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15669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BF12E4-647F-91A4-D8BC-48C7E4D53C14}"/>
              </a:ext>
            </a:extLst>
          </p:cNvPr>
          <p:cNvSpPr>
            <a:spLocks noGrp="1"/>
          </p:cNvSpPr>
          <p:nvPr>
            <p:ph type="title"/>
          </p:nvPr>
        </p:nvSpPr>
        <p:spPr>
          <a:xfrm>
            <a:off x="215514" y="1102407"/>
            <a:ext cx="7978236" cy="1401183"/>
          </a:xfrm>
        </p:spPr>
        <p:txBody>
          <a:bodyPr anchor="t">
            <a:normAutofit/>
          </a:bodyPr>
          <a:lstStyle/>
          <a:p>
            <a:r>
              <a:rPr lang="es-CR" sz="4400" dirty="0"/>
              <a:t>Técnicas: Funcional o Transaccional</a:t>
            </a:r>
          </a:p>
        </p:txBody>
      </p:sp>
      <p:cxnSp>
        <p:nvCxnSpPr>
          <p:cNvPr id="19" name="Straight Connector 18">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4BA38878-1CA6-FF3A-AD79-8CA51F7E549C}"/>
              </a:ext>
            </a:extLst>
          </p:cNvPr>
          <p:cNvSpPr>
            <a:spLocks noGrp="1"/>
          </p:cNvSpPr>
          <p:nvPr>
            <p:ph idx="1"/>
          </p:nvPr>
        </p:nvSpPr>
        <p:spPr>
          <a:xfrm>
            <a:off x="753388" y="2169460"/>
            <a:ext cx="5342611" cy="3984652"/>
          </a:xfrm>
        </p:spPr>
        <p:txBody>
          <a:bodyPr>
            <a:normAutofit lnSpcReduction="10000"/>
          </a:bodyPr>
          <a:lstStyle/>
          <a:p>
            <a:r>
              <a:rPr lang="es-CR" sz="2400" dirty="0"/>
              <a:t>Integra el conjunto de componentes necesarios para </a:t>
            </a:r>
            <a:r>
              <a:rPr lang="es-CR" sz="2400" b="1" dirty="0"/>
              <a:t>implementar una función o transacción individual</a:t>
            </a:r>
          </a:p>
          <a:p>
            <a:r>
              <a:rPr lang="es-CR" sz="2400" dirty="0"/>
              <a:t>Repite el proceso, reemplazando los módulos simulados (doble de prueba) con el conjunto de componentes para implementar la siguiente función o transacción</a:t>
            </a:r>
          </a:p>
          <a:p>
            <a:r>
              <a:rPr lang="es-CR" sz="2400" b="1" dirty="0"/>
              <a:t>Hay un buen aislamiento de defectos</a:t>
            </a:r>
            <a:r>
              <a:rPr lang="es-CR" sz="2400" dirty="0"/>
              <a:t>, pues puede encontrar defectos de integración con respecto al orden de los riesgos</a:t>
            </a:r>
          </a:p>
        </p:txBody>
      </p:sp>
      <p:pic>
        <p:nvPicPr>
          <p:cNvPr id="10" name="Picture 7">
            <a:extLst>
              <a:ext uri="{FF2B5EF4-FFF2-40B4-BE49-F238E27FC236}">
                <a16:creationId xmlns:a16="http://schemas.microsoft.com/office/drawing/2014/main" id="{1CE2C512-D7C6-E523-6018-5ED94E343150}"/>
              </a:ext>
            </a:extLst>
          </p:cNvPr>
          <p:cNvPicPr>
            <a:picLocks noChangeAspect="1"/>
          </p:cNvPicPr>
          <p:nvPr/>
        </p:nvPicPr>
        <p:blipFill rotWithShape="1">
          <a:blip r:embed="rId2">
            <a:extLst>
              <a:ext uri="{28A0092B-C50C-407E-A947-70E740481C1C}">
                <a14:useLocalDpi xmlns:a14="http://schemas.microsoft.com/office/drawing/2010/main" val="0"/>
              </a:ext>
            </a:extLst>
          </a:blip>
          <a:srcRect l="16667" r="16667"/>
          <a:stretch/>
        </p:blipFill>
        <p:spPr>
          <a:xfrm>
            <a:off x="7062823" y="1343670"/>
            <a:ext cx="4810442" cy="4810442"/>
          </a:xfrm>
          <a:custGeom>
            <a:avLst/>
            <a:gdLst/>
            <a:ahLst/>
            <a:cxnLst/>
            <a:rect l="l" t="t" r="r" b="b"/>
            <a:pathLst>
              <a:path w="4810442" h="4810442">
                <a:moveTo>
                  <a:pt x="2405221" y="0"/>
                </a:moveTo>
                <a:cubicBezTo>
                  <a:pt x="3733588" y="0"/>
                  <a:pt x="4810442" y="1076854"/>
                  <a:pt x="4810442" y="2405221"/>
                </a:cubicBezTo>
                <a:cubicBezTo>
                  <a:pt x="4810442" y="3733588"/>
                  <a:pt x="3733588" y="4810442"/>
                  <a:pt x="2405221" y="4810442"/>
                </a:cubicBezTo>
                <a:cubicBezTo>
                  <a:pt x="1076854" y="4810442"/>
                  <a:pt x="0" y="3733588"/>
                  <a:pt x="0" y="2405221"/>
                </a:cubicBezTo>
                <a:cubicBezTo>
                  <a:pt x="0" y="1076854"/>
                  <a:pt x="1076854" y="0"/>
                  <a:pt x="2405221" y="0"/>
                </a:cubicBezTo>
                <a:close/>
              </a:path>
            </a:pathLst>
          </a:custGeom>
        </p:spPr>
      </p:pic>
    </p:spTree>
    <p:extLst>
      <p:ext uri="{BB962C8B-B14F-4D97-AF65-F5344CB8AC3E}">
        <p14:creationId xmlns:p14="http://schemas.microsoft.com/office/powerpoint/2010/main" val="28777426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Niveles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49234325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7760853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E54E5BFE-6861-9D1F-862B-236432D5BF13}"/>
              </a:ext>
            </a:extLst>
          </p:cNvPr>
          <p:cNvSpPr>
            <a:spLocks noGrp="1"/>
          </p:cNvSpPr>
          <p:nvPr>
            <p:ph type="title"/>
          </p:nvPr>
        </p:nvSpPr>
        <p:spPr/>
        <p:txBody>
          <a:bodyPr/>
          <a:lstStyle/>
          <a:p>
            <a:r>
              <a:rPr lang="es-CR" dirty="0"/>
              <a:t>Pruebas de sistema</a:t>
            </a:r>
          </a:p>
        </p:txBody>
      </p:sp>
      <p:sp>
        <p:nvSpPr>
          <p:cNvPr id="8" name="Marcador de contenido 7">
            <a:extLst>
              <a:ext uri="{FF2B5EF4-FFF2-40B4-BE49-F238E27FC236}">
                <a16:creationId xmlns:a16="http://schemas.microsoft.com/office/drawing/2014/main" id="{F81CEB57-BF37-04F4-7D39-52C38109C719}"/>
              </a:ext>
            </a:extLst>
          </p:cNvPr>
          <p:cNvSpPr>
            <a:spLocks noGrp="1"/>
          </p:cNvSpPr>
          <p:nvPr>
            <p:ph sz="half" idx="1"/>
          </p:nvPr>
        </p:nvSpPr>
        <p:spPr/>
        <p:txBody>
          <a:bodyPr/>
          <a:lstStyle/>
          <a:p>
            <a:r>
              <a:rPr lang="es-CR" dirty="0"/>
              <a:t>Toman como punto de partida el producto integrado y probado, para </a:t>
            </a:r>
            <a:r>
              <a:rPr lang="es-CR" b="1" dirty="0"/>
              <a:t>verificar el comportamiento global del sistema</a:t>
            </a:r>
            <a:r>
              <a:rPr lang="es-CR" dirty="0"/>
              <a:t>.</a:t>
            </a:r>
          </a:p>
          <a:p>
            <a:r>
              <a:rPr lang="es-CR" dirty="0"/>
              <a:t>Las pruebas de sistema normalmente </a:t>
            </a:r>
            <a:r>
              <a:rPr lang="es-CR" b="1" dirty="0"/>
              <a:t>son llevadas a cabo por un equipo independiente de técnicos especializados en pruebas</a:t>
            </a:r>
            <a:r>
              <a:rPr lang="es-CR" dirty="0"/>
              <a:t>.</a:t>
            </a:r>
          </a:p>
        </p:txBody>
      </p:sp>
      <p:graphicFrame>
        <p:nvGraphicFramePr>
          <p:cNvPr id="10" name="Marcador de contenido 9">
            <a:extLst>
              <a:ext uri="{FF2B5EF4-FFF2-40B4-BE49-F238E27FC236}">
                <a16:creationId xmlns:a16="http://schemas.microsoft.com/office/drawing/2014/main" id="{8731ADEB-2D17-C999-BE7D-4D72562B24B0}"/>
              </a:ext>
            </a:extLst>
          </p:cNvPr>
          <p:cNvGraphicFramePr>
            <a:graphicFrameLocks noGrp="1"/>
          </p:cNvGraphicFramePr>
          <p:nvPr>
            <p:ph sz="half" idx="2"/>
            <p:extLst>
              <p:ext uri="{D42A27DB-BD31-4B8C-83A1-F6EECF244321}">
                <p14:modId xmlns:p14="http://schemas.microsoft.com/office/powerpoint/2010/main" val="2878914486"/>
              </p:ext>
            </p:extLst>
          </p:nvPr>
        </p:nvGraphicFramePr>
        <p:xfrm>
          <a:off x="5885327" y="297890"/>
          <a:ext cx="6055661" cy="6040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57053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Niveles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357724529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33340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71B4DE-B077-AE83-BEF0-059A3AA0C0E7}"/>
              </a:ext>
            </a:extLst>
          </p:cNvPr>
          <p:cNvSpPr>
            <a:spLocks noGrp="1"/>
          </p:cNvSpPr>
          <p:nvPr>
            <p:ph type="title"/>
          </p:nvPr>
        </p:nvSpPr>
        <p:spPr/>
        <p:txBody>
          <a:bodyPr/>
          <a:lstStyle/>
          <a:p>
            <a:r>
              <a:rPr lang="es-CR"/>
              <a:t>Pruebas de aceptación</a:t>
            </a:r>
            <a:endParaRPr lang="es-CR" dirty="0"/>
          </a:p>
        </p:txBody>
      </p:sp>
      <p:graphicFrame>
        <p:nvGraphicFramePr>
          <p:cNvPr id="9" name="Marcador de contenido 2">
            <a:extLst>
              <a:ext uri="{FF2B5EF4-FFF2-40B4-BE49-F238E27FC236}">
                <a16:creationId xmlns:a16="http://schemas.microsoft.com/office/drawing/2014/main" id="{12047385-6F8F-14BF-FB25-FE59B178436A}"/>
              </a:ext>
            </a:extLst>
          </p:cNvPr>
          <p:cNvGraphicFramePr>
            <a:graphicFrameLocks noGrp="1"/>
          </p:cNvGraphicFramePr>
          <p:nvPr>
            <p:ph idx="1"/>
            <p:extLst>
              <p:ext uri="{D42A27DB-BD31-4B8C-83A1-F6EECF244321}">
                <p14:modId xmlns:p14="http://schemas.microsoft.com/office/powerpoint/2010/main" val="11440195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5190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4" name="Rectangle 2063">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66" name="Arc 2065">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1F3CB092-90F3-173A-C889-D2CB58704897}"/>
              </a:ext>
            </a:extLst>
          </p:cNvPr>
          <p:cNvSpPr>
            <a:spLocks noGrp="1"/>
          </p:cNvSpPr>
          <p:nvPr>
            <p:ph type="title"/>
          </p:nvPr>
        </p:nvSpPr>
        <p:spPr>
          <a:xfrm>
            <a:off x="3581400" y="479493"/>
            <a:ext cx="7772400" cy="1325563"/>
          </a:xfrm>
        </p:spPr>
        <p:txBody>
          <a:bodyPr vert="horz" lIns="91440" tIns="45720" rIns="91440" bIns="45720" rtlCol="0" anchor="ctr">
            <a:normAutofit fontScale="90000"/>
          </a:bodyPr>
          <a:lstStyle/>
          <a:p>
            <a:r>
              <a:rPr lang="en-US" sz="5400" kern="1200" dirty="0" err="1">
                <a:solidFill>
                  <a:schemeClr val="tx1"/>
                </a:solidFill>
                <a:latin typeface="+mj-lt"/>
                <a:ea typeface="+mj-ea"/>
                <a:cs typeface="+mj-cs"/>
              </a:rPr>
              <a:t>Pruebas</a:t>
            </a:r>
            <a:r>
              <a:rPr lang="en-US" sz="5400" kern="1200" dirty="0">
                <a:solidFill>
                  <a:schemeClr val="tx1"/>
                </a:solidFill>
                <a:latin typeface="+mj-lt"/>
                <a:ea typeface="+mj-ea"/>
                <a:cs typeface="+mj-cs"/>
              </a:rPr>
              <a:t> de </a:t>
            </a:r>
            <a:r>
              <a:rPr lang="en-US" sz="5400" kern="1200" dirty="0" err="1">
                <a:solidFill>
                  <a:schemeClr val="tx1"/>
                </a:solidFill>
                <a:latin typeface="+mj-lt"/>
                <a:ea typeface="+mj-ea"/>
                <a:cs typeface="+mj-cs"/>
              </a:rPr>
              <a:t>aceptación</a:t>
            </a:r>
            <a:r>
              <a:rPr lang="en-US" sz="5400" kern="1200" dirty="0">
                <a:solidFill>
                  <a:schemeClr val="tx1"/>
                </a:solidFill>
                <a:latin typeface="+mj-lt"/>
                <a:ea typeface="+mj-ea"/>
                <a:cs typeface="+mj-cs"/>
              </a:rPr>
              <a:t>: </a:t>
            </a:r>
            <a:r>
              <a:rPr lang="en-US" sz="5400" kern="1200" dirty="0" err="1">
                <a:solidFill>
                  <a:schemeClr val="tx1"/>
                </a:solidFill>
                <a:latin typeface="+mj-lt"/>
                <a:ea typeface="+mj-ea"/>
                <a:cs typeface="+mj-cs"/>
              </a:rPr>
              <a:t>Tipos</a:t>
            </a:r>
            <a:endParaRPr lang="en-US" sz="5400" kern="1200" dirty="0">
              <a:solidFill>
                <a:schemeClr val="tx1"/>
              </a:solidFill>
              <a:latin typeface="+mj-lt"/>
              <a:ea typeface="+mj-ea"/>
              <a:cs typeface="+mj-cs"/>
            </a:endParaRPr>
          </a:p>
        </p:txBody>
      </p:sp>
      <p:sp>
        <p:nvSpPr>
          <p:cNvPr id="2068" name="Freeform: Shape 2067">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0" name="Picture 2" descr="Alpha vs beta testing">
            <a:extLst>
              <a:ext uri="{FF2B5EF4-FFF2-40B4-BE49-F238E27FC236}">
                <a16:creationId xmlns:a16="http://schemas.microsoft.com/office/drawing/2014/main" id="{4A6C4F26-9FB4-59D3-E5A6-01274AE62EA4}"/>
              </a:ext>
            </a:extLst>
          </p:cNvPr>
          <p:cNvPicPr>
            <a:picLocks noGrp="1" noChangeAspect="1" noChangeArrowheads="1"/>
          </p:cNvPicPr>
          <p:nvPr>
            <p:ph sz="half" idx="1"/>
          </p:nvPr>
        </p:nvPicPr>
        <p:blipFill rotWithShape="1">
          <a:blip r:embed="rId2">
            <a:extLst>
              <a:ext uri="{28A0092B-C50C-407E-A947-70E740481C1C}">
                <a14:useLocalDpi xmlns:a14="http://schemas.microsoft.com/office/drawing/2010/main" val="0"/>
              </a:ext>
            </a:extLst>
          </a:blip>
          <a:srcRect l="2854" t="7259" r="6488" b="17671"/>
          <a:stretch/>
        </p:blipFill>
        <p:spPr bwMode="auto">
          <a:xfrm>
            <a:off x="403693" y="2289360"/>
            <a:ext cx="4777381" cy="2279279"/>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extLst>
            <a:ext uri="{909E8E84-426E-40DD-AFC4-6F175D3DCCD1}">
              <a14:hiddenFill xmlns:a14="http://schemas.microsoft.com/office/drawing/2010/main">
                <a:solidFill>
                  <a:srgbClr val="FFFFFF"/>
                </a:solidFill>
              </a14:hiddenFill>
            </a:ext>
          </a:extLst>
        </p:spPr>
      </p:pic>
      <p:sp>
        <p:nvSpPr>
          <p:cNvPr id="4" name="Marcador de contenido 3">
            <a:extLst>
              <a:ext uri="{FF2B5EF4-FFF2-40B4-BE49-F238E27FC236}">
                <a16:creationId xmlns:a16="http://schemas.microsoft.com/office/drawing/2014/main" id="{CE178A04-ADC8-3D67-B27C-B5EA28F8AA49}"/>
              </a:ext>
            </a:extLst>
          </p:cNvPr>
          <p:cNvSpPr>
            <a:spLocks noGrp="1"/>
          </p:cNvSpPr>
          <p:nvPr>
            <p:ph sz="half" idx="2"/>
          </p:nvPr>
        </p:nvSpPr>
        <p:spPr/>
        <p:txBody>
          <a:bodyPr/>
          <a:lstStyle/>
          <a:p>
            <a:endParaRPr lang="es-CR" dirty="0"/>
          </a:p>
        </p:txBody>
      </p:sp>
      <p:graphicFrame>
        <p:nvGraphicFramePr>
          <p:cNvPr id="8" name="Marcador de contenido 7">
            <a:extLst>
              <a:ext uri="{FF2B5EF4-FFF2-40B4-BE49-F238E27FC236}">
                <a16:creationId xmlns:a16="http://schemas.microsoft.com/office/drawing/2014/main" id="{A598A461-DA8B-03AC-682D-2E83F8D14DDE}"/>
              </a:ext>
            </a:extLst>
          </p:cNvPr>
          <p:cNvGraphicFramePr>
            <a:graphicFrameLocks/>
          </p:cNvGraphicFramePr>
          <p:nvPr>
            <p:extLst>
              <p:ext uri="{D42A27DB-BD31-4B8C-83A1-F6EECF244321}">
                <p14:modId xmlns:p14="http://schemas.microsoft.com/office/powerpoint/2010/main" val="967186967"/>
              </p:ext>
            </p:extLst>
          </p:nvPr>
        </p:nvGraphicFramePr>
        <p:xfrm>
          <a:off x="5249503" y="1595717"/>
          <a:ext cx="6700731" cy="4796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8892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Niveles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4103303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4845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2ACD571A-0314-ABC6-D7BB-FD8FB351642A}"/>
              </a:ext>
            </a:extLst>
          </p:cNvPr>
          <p:cNvSpPr>
            <a:spLocks noGrp="1"/>
          </p:cNvSpPr>
          <p:nvPr>
            <p:ph type="title"/>
          </p:nvPr>
        </p:nvSpPr>
        <p:spPr>
          <a:xfrm>
            <a:off x="4805084" y="604996"/>
            <a:ext cx="6477000" cy="1325563"/>
          </a:xfrm>
        </p:spPr>
        <p:txBody>
          <a:bodyPr>
            <a:normAutofit/>
          </a:bodyPr>
          <a:lstStyle/>
          <a:p>
            <a:r>
              <a:rPr lang="es-CR" sz="4400" dirty="0"/>
              <a:t>Pruebas de mantenimiento</a:t>
            </a:r>
          </a:p>
        </p:txBody>
      </p:sp>
      <p:sp>
        <p:nvSpPr>
          <p:cNvPr id="17" name="Freeform: Shape 16">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 name="Graphic 9" descr="Engranajes">
            <a:extLst>
              <a:ext uri="{FF2B5EF4-FFF2-40B4-BE49-F238E27FC236}">
                <a16:creationId xmlns:a16="http://schemas.microsoft.com/office/drawing/2014/main" id="{90002A6E-C08A-3814-154A-777069F5C42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03182" y="955437"/>
            <a:ext cx="4777381" cy="477738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Marcador de contenido 2">
            <a:extLst>
              <a:ext uri="{FF2B5EF4-FFF2-40B4-BE49-F238E27FC236}">
                <a16:creationId xmlns:a16="http://schemas.microsoft.com/office/drawing/2014/main" id="{059BE9FE-02EE-7530-F71E-5D8C123005CC}"/>
              </a:ext>
            </a:extLst>
          </p:cNvPr>
          <p:cNvSpPr>
            <a:spLocks noGrp="1"/>
          </p:cNvSpPr>
          <p:nvPr>
            <p:ph idx="1"/>
          </p:nvPr>
        </p:nvSpPr>
        <p:spPr>
          <a:xfrm>
            <a:off x="5894962" y="1984443"/>
            <a:ext cx="5458838" cy="4192520"/>
          </a:xfrm>
        </p:spPr>
        <p:txBody>
          <a:bodyPr>
            <a:normAutofit lnSpcReduction="10000"/>
          </a:bodyPr>
          <a:lstStyle/>
          <a:p>
            <a:r>
              <a:rPr lang="es-CR" dirty="0"/>
              <a:t>Comprueban los defectos introducidos durante el desarrollo de los cambios (En producción)</a:t>
            </a:r>
          </a:p>
          <a:p>
            <a:endParaRPr lang="es-CR" dirty="0"/>
          </a:p>
          <a:p>
            <a:r>
              <a:rPr lang="es-CR" dirty="0"/>
              <a:t>Debería requerir </a:t>
            </a:r>
            <a:r>
              <a:rPr lang="es-CR" b="1" dirty="0"/>
              <a:t>pruebas de regresión</a:t>
            </a:r>
            <a:r>
              <a:rPr lang="es-CR" dirty="0"/>
              <a:t> para asegurarme que los cambios no afecten funcionalidades anteriores.</a:t>
            </a:r>
          </a:p>
          <a:p>
            <a:r>
              <a:rPr lang="es-CR" dirty="0"/>
              <a:t>Acá se vuelve muy relevante la </a:t>
            </a:r>
            <a:r>
              <a:rPr lang="es-CR" b="1" dirty="0"/>
              <a:t>automatización</a:t>
            </a:r>
          </a:p>
        </p:txBody>
      </p:sp>
    </p:spTree>
    <p:extLst>
      <p:ext uri="{BB962C8B-B14F-4D97-AF65-F5344CB8AC3E}">
        <p14:creationId xmlns:p14="http://schemas.microsoft.com/office/powerpoint/2010/main" val="1870673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iterate>
                                    <p:tmPct val="10000"/>
                                  </p:iterate>
                                  <p:childTnLst>
                                    <p:set>
                                      <p:cBhvr>
                                        <p:cTn id="6" dur="1" fill="hold">
                                          <p:stCondLst>
                                            <p:cond delay="0"/>
                                          </p:stCondLst>
                                        </p:cTn>
                                        <p:tgtEl>
                                          <p:spTgt spid="10"/>
                                        </p:tgtEl>
                                        <p:attrNameLst>
                                          <p:attrName>style.visibility</p:attrName>
                                        </p:attrNameLst>
                                      </p:cBhvr>
                                      <p:to>
                                        <p:strVal val="visible"/>
                                      </p:to>
                                    </p:set>
                                    <p:animEffect transition="in" filter="fade">
                                      <p:cBhvr>
                                        <p:cTn id="7" dur="700"/>
                                        <p:tgtEl>
                                          <p:spTgt spid="10"/>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1">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c 13">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91583"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0" name="Oval 15">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29419"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4DADEFFE-0463-66C7-AE49-77AD269C5416}"/>
              </a:ext>
            </a:extLst>
          </p:cNvPr>
          <p:cNvSpPr>
            <a:spLocks noGrp="1"/>
          </p:cNvSpPr>
          <p:nvPr>
            <p:ph type="title"/>
          </p:nvPr>
        </p:nvSpPr>
        <p:spPr>
          <a:xfrm>
            <a:off x="838200" y="647593"/>
            <a:ext cx="4467792" cy="3060541"/>
          </a:xfrm>
        </p:spPr>
        <p:txBody>
          <a:bodyPr vert="horz" lIns="91440" tIns="45720" rIns="91440" bIns="45720" rtlCol="0" anchor="b">
            <a:normAutofit/>
          </a:bodyPr>
          <a:lstStyle/>
          <a:p>
            <a:pPr algn="ctr"/>
            <a:r>
              <a:rPr lang="en-US" sz="6000" kern="1200">
                <a:solidFill>
                  <a:srgbClr val="FFFFFF"/>
                </a:solidFill>
                <a:latin typeface="+mj-lt"/>
                <a:ea typeface="+mj-ea"/>
                <a:cs typeface="+mj-cs"/>
              </a:rPr>
              <a:t>Actividad</a:t>
            </a:r>
          </a:p>
        </p:txBody>
      </p:sp>
      <p:sp>
        <p:nvSpPr>
          <p:cNvPr id="3" name="TextBox 2">
            <a:extLst>
              <a:ext uri="{FF2B5EF4-FFF2-40B4-BE49-F238E27FC236}">
                <a16:creationId xmlns:a16="http://schemas.microsoft.com/office/drawing/2014/main" id="{3447C1CD-0257-42DB-B29A-762049293B23}"/>
              </a:ext>
            </a:extLst>
          </p:cNvPr>
          <p:cNvSpPr txBox="1"/>
          <p:nvPr/>
        </p:nvSpPr>
        <p:spPr>
          <a:xfrm>
            <a:off x="8145575" y="3244334"/>
            <a:ext cx="292068" cy="369332"/>
          </a:xfrm>
          <a:prstGeom prst="rect">
            <a:avLst/>
          </a:prstGeom>
          <a:noFill/>
        </p:spPr>
        <p:txBody>
          <a:bodyPr wrap="none" rtlCol="0">
            <a:spAutoFit/>
          </a:bodyPr>
          <a:lstStyle/>
          <a:p>
            <a:r>
              <a:rPr lang="es-CR" dirty="0"/>
              <a:t>?</a:t>
            </a:r>
          </a:p>
        </p:txBody>
      </p:sp>
    </p:spTree>
    <p:extLst>
      <p:ext uri="{BB962C8B-B14F-4D97-AF65-F5344CB8AC3E}">
        <p14:creationId xmlns:p14="http://schemas.microsoft.com/office/powerpoint/2010/main" val="13974653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AFC454B-A080-4D23-B177-6D5356C6E6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427"/>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58029" y="333478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1" name="Arc 20">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474479" y="1096414"/>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7" name="Título 6">
            <a:extLst>
              <a:ext uri="{FF2B5EF4-FFF2-40B4-BE49-F238E27FC236}">
                <a16:creationId xmlns:a16="http://schemas.microsoft.com/office/drawing/2014/main" id="{C1C9D848-3F67-D0E8-8CEF-4BAE64067CA9}"/>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kern="1200">
                <a:solidFill>
                  <a:schemeClr val="tx1"/>
                </a:solidFill>
                <a:latin typeface="+mj-lt"/>
                <a:ea typeface="+mj-ea"/>
                <a:cs typeface="+mj-cs"/>
              </a:rPr>
              <a:t>Tipos de pruebas</a:t>
            </a:r>
          </a:p>
        </p:txBody>
      </p:sp>
      <p:sp>
        <p:nvSpPr>
          <p:cNvPr id="8" name="Marcador de texto 7">
            <a:extLst>
              <a:ext uri="{FF2B5EF4-FFF2-40B4-BE49-F238E27FC236}">
                <a16:creationId xmlns:a16="http://schemas.microsoft.com/office/drawing/2014/main" id="{72BA7C6F-B737-C1D3-1AFD-8FF1ED1281E1}"/>
              </a:ext>
            </a:extLst>
          </p:cNvPr>
          <p:cNvSpPr>
            <a:spLocks noGrp="1"/>
          </p:cNvSpPr>
          <p:nvPr>
            <p:ph type="body" idx="1"/>
          </p:nvPr>
        </p:nvSpPr>
        <p:spPr>
          <a:xfrm>
            <a:off x="4038600" y="4782320"/>
            <a:ext cx="7644627" cy="1329443"/>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Tree>
    <p:extLst>
      <p:ext uri="{BB962C8B-B14F-4D97-AF65-F5344CB8AC3E}">
        <p14:creationId xmlns:p14="http://schemas.microsoft.com/office/powerpoint/2010/main" val="30368832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Tipos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682114850"/>
              </p:ext>
            </p:extLst>
          </p:nvPr>
        </p:nvGraphicFramePr>
        <p:xfrm>
          <a:off x="1201821" y="1506071"/>
          <a:ext cx="9829247" cy="5022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733512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Tipos de pruebas</a:t>
            </a:r>
          </a:p>
        </p:txBody>
      </p:sp>
      <p:graphicFrame>
        <p:nvGraphicFramePr>
          <p:cNvPr id="4" name="Marcador de contenido 3"/>
          <p:cNvGraphicFramePr>
            <a:graphicFrameLocks noGrp="1"/>
          </p:cNvGraphicFramePr>
          <p:nvPr>
            <p:ph idx="1"/>
          </p:nvPr>
        </p:nvGraphicFramePr>
        <p:xfrm>
          <a:off x="1201821" y="1506071"/>
          <a:ext cx="9829247" cy="5022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Elipse 2">
            <a:extLst>
              <a:ext uri="{FF2B5EF4-FFF2-40B4-BE49-F238E27FC236}">
                <a16:creationId xmlns:a16="http://schemas.microsoft.com/office/drawing/2014/main" id="{50BFEE04-3FFD-CBF9-3691-931428954AEA}"/>
              </a:ext>
            </a:extLst>
          </p:cNvPr>
          <p:cNvSpPr/>
          <p:nvPr/>
        </p:nvSpPr>
        <p:spPr>
          <a:xfrm>
            <a:off x="1398493" y="2145226"/>
            <a:ext cx="4123765" cy="3928969"/>
          </a:xfrm>
          <a:prstGeom prst="ellipse">
            <a:avLst/>
          </a:prstGeom>
          <a:solidFill>
            <a:srgbClr val="00B050">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6" name="CuadroTexto 5">
            <a:extLst>
              <a:ext uri="{FF2B5EF4-FFF2-40B4-BE49-F238E27FC236}">
                <a16:creationId xmlns:a16="http://schemas.microsoft.com/office/drawing/2014/main" id="{2E35DD28-5F6E-FE47-5B51-55B46D56D933}"/>
              </a:ext>
            </a:extLst>
          </p:cNvPr>
          <p:cNvSpPr txBox="1"/>
          <p:nvPr/>
        </p:nvSpPr>
        <p:spPr>
          <a:xfrm rot="19617161">
            <a:off x="609600" y="2069509"/>
            <a:ext cx="2599765" cy="707886"/>
          </a:xfrm>
          <a:prstGeom prst="rect">
            <a:avLst/>
          </a:prstGeom>
          <a:noFill/>
        </p:spPr>
        <p:txBody>
          <a:bodyPr wrap="square" rtlCol="0">
            <a:spAutoFit/>
          </a:bodyPr>
          <a:lstStyle/>
          <a:p>
            <a:pPr algn="ctr"/>
            <a:r>
              <a:rPr lang="es-CR" sz="2000" b="1" dirty="0"/>
              <a:t>Tempranas</a:t>
            </a:r>
          </a:p>
          <a:p>
            <a:pPr algn="ctr"/>
            <a:r>
              <a:rPr lang="es-CR" sz="2000" b="1" dirty="0"/>
              <a:t>Más económicas</a:t>
            </a:r>
          </a:p>
        </p:txBody>
      </p:sp>
    </p:spTree>
    <p:extLst>
      <p:ext uri="{BB962C8B-B14F-4D97-AF65-F5344CB8AC3E}">
        <p14:creationId xmlns:p14="http://schemas.microsoft.com/office/powerpoint/2010/main" val="14200462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Tipos de pruebas</a:t>
            </a:r>
          </a:p>
        </p:txBody>
      </p:sp>
      <p:graphicFrame>
        <p:nvGraphicFramePr>
          <p:cNvPr id="4" name="Marcador de contenido 3"/>
          <p:cNvGraphicFramePr>
            <a:graphicFrameLocks noGrp="1"/>
          </p:cNvGraphicFramePr>
          <p:nvPr>
            <p:ph idx="1"/>
          </p:nvPr>
        </p:nvGraphicFramePr>
        <p:xfrm>
          <a:off x="1201821" y="1506071"/>
          <a:ext cx="9829247" cy="50226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Elipse 2">
            <a:extLst>
              <a:ext uri="{FF2B5EF4-FFF2-40B4-BE49-F238E27FC236}">
                <a16:creationId xmlns:a16="http://schemas.microsoft.com/office/drawing/2014/main" id="{50BFEE04-3FFD-CBF9-3691-931428954AEA}"/>
              </a:ext>
            </a:extLst>
          </p:cNvPr>
          <p:cNvSpPr/>
          <p:nvPr/>
        </p:nvSpPr>
        <p:spPr>
          <a:xfrm>
            <a:off x="1398493" y="2145226"/>
            <a:ext cx="4123765" cy="3928969"/>
          </a:xfrm>
          <a:prstGeom prst="ellipse">
            <a:avLst/>
          </a:prstGeom>
          <a:solidFill>
            <a:srgbClr val="00B050">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5" name="Elipse 4">
            <a:extLst>
              <a:ext uri="{FF2B5EF4-FFF2-40B4-BE49-F238E27FC236}">
                <a16:creationId xmlns:a16="http://schemas.microsoft.com/office/drawing/2014/main" id="{5A68ED26-ABFA-1F5F-5FA6-EEAAB24D00E3}"/>
              </a:ext>
            </a:extLst>
          </p:cNvPr>
          <p:cNvSpPr/>
          <p:nvPr/>
        </p:nvSpPr>
        <p:spPr>
          <a:xfrm>
            <a:off x="5307107" y="1898584"/>
            <a:ext cx="5040000" cy="5040000"/>
          </a:xfrm>
          <a:prstGeom prst="ellipse">
            <a:avLst/>
          </a:prstGeom>
          <a:solidFill>
            <a:srgbClr val="FFFF00">
              <a:alpha val="30196"/>
            </a:srgb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6" name="CuadroTexto 5">
            <a:extLst>
              <a:ext uri="{FF2B5EF4-FFF2-40B4-BE49-F238E27FC236}">
                <a16:creationId xmlns:a16="http://schemas.microsoft.com/office/drawing/2014/main" id="{5CD0AD95-BE35-3670-14D9-49A4D10E02F5}"/>
              </a:ext>
            </a:extLst>
          </p:cNvPr>
          <p:cNvSpPr txBox="1"/>
          <p:nvPr/>
        </p:nvSpPr>
        <p:spPr>
          <a:xfrm rot="19617161">
            <a:off x="609600" y="2069509"/>
            <a:ext cx="2599765" cy="707886"/>
          </a:xfrm>
          <a:prstGeom prst="rect">
            <a:avLst/>
          </a:prstGeom>
          <a:noFill/>
        </p:spPr>
        <p:txBody>
          <a:bodyPr wrap="square" rtlCol="0">
            <a:spAutoFit/>
          </a:bodyPr>
          <a:lstStyle/>
          <a:p>
            <a:pPr algn="ctr"/>
            <a:r>
              <a:rPr lang="es-CR" sz="2000" b="1" dirty="0"/>
              <a:t>Tempranas</a:t>
            </a:r>
          </a:p>
          <a:p>
            <a:pPr algn="ctr"/>
            <a:r>
              <a:rPr lang="es-CR" sz="2000" b="1" dirty="0"/>
              <a:t>Más económicas</a:t>
            </a:r>
          </a:p>
        </p:txBody>
      </p:sp>
      <p:sp>
        <p:nvSpPr>
          <p:cNvPr id="7" name="CuadroTexto 6">
            <a:extLst>
              <a:ext uri="{FF2B5EF4-FFF2-40B4-BE49-F238E27FC236}">
                <a16:creationId xmlns:a16="http://schemas.microsoft.com/office/drawing/2014/main" id="{83A6E968-ED60-77B3-75E7-22FA4FD92C92}"/>
              </a:ext>
            </a:extLst>
          </p:cNvPr>
          <p:cNvSpPr txBox="1"/>
          <p:nvPr/>
        </p:nvSpPr>
        <p:spPr>
          <a:xfrm rot="1860666">
            <a:off x="7912150" y="1872624"/>
            <a:ext cx="2599765" cy="400110"/>
          </a:xfrm>
          <a:prstGeom prst="rect">
            <a:avLst/>
          </a:prstGeom>
          <a:noFill/>
        </p:spPr>
        <p:txBody>
          <a:bodyPr wrap="square" rtlCol="0">
            <a:spAutoFit/>
          </a:bodyPr>
          <a:lstStyle/>
          <a:p>
            <a:pPr algn="ctr"/>
            <a:r>
              <a:rPr lang="es-CR" sz="2000" b="1" dirty="0"/>
              <a:t>Más costosas</a:t>
            </a:r>
          </a:p>
        </p:txBody>
      </p:sp>
      <p:sp>
        <p:nvSpPr>
          <p:cNvPr id="8" name="Bocadillo nube: nube 7">
            <a:extLst>
              <a:ext uri="{FF2B5EF4-FFF2-40B4-BE49-F238E27FC236}">
                <a16:creationId xmlns:a16="http://schemas.microsoft.com/office/drawing/2014/main" id="{AE83EDFD-FF64-D0A8-4107-5F9294076077}"/>
              </a:ext>
            </a:extLst>
          </p:cNvPr>
          <p:cNvSpPr/>
          <p:nvPr/>
        </p:nvSpPr>
        <p:spPr>
          <a:xfrm rot="280785">
            <a:off x="7914001" y="166005"/>
            <a:ext cx="4164521" cy="2300288"/>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R" dirty="0"/>
              <a:t>Las pruebas relacionadas con el cambio, las de regresión y confirmación, pueden ser de caja blanca, caja negra y basadas en la experiencia</a:t>
            </a:r>
          </a:p>
        </p:txBody>
      </p:sp>
    </p:spTree>
    <p:extLst>
      <p:ext uri="{BB962C8B-B14F-4D97-AF65-F5344CB8AC3E}">
        <p14:creationId xmlns:p14="http://schemas.microsoft.com/office/powerpoint/2010/main" val="14886176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Tipos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051598822"/>
              </p:ext>
            </p:extLst>
          </p:nvPr>
        </p:nvGraphicFramePr>
        <p:xfrm>
          <a:off x="1201821" y="1506071"/>
          <a:ext cx="9829247" cy="5022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3827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225A213-0A06-D8F6-4BD5-036C7925BB28}"/>
              </a:ext>
            </a:extLst>
          </p:cNvPr>
          <p:cNvSpPr>
            <a:spLocks noGrp="1"/>
          </p:cNvSpPr>
          <p:nvPr>
            <p:ph type="title"/>
          </p:nvPr>
        </p:nvSpPr>
        <p:spPr>
          <a:xfrm>
            <a:off x="841248" y="256032"/>
            <a:ext cx="10506456" cy="1014984"/>
          </a:xfrm>
        </p:spPr>
        <p:txBody>
          <a:bodyPr anchor="b">
            <a:normAutofit/>
          </a:bodyPr>
          <a:lstStyle/>
          <a:p>
            <a:r>
              <a:rPr lang="es-CR"/>
              <a:t>Pruebas estáticas</a:t>
            </a:r>
            <a:endParaRPr lang="es-CR" dirty="0"/>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8" name="Marcador de contenido 2">
            <a:extLst>
              <a:ext uri="{FF2B5EF4-FFF2-40B4-BE49-F238E27FC236}">
                <a16:creationId xmlns:a16="http://schemas.microsoft.com/office/drawing/2014/main" id="{36651F3A-097B-9C43-A397-9B7CAF9AFFB8}"/>
              </a:ext>
            </a:extLst>
          </p:cNvPr>
          <p:cNvGraphicFramePr>
            <a:graphicFrameLocks noGrp="1"/>
          </p:cNvGraphicFramePr>
          <p:nvPr>
            <p:ph idx="1"/>
            <p:extLst>
              <p:ext uri="{D42A27DB-BD31-4B8C-83A1-F6EECF244321}">
                <p14:modId xmlns:p14="http://schemas.microsoft.com/office/powerpoint/2010/main" val="181442922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1345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FEBA28F-2F9F-8321-65C8-E4EFA63A2ACC}"/>
              </a:ext>
            </a:extLst>
          </p:cNvPr>
          <p:cNvSpPr>
            <a:spLocks noGrp="1"/>
          </p:cNvSpPr>
          <p:nvPr>
            <p:ph type="title"/>
          </p:nvPr>
        </p:nvSpPr>
        <p:spPr>
          <a:xfrm>
            <a:off x="686834" y="1153572"/>
            <a:ext cx="3200400" cy="4461163"/>
          </a:xfrm>
        </p:spPr>
        <p:txBody>
          <a:bodyPr>
            <a:normAutofit/>
          </a:bodyPr>
          <a:lstStyle/>
          <a:p>
            <a:r>
              <a:rPr lang="es-CR">
                <a:solidFill>
                  <a:srgbClr val="FFFFFF"/>
                </a:solidFill>
              </a:rPr>
              <a:t>Pruebas estáticas: Ventajas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4DBD6856-4DF7-264E-E1F5-E40DD1483A39}"/>
              </a:ext>
            </a:extLst>
          </p:cNvPr>
          <p:cNvSpPr>
            <a:spLocks noGrp="1"/>
          </p:cNvSpPr>
          <p:nvPr>
            <p:ph idx="1"/>
          </p:nvPr>
        </p:nvSpPr>
        <p:spPr>
          <a:xfrm>
            <a:off x="4447308" y="591344"/>
            <a:ext cx="6906491" cy="5585619"/>
          </a:xfrm>
        </p:spPr>
        <p:txBody>
          <a:bodyPr anchor="ctr">
            <a:normAutofit/>
          </a:bodyPr>
          <a:lstStyle/>
          <a:p>
            <a:r>
              <a:rPr lang="es-CR" dirty="0"/>
              <a:t>El esfuerzo de realizar </a:t>
            </a:r>
            <a:r>
              <a:rPr lang="es-CR" dirty="0" err="1"/>
              <a:t>re-trabajo</a:t>
            </a:r>
            <a:r>
              <a:rPr lang="es-CR" dirty="0"/>
              <a:t> se reduce sustancialmente, mientras que la productividad de desarrollo probablemente aumente.</a:t>
            </a:r>
          </a:p>
          <a:p>
            <a:r>
              <a:rPr lang="es-CR" dirty="0"/>
              <a:t>La evaluación realizada por un equipo tiene la ventaja adicional de que hay un intercambio de información entre participantes.</a:t>
            </a:r>
          </a:p>
          <a:p>
            <a:r>
              <a:rPr lang="es-CR" dirty="0"/>
              <a:t>Las pruebas estáticas contribuyen a un aumento en la conciencia sobre temas de calidad.</a:t>
            </a:r>
          </a:p>
          <a:p>
            <a:endParaRPr lang="es-CR" dirty="0"/>
          </a:p>
        </p:txBody>
      </p:sp>
    </p:spTree>
    <p:extLst>
      <p:ext uri="{BB962C8B-B14F-4D97-AF65-F5344CB8AC3E}">
        <p14:creationId xmlns:p14="http://schemas.microsoft.com/office/powerpoint/2010/main" val="18037749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Script de ordenador en una pantalla">
            <a:extLst>
              <a:ext uri="{FF2B5EF4-FFF2-40B4-BE49-F238E27FC236}">
                <a16:creationId xmlns:a16="http://schemas.microsoft.com/office/drawing/2014/main" id="{DCE540EF-BBC9-469A-461C-F55C6323EEA1}"/>
              </a:ext>
            </a:extLst>
          </p:cNvPr>
          <p:cNvPicPr>
            <a:picLocks noChangeAspect="1"/>
          </p:cNvPicPr>
          <p:nvPr/>
        </p:nvPicPr>
        <p:blipFill rotWithShape="1">
          <a:blip r:embed="rId3"/>
          <a:srcRect r="5882" b="-1"/>
          <a:stretch/>
        </p:blipFill>
        <p:spPr>
          <a:xfrm>
            <a:off x="2522356" y="10"/>
            <a:ext cx="9669642" cy="6857990"/>
          </a:xfrm>
          <a:prstGeom prst="rect">
            <a:avLst/>
          </a:prstGeom>
        </p:spPr>
      </p:pic>
      <p:sp>
        <p:nvSpPr>
          <p:cNvPr id="14" name="Rectangle 13">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BB168905-E2E6-2DCF-C8C8-AA74C59B2BA5}"/>
              </a:ext>
            </a:extLst>
          </p:cNvPr>
          <p:cNvSpPr>
            <a:spLocks noGrp="1"/>
          </p:cNvSpPr>
          <p:nvPr>
            <p:ph type="title"/>
          </p:nvPr>
        </p:nvSpPr>
        <p:spPr>
          <a:xfrm>
            <a:off x="340660" y="365125"/>
            <a:ext cx="4319729" cy="1899912"/>
          </a:xfrm>
        </p:spPr>
        <p:txBody>
          <a:bodyPr>
            <a:normAutofit/>
          </a:bodyPr>
          <a:lstStyle/>
          <a:p>
            <a:r>
              <a:rPr lang="es-CR" sz="4000" dirty="0"/>
              <a:t>Pruebas estáticas: Defectos típicos</a:t>
            </a:r>
          </a:p>
        </p:txBody>
      </p:sp>
      <p:sp>
        <p:nvSpPr>
          <p:cNvPr id="3" name="Marcador de contenido 2">
            <a:extLst>
              <a:ext uri="{FF2B5EF4-FFF2-40B4-BE49-F238E27FC236}">
                <a16:creationId xmlns:a16="http://schemas.microsoft.com/office/drawing/2014/main" id="{14176868-5460-725D-0FE3-828C1F34E4E3}"/>
              </a:ext>
            </a:extLst>
          </p:cNvPr>
          <p:cNvSpPr>
            <a:spLocks noGrp="1"/>
          </p:cNvSpPr>
          <p:nvPr>
            <p:ph idx="1"/>
          </p:nvPr>
        </p:nvSpPr>
        <p:spPr>
          <a:xfrm>
            <a:off x="340660" y="2115672"/>
            <a:ext cx="4319730" cy="4240678"/>
          </a:xfrm>
        </p:spPr>
        <p:txBody>
          <a:bodyPr>
            <a:normAutofit fontScale="92500"/>
          </a:bodyPr>
          <a:lstStyle/>
          <a:p>
            <a:r>
              <a:rPr lang="es-CR" dirty="0"/>
              <a:t>Referencia de una variable con un valor no definido</a:t>
            </a:r>
          </a:p>
          <a:p>
            <a:r>
              <a:rPr lang="es-CR" dirty="0"/>
              <a:t>Variables que nunca son utilizadas</a:t>
            </a:r>
          </a:p>
          <a:p>
            <a:r>
              <a:rPr lang="es-CR" dirty="0"/>
              <a:t>Violaciones de los estándares de programación</a:t>
            </a:r>
          </a:p>
          <a:p>
            <a:r>
              <a:rPr lang="es-CR" dirty="0"/>
              <a:t>Vulnerabilidades de seguridad</a:t>
            </a:r>
          </a:p>
          <a:p>
            <a:r>
              <a:rPr lang="es-CR" dirty="0"/>
              <a:t>Violaciones de la sintaxis de código</a:t>
            </a:r>
          </a:p>
        </p:txBody>
      </p:sp>
    </p:spTree>
    <p:extLst>
      <p:ext uri="{BB962C8B-B14F-4D97-AF65-F5344CB8AC3E}">
        <p14:creationId xmlns:p14="http://schemas.microsoft.com/office/powerpoint/2010/main" val="40837628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496235-8F9F-FDDE-936A-A3EF0F6BAAE2}"/>
              </a:ext>
            </a:extLst>
          </p:cNvPr>
          <p:cNvSpPr>
            <a:spLocks noGrp="1"/>
          </p:cNvSpPr>
          <p:nvPr>
            <p:ph type="title"/>
          </p:nvPr>
        </p:nvSpPr>
        <p:spPr>
          <a:xfrm>
            <a:off x="60699" y="256147"/>
            <a:ext cx="3932237" cy="1600200"/>
          </a:xfrm>
        </p:spPr>
        <p:txBody>
          <a:bodyPr>
            <a:normAutofit/>
          </a:bodyPr>
          <a:lstStyle/>
          <a:p>
            <a:r>
              <a:rPr lang="es-CR" sz="4800" b="1" dirty="0"/>
              <a:t>Pruebas estáticas: Tipos</a:t>
            </a:r>
          </a:p>
        </p:txBody>
      </p:sp>
      <p:graphicFrame>
        <p:nvGraphicFramePr>
          <p:cNvPr id="11" name="Marcador de contenido 10">
            <a:extLst>
              <a:ext uri="{FF2B5EF4-FFF2-40B4-BE49-F238E27FC236}">
                <a16:creationId xmlns:a16="http://schemas.microsoft.com/office/drawing/2014/main" id="{AABAFF6E-6B0A-36AC-2942-33E9020399BF}"/>
              </a:ext>
            </a:extLst>
          </p:cNvPr>
          <p:cNvGraphicFramePr>
            <a:graphicFrameLocks noGrp="1"/>
          </p:cNvGraphicFramePr>
          <p:nvPr>
            <p:ph idx="1"/>
            <p:extLst>
              <p:ext uri="{D42A27DB-BD31-4B8C-83A1-F6EECF244321}">
                <p14:modId xmlns:p14="http://schemas.microsoft.com/office/powerpoint/2010/main" val="1173058675"/>
              </p:ext>
            </p:extLst>
          </p:nvPr>
        </p:nvGraphicFramePr>
        <p:xfrm>
          <a:off x="4108633" y="129985"/>
          <a:ext cx="7904071" cy="63380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Marcador de texto 9">
            <a:extLst>
              <a:ext uri="{FF2B5EF4-FFF2-40B4-BE49-F238E27FC236}">
                <a16:creationId xmlns:a16="http://schemas.microsoft.com/office/drawing/2014/main" id="{49F5D4C1-A125-CEEA-8ACD-4E5D24317E5A}"/>
              </a:ext>
            </a:extLst>
          </p:cNvPr>
          <p:cNvSpPr>
            <a:spLocks noGrp="1"/>
          </p:cNvSpPr>
          <p:nvPr>
            <p:ph type="body" sz="half" idx="2"/>
          </p:nvPr>
        </p:nvSpPr>
        <p:spPr>
          <a:xfrm>
            <a:off x="266056" y="2124635"/>
            <a:ext cx="3611183" cy="3811588"/>
          </a:xfrm>
        </p:spPr>
        <p:txBody>
          <a:bodyPr>
            <a:normAutofit lnSpcReduction="10000"/>
          </a:bodyPr>
          <a:lstStyle/>
          <a:p>
            <a:pPr algn="just"/>
            <a:r>
              <a:rPr lang="es-CR" sz="2800" dirty="0"/>
              <a:t>Revisiones</a:t>
            </a:r>
          </a:p>
          <a:p>
            <a:pPr lvl="1" algn="just"/>
            <a:r>
              <a:rPr lang="es-CR" sz="2400" dirty="0"/>
              <a:t>Consiste en realizar un análisis de un documento (tales como: especificaciones de requisitos, diseño de sistemas, código, planes de pruebas y casos de prueba) con el objetivo de encontrar y eliminar errores.</a:t>
            </a:r>
          </a:p>
          <a:p>
            <a:pPr algn="just"/>
            <a:endParaRPr lang="es-CR" sz="1400" dirty="0"/>
          </a:p>
        </p:txBody>
      </p:sp>
    </p:spTree>
    <p:extLst>
      <p:ext uri="{BB962C8B-B14F-4D97-AF65-F5344CB8AC3E}">
        <p14:creationId xmlns:p14="http://schemas.microsoft.com/office/powerpoint/2010/main" val="1985637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ítulo 1">
            <a:extLst>
              <a:ext uri="{FF2B5EF4-FFF2-40B4-BE49-F238E27FC236}">
                <a16:creationId xmlns:a16="http://schemas.microsoft.com/office/drawing/2014/main" id="{20CAA904-6C23-7FCC-D620-6899CB2F9A3E}"/>
              </a:ext>
            </a:extLst>
          </p:cNvPr>
          <p:cNvSpPr>
            <a:spLocks noGrp="1"/>
          </p:cNvSpPr>
          <p:nvPr>
            <p:ph type="title"/>
          </p:nvPr>
        </p:nvSpPr>
        <p:spPr>
          <a:xfrm>
            <a:off x="1188069" y="381935"/>
            <a:ext cx="4008583" cy="5974414"/>
          </a:xfrm>
        </p:spPr>
        <p:txBody>
          <a:bodyPr anchor="ctr">
            <a:normAutofit/>
          </a:bodyPr>
          <a:lstStyle/>
          <a:p>
            <a:r>
              <a:rPr lang="es-CR" sz="8000">
                <a:solidFill>
                  <a:srgbClr val="FFFFFF"/>
                </a:solidFill>
              </a:rPr>
              <a:t>Pruebas estáticas: Tipos</a:t>
            </a:r>
          </a:p>
        </p:txBody>
      </p:sp>
      <p:grpSp>
        <p:nvGrpSpPr>
          <p:cNvPr id="17" name="Group 16">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8"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20"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8" name="Marcador de contenido 7">
            <a:extLst>
              <a:ext uri="{FF2B5EF4-FFF2-40B4-BE49-F238E27FC236}">
                <a16:creationId xmlns:a16="http://schemas.microsoft.com/office/drawing/2014/main" id="{7C1E3001-8CDB-46F3-8C29-00795922E23C}"/>
              </a:ext>
            </a:extLst>
          </p:cNvPr>
          <p:cNvSpPr>
            <a:spLocks noGrp="1"/>
          </p:cNvSpPr>
          <p:nvPr>
            <p:ph idx="1"/>
          </p:nvPr>
        </p:nvSpPr>
        <p:spPr>
          <a:xfrm>
            <a:off x="6096000" y="518400"/>
            <a:ext cx="5462939" cy="5837949"/>
          </a:xfrm>
        </p:spPr>
        <p:txBody>
          <a:bodyPr anchor="ctr">
            <a:normAutofit/>
          </a:bodyPr>
          <a:lstStyle/>
          <a:p>
            <a:pPr marL="0" indent="0" algn="just">
              <a:buNone/>
            </a:pPr>
            <a:r>
              <a:rPr lang="es-CR" b="1" dirty="0">
                <a:solidFill>
                  <a:schemeClr val="tx1">
                    <a:alpha val="80000"/>
                  </a:schemeClr>
                </a:solidFill>
              </a:rPr>
              <a:t>Análisis estático</a:t>
            </a:r>
          </a:p>
          <a:p>
            <a:pPr lvl="1" algn="just"/>
            <a:r>
              <a:rPr lang="es-CR" dirty="0">
                <a:solidFill>
                  <a:schemeClr val="tx1">
                    <a:alpha val="80000"/>
                  </a:schemeClr>
                </a:solidFill>
              </a:rPr>
              <a:t>Busca defectos sin ejecutar el código. </a:t>
            </a:r>
          </a:p>
          <a:p>
            <a:pPr lvl="1" algn="just"/>
            <a:r>
              <a:rPr lang="es-CR" dirty="0">
                <a:solidFill>
                  <a:schemeClr val="tx1">
                    <a:alpha val="80000"/>
                  </a:schemeClr>
                </a:solidFill>
              </a:rPr>
              <a:t>Se lleva a cabo una vez que se escribe el código. </a:t>
            </a:r>
          </a:p>
          <a:p>
            <a:pPr lvl="1" algn="just"/>
            <a:r>
              <a:rPr lang="es-CR" dirty="0">
                <a:solidFill>
                  <a:schemeClr val="tx1">
                    <a:alpha val="80000"/>
                  </a:schemeClr>
                </a:solidFill>
              </a:rPr>
              <a:t>Su objetivo es encontrar defectos en el código fuente y en los modelos del software.</a:t>
            </a:r>
          </a:p>
          <a:p>
            <a:pPr lvl="1" algn="just"/>
            <a:r>
              <a:rPr lang="es-CR" dirty="0">
                <a:solidFill>
                  <a:schemeClr val="tx1">
                    <a:alpha val="80000"/>
                  </a:schemeClr>
                </a:solidFill>
              </a:rPr>
              <a:t>Para llevar a cabo el análisis estático se pueden utilizar </a:t>
            </a:r>
            <a:r>
              <a:rPr lang="es-CR" b="1" dirty="0">
                <a:solidFill>
                  <a:schemeClr val="tx1">
                    <a:alpha val="80000"/>
                  </a:schemeClr>
                </a:solidFill>
              </a:rPr>
              <a:t>analizadores estáticos</a:t>
            </a:r>
            <a:r>
              <a:rPr lang="es-CR" dirty="0">
                <a:solidFill>
                  <a:schemeClr val="tx1">
                    <a:alpha val="80000"/>
                  </a:schemeClr>
                </a:solidFill>
              </a:rPr>
              <a:t>, que son herramientas de software para procesar código fuente.</a:t>
            </a:r>
          </a:p>
        </p:txBody>
      </p:sp>
      <p:cxnSp>
        <p:nvCxnSpPr>
          <p:cNvPr id="22" name="Straight Connector 21">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12714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R" dirty="0"/>
              <a:t>Tipos de pruebas</a:t>
            </a: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325931215"/>
              </p:ext>
            </p:extLst>
          </p:nvPr>
        </p:nvGraphicFramePr>
        <p:xfrm>
          <a:off x="1201821" y="1506071"/>
          <a:ext cx="9829247" cy="5022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19989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A014258-9973-7EB7-B03F-EDF5415274C6}"/>
              </a:ext>
            </a:extLst>
          </p:cNvPr>
          <p:cNvSpPr>
            <a:spLocks noGrp="1"/>
          </p:cNvSpPr>
          <p:nvPr>
            <p:ph type="title"/>
          </p:nvPr>
        </p:nvSpPr>
        <p:spPr>
          <a:xfrm>
            <a:off x="686834" y="591344"/>
            <a:ext cx="3200400" cy="5585619"/>
          </a:xfrm>
        </p:spPr>
        <p:txBody>
          <a:bodyPr>
            <a:normAutofit/>
          </a:bodyPr>
          <a:lstStyle/>
          <a:p>
            <a:r>
              <a:rPr lang="es-CR">
                <a:solidFill>
                  <a:srgbClr val="FFFFFF"/>
                </a:solidFill>
              </a:rPr>
              <a:t>Pruebas dinámicas</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E5AD6A7A-99CA-6869-40D4-CCF3BF8A12A0}"/>
              </a:ext>
            </a:extLst>
          </p:cNvPr>
          <p:cNvSpPr>
            <a:spLocks noGrp="1"/>
          </p:cNvSpPr>
          <p:nvPr>
            <p:ph idx="1"/>
          </p:nvPr>
        </p:nvSpPr>
        <p:spPr>
          <a:xfrm>
            <a:off x="4447308" y="591344"/>
            <a:ext cx="6906491" cy="5585619"/>
          </a:xfrm>
        </p:spPr>
        <p:txBody>
          <a:bodyPr anchor="ctr">
            <a:normAutofit/>
          </a:bodyPr>
          <a:lstStyle/>
          <a:p>
            <a:r>
              <a:rPr lang="es-CR" dirty="0"/>
              <a:t>Las técnicas de pruebas dinámicas ejecutan el software. Para ello, introducen una serie de valores de entrada y examinan la salida comparándola con los resultados esperados.</a:t>
            </a:r>
          </a:p>
        </p:txBody>
      </p:sp>
    </p:spTree>
    <p:extLst>
      <p:ext uri="{BB962C8B-B14F-4D97-AF65-F5344CB8AC3E}">
        <p14:creationId xmlns:p14="http://schemas.microsoft.com/office/powerpoint/2010/main" val="14412147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096D9E6-0453-0793-F511-EADC2A3AA9CB}"/>
              </a:ext>
            </a:extLst>
          </p:cNvPr>
          <p:cNvSpPr>
            <a:spLocks noGrp="1"/>
          </p:cNvSpPr>
          <p:nvPr>
            <p:ph type="title"/>
          </p:nvPr>
        </p:nvSpPr>
        <p:spPr>
          <a:xfrm>
            <a:off x="6096000" y="187953"/>
            <a:ext cx="5916706" cy="1926937"/>
          </a:xfrm>
        </p:spPr>
        <p:txBody>
          <a:bodyPr anchor="b">
            <a:normAutofit fontScale="90000"/>
          </a:bodyPr>
          <a:lstStyle/>
          <a:p>
            <a:r>
              <a:rPr lang="es-CR" sz="4400" dirty="0"/>
              <a:t>Pruebas dinámicas: Basadas en la especificación o caja negra</a:t>
            </a:r>
          </a:p>
        </p:txBody>
      </p:sp>
      <p:pic>
        <p:nvPicPr>
          <p:cNvPr id="3074" name="Picture 2" descr="Prueba Negro-box">
            <a:extLst>
              <a:ext uri="{FF2B5EF4-FFF2-40B4-BE49-F238E27FC236}">
                <a16:creationId xmlns:a16="http://schemas.microsoft.com/office/drawing/2014/main" id="{E6F2C375-EAEB-9DE0-EEC5-8DBEF558BA4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10" y="2022561"/>
            <a:ext cx="6752927" cy="2650524"/>
          </a:xfrm>
          <a:prstGeom prst="rect">
            <a:avLst/>
          </a:prstGeom>
          <a:noFill/>
          <a:extLst>
            <a:ext uri="{909E8E84-426E-40DD-AFC4-6F175D3DCCD1}">
              <a14:hiddenFill xmlns:a14="http://schemas.microsoft.com/office/drawing/2010/main">
                <a:solidFill>
                  <a:srgbClr val="FFFFFF"/>
                </a:solidFill>
              </a14:hiddenFill>
            </a:ext>
          </a:extLst>
        </p:spPr>
      </p:pic>
      <p:sp>
        <p:nvSpPr>
          <p:cNvPr id="3081"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8408CCA5-0A91-3144-809A-419BF273CBA4}"/>
              </a:ext>
            </a:extLst>
          </p:cNvPr>
          <p:cNvSpPr>
            <a:spLocks noGrp="1"/>
          </p:cNvSpPr>
          <p:nvPr>
            <p:ph idx="1"/>
          </p:nvPr>
        </p:nvSpPr>
        <p:spPr>
          <a:xfrm>
            <a:off x="6739128" y="2664886"/>
            <a:ext cx="5273578" cy="4030760"/>
          </a:xfrm>
        </p:spPr>
        <p:txBody>
          <a:bodyPr anchor="t">
            <a:normAutofit/>
          </a:bodyPr>
          <a:lstStyle/>
          <a:p>
            <a:pPr algn="just"/>
            <a:r>
              <a:rPr lang="es-CR" sz="2400" dirty="0"/>
              <a:t>Tratan el software como una caja negra con entradas y salidas, pero no tienen conocimiento de cómo está estructurado el programa o componente dentro de la caja</a:t>
            </a:r>
          </a:p>
          <a:p>
            <a:pPr algn="just"/>
            <a:r>
              <a:rPr lang="es-CR" sz="2400" dirty="0"/>
              <a:t>Obtienen los casos de prueba directamente de las especificaciones o de otros tipos de modelos que contengan lo que el sistema debería hacer. </a:t>
            </a:r>
          </a:p>
        </p:txBody>
      </p:sp>
    </p:spTree>
    <p:extLst>
      <p:ext uri="{BB962C8B-B14F-4D97-AF65-F5344CB8AC3E}">
        <p14:creationId xmlns:p14="http://schemas.microsoft.com/office/powerpoint/2010/main" val="16455834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ítulo 6">
            <a:extLst>
              <a:ext uri="{FF2B5EF4-FFF2-40B4-BE49-F238E27FC236}">
                <a16:creationId xmlns:a16="http://schemas.microsoft.com/office/drawing/2014/main" id="{DBF8E055-37CF-E602-DBC3-6EF832ADD325}"/>
              </a:ext>
            </a:extLst>
          </p:cNvPr>
          <p:cNvSpPr>
            <a:spLocks noGrp="1"/>
          </p:cNvSpPr>
          <p:nvPr>
            <p:ph type="title"/>
          </p:nvPr>
        </p:nvSpPr>
        <p:spPr>
          <a:xfrm>
            <a:off x="838200" y="365125"/>
            <a:ext cx="10515600" cy="1325563"/>
          </a:xfrm>
        </p:spPr>
        <p:txBody>
          <a:bodyPr>
            <a:normAutofit/>
          </a:bodyPr>
          <a:lstStyle/>
          <a:p>
            <a:r>
              <a:rPr lang="es-CR" sz="4200"/>
              <a:t>Pruebas dinámicas: Basadas en la especificación o caja negra</a:t>
            </a:r>
          </a:p>
        </p:txBody>
      </p:sp>
      <p:sp>
        <p:nvSpPr>
          <p:cNvPr id="16"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fecha 3">
            <a:extLst>
              <a:ext uri="{FF2B5EF4-FFF2-40B4-BE49-F238E27FC236}">
                <a16:creationId xmlns:a16="http://schemas.microsoft.com/office/drawing/2014/main" id="{841ADA2C-0036-A041-AC92-7D3669A26ADC}"/>
              </a:ext>
            </a:extLst>
          </p:cNvPr>
          <p:cNvSpPr>
            <a:spLocks noGrp="1"/>
          </p:cNvSpPr>
          <p:nvPr>
            <p:ph type="dt" sz="half" idx="4294967295"/>
          </p:nvPr>
        </p:nvSpPr>
        <p:spPr>
          <a:xfrm>
            <a:off x="838200" y="6356350"/>
            <a:ext cx="2743200" cy="365125"/>
          </a:xfrm>
        </p:spPr>
        <p:txBody>
          <a:bodyPr>
            <a:normAutofit/>
          </a:bodyPr>
          <a:lstStyle/>
          <a:p>
            <a:pPr>
              <a:spcAft>
                <a:spcPts val="600"/>
              </a:spcAft>
            </a:pPr>
            <a:fld id="{445ACAB9-A218-46AE-8D37-8B32F32BBF79}" type="datetime1">
              <a:rPr lang="es-CR" smtClean="0"/>
              <a:pPr>
                <a:spcAft>
                  <a:spcPts val="600"/>
                </a:spcAft>
              </a:pPr>
              <a:t>25/8/2026</a:t>
            </a:fld>
            <a:endParaRPr lang="es-CR"/>
          </a:p>
        </p:txBody>
      </p:sp>
      <p:sp>
        <p:nvSpPr>
          <p:cNvPr id="5" name="Marcador de pie de página 4">
            <a:extLst>
              <a:ext uri="{FF2B5EF4-FFF2-40B4-BE49-F238E27FC236}">
                <a16:creationId xmlns:a16="http://schemas.microsoft.com/office/drawing/2014/main" id="{E3CEFBAB-903F-31DD-F930-8A05F6CD9D8C}"/>
              </a:ext>
            </a:extLst>
          </p:cNvPr>
          <p:cNvSpPr>
            <a:spLocks noGrp="1"/>
          </p:cNvSpPr>
          <p:nvPr>
            <p:ph type="ftr" sz="quarter" idx="4294967295"/>
          </p:nvPr>
        </p:nvSpPr>
        <p:spPr>
          <a:xfrm>
            <a:off x="4038600" y="6356350"/>
            <a:ext cx="4114800" cy="365125"/>
          </a:xfrm>
        </p:spPr>
        <p:txBody>
          <a:bodyPr>
            <a:normAutofit/>
          </a:bodyPr>
          <a:lstStyle/>
          <a:p>
            <a:pPr>
              <a:spcAft>
                <a:spcPts val="600"/>
              </a:spcAft>
            </a:pPr>
            <a:r>
              <a:rPr lang="es-CR"/>
              <a:t>Ing. Marlen Treviño</a:t>
            </a:r>
          </a:p>
        </p:txBody>
      </p:sp>
      <p:sp>
        <p:nvSpPr>
          <p:cNvPr id="6" name="Marcador de número de diapositiva 5">
            <a:extLst>
              <a:ext uri="{FF2B5EF4-FFF2-40B4-BE49-F238E27FC236}">
                <a16:creationId xmlns:a16="http://schemas.microsoft.com/office/drawing/2014/main" id="{0BC01D86-5A55-A0BB-DC62-573DFF6BE867}"/>
              </a:ext>
            </a:extLst>
          </p:cNvPr>
          <p:cNvSpPr>
            <a:spLocks noGrp="1"/>
          </p:cNvSpPr>
          <p:nvPr>
            <p:ph type="sldNum" sz="quarter" idx="4294967295"/>
          </p:nvPr>
        </p:nvSpPr>
        <p:spPr>
          <a:xfrm>
            <a:off x="8610600" y="6356350"/>
            <a:ext cx="2743200" cy="365125"/>
          </a:xfrm>
        </p:spPr>
        <p:txBody>
          <a:bodyPr>
            <a:normAutofit/>
          </a:bodyPr>
          <a:lstStyle/>
          <a:p>
            <a:pPr>
              <a:spcAft>
                <a:spcPts val="600"/>
              </a:spcAft>
            </a:pPr>
            <a:fld id="{58F6A4BC-CB6C-4E38-9980-8A7B9F48D36C}" type="slidenum">
              <a:rPr lang="es-CR" smtClean="0"/>
              <a:pPr>
                <a:spcAft>
                  <a:spcPts val="600"/>
                </a:spcAft>
              </a:pPr>
              <a:t>58</a:t>
            </a:fld>
            <a:endParaRPr lang="es-CR"/>
          </a:p>
        </p:txBody>
      </p:sp>
      <p:graphicFrame>
        <p:nvGraphicFramePr>
          <p:cNvPr id="10" name="Marcador de contenido 7">
            <a:extLst>
              <a:ext uri="{FF2B5EF4-FFF2-40B4-BE49-F238E27FC236}">
                <a16:creationId xmlns:a16="http://schemas.microsoft.com/office/drawing/2014/main" id="{5346A168-9791-6E76-7A12-BD80970F1640}"/>
              </a:ext>
            </a:extLst>
          </p:cNvPr>
          <p:cNvGraphicFramePr>
            <a:graphicFrameLocks noGrp="1"/>
          </p:cNvGraphicFramePr>
          <p:nvPr>
            <p:ph idx="1"/>
            <p:extLst>
              <p:ext uri="{D42A27DB-BD31-4B8C-83A1-F6EECF244321}">
                <p14:modId xmlns:p14="http://schemas.microsoft.com/office/powerpoint/2010/main" val="3900654056"/>
              </p:ext>
            </p:extLst>
          </p:nvPr>
        </p:nvGraphicFramePr>
        <p:xfrm>
          <a:off x="354103" y="2055813"/>
          <a:ext cx="11497238" cy="46049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903386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7718681-A12E-49D6-9925-DD7C68176D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FBD77573-9EF2-4C35-8285-A1CF6FBB0E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5511704" cy="6858000"/>
          </a:xfrm>
          <a:custGeom>
            <a:avLst/>
            <a:gdLst>
              <a:gd name="connsiteX0" fmla="*/ 5511704 w 5511704"/>
              <a:gd name="connsiteY0" fmla="*/ 0 h 6886576"/>
              <a:gd name="connsiteX1" fmla="*/ 1008599 w 5511704"/>
              <a:gd name="connsiteY1" fmla="*/ 0 h 6886576"/>
              <a:gd name="connsiteX2" fmla="*/ 1310975 w 5511704"/>
              <a:gd name="connsiteY2" fmla="*/ 110728 h 6886576"/>
              <a:gd name="connsiteX3" fmla="*/ 1267362 w 5511704"/>
              <a:gd name="connsiteY3" fmla="*/ 135731 h 6886576"/>
              <a:gd name="connsiteX4" fmla="*/ 1005692 w 5511704"/>
              <a:gd name="connsiteY4" fmla="*/ 71437 h 6886576"/>
              <a:gd name="connsiteX5" fmla="*/ 953358 w 5511704"/>
              <a:gd name="connsiteY5" fmla="*/ 89297 h 6886576"/>
              <a:gd name="connsiteX6" fmla="*/ 979525 w 5511704"/>
              <a:gd name="connsiteY6" fmla="*/ 164307 h 6886576"/>
              <a:gd name="connsiteX7" fmla="*/ 1092915 w 5511704"/>
              <a:gd name="connsiteY7" fmla="*/ 192882 h 6886576"/>
              <a:gd name="connsiteX8" fmla="*/ 1270270 w 5511704"/>
              <a:gd name="connsiteY8" fmla="*/ 375047 h 6886576"/>
              <a:gd name="connsiteX9" fmla="*/ 1002784 w 5511704"/>
              <a:gd name="connsiteY9" fmla="*/ 353615 h 6886576"/>
              <a:gd name="connsiteX10" fmla="*/ 956265 w 5511704"/>
              <a:gd name="connsiteY10" fmla="*/ 396479 h 6886576"/>
              <a:gd name="connsiteX11" fmla="*/ 938820 w 5511704"/>
              <a:gd name="connsiteY11" fmla="*/ 453629 h 6886576"/>
              <a:gd name="connsiteX12" fmla="*/ 860319 w 5511704"/>
              <a:gd name="connsiteY12" fmla="*/ 360759 h 6886576"/>
              <a:gd name="connsiteX13" fmla="*/ 793447 w 5511704"/>
              <a:gd name="connsiteY13" fmla="*/ 335757 h 6886576"/>
              <a:gd name="connsiteX14" fmla="*/ 773095 w 5511704"/>
              <a:gd name="connsiteY14" fmla="*/ 417910 h 6886576"/>
              <a:gd name="connsiteX15" fmla="*/ 834151 w 5511704"/>
              <a:gd name="connsiteY15" fmla="*/ 507206 h 6886576"/>
              <a:gd name="connsiteX16" fmla="*/ 996969 w 5511704"/>
              <a:gd name="connsiteY16" fmla="*/ 560785 h 6886576"/>
              <a:gd name="connsiteX17" fmla="*/ 822522 w 5511704"/>
              <a:gd name="connsiteY17" fmla="*/ 560785 h 6886576"/>
              <a:gd name="connsiteX18" fmla="*/ 621908 w 5511704"/>
              <a:gd name="connsiteY18" fmla="*/ 525066 h 6886576"/>
              <a:gd name="connsiteX19" fmla="*/ 409664 w 5511704"/>
              <a:gd name="connsiteY19" fmla="*/ 535781 h 6886576"/>
              <a:gd name="connsiteX20" fmla="*/ 209049 w 5511704"/>
              <a:gd name="connsiteY20" fmla="*/ 464344 h 6886576"/>
              <a:gd name="connsiteX21" fmla="*/ 5527 w 5511704"/>
              <a:gd name="connsiteY21" fmla="*/ 467916 h 6886576"/>
              <a:gd name="connsiteX22" fmla="*/ 906838 w 5511704"/>
              <a:gd name="connsiteY22" fmla="*/ 914400 h 6886576"/>
              <a:gd name="connsiteX23" fmla="*/ 863226 w 5511704"/>
              <a:gd name="connsiteY23" fmla="*/ 925116 h 6886576"/>
              <a:gd name="connsiteX24" fmla="*/ 805077 w 5511704"/>
              <a:gd name="connsiteY24" fmla="*/ 953691 h 6886576"/>
              <a:gd name="connsiteX25" fmla="*/ 848689 w 5511704"/>
              <a:gd name="connsiteY25" fmla="*/ 1010841 h 6886576"/>
              <a:gd name="connsiteX26" fmla="*/ 1084193 w 5511704"/>
              <a:gd name="connsiteY26" fmla="*/ 1117997 h 6886576"/>
              <a:gd name="connsiteX27" fmla="*/ 1142342 w 5511704"/>
              <a:gd name="connsiteY27" fmla="*/ 1225153 h 6886576"/>
              <a:gd name="connsiteX28" fmla="*/ 1069655 w 5511704"/>
              <a:gd name="connsiteY28" fmla="*/ 1214438 h 6886576"/>
              <a:gd name="connsiteX29" fmla="*/ 1005692 w 5511704"/>
              <a:gd name="connsiteY29" fmla="*/ 1235869 h 6886576"/>
              <a:gd name="connsiteX30" fmla="*/ 1031858 w 5511704"/>
              <a:gd name="connsiteY30" fmla="*/ 1371600 h 6886576"/>
              <a:gd name="connsiteX31" fmla="*/ 1366216 w 5511704"/>
              <a:gd name="connsiteY31" fmla="*/ 1546622 h 6886576"/>
              <a:gd name="connsiteX32" fmla="*/ 1395290 w 5511704"/>
              <a:gd name="connsiteY32" fmla="*/ 1603772 h 6886576"/>
              <a:gd name="connsiteX33" fmla="*/ 1354586 w 5511704"/>
              <a:gd name="connsiteY33" fmla="*/ 1643063 h 6886576"/>
              <a:gd name="connsiteX34" fmla="*/ 1247011 w 5511704"/>
              <a:gd name="connsiteY34" fmla="*/ 1664494 h 6886576"/>
              <a:gd name="connsiteX35" fmla="*/ 1398198 w 5511704"/>
              <a:gd name="connsiteY35" fmla="*/ 1857375 h 6886576"/>
              <a:gd name="connsiteX36" fmla="*/ 1453440 w 5511704"/>
              <a:gd name="connsiteY36" fmla="*/ 1910954 h 6886576"/>
              <a:gd name="connsiteX37" fmla="*/ 1549386 w 5511704"/>
              <a:gd name="connsiteY37" fmla="*/ 1993106 h 6886576"/>
              <a:gd name="connsiteX38" fmla="*/ 1549386 w 5511704"/>
              <a:gd name="connsiteY38" fmla="*/ 2021681 h 6886576"/>
              <a:gd name="connsiteX39" fmla="*/ 1421458 w 5511704"/>
              <a:gd name="connsiteY39" fmla="*/ 2110978 h 6886576"/>
              <a:gd name="connsiteX40" fmla="*/ 1188861 w 5511704"/>
              <a:gd name="connsiteY40" fmla="*/ 2085976 h 6886576"/>
              <a:gd name="connsiteX41" fmla="*/ 1531941 w 5511704"/>
              <a:gd name="connsiteY41" fmla="*/ 2218135 h 6886576"/>
              <a:gd name="connsiteX42" fmla="*/ 421293 w 5511704"/>
              <a:gd name="connsiteY42" fmla="*/ 1900238 h 6886576"/>
              <a:gd name="connsiteX43" fmla="*/ 491072 w 5511704"/>
              <a:gd name="connsiteY43" fmla="*/ 1982391 h 6886576"/>
              <a:gd name="connsiteX44" fmla="*/ 880671 w 5511704"/>
              <a:gd name="connsiteY44" fmla="*/ 2200276 h 6886576"/>
              <a:gd name="connsiteX45" fmla="*/ 991154 w 5511704"/>
              <a:gd name="connsiteY45" fmla="*/ 2336007 h 6886576"/>
              <a:gd name="connsiteX46" fmla="*/ 1107453 w 5511704"/>
              <a:gd name="connsiteY46" fmla="*/ 2411016 h 6886576"/>
              <a:gd name="connsiteX47" fmla="*/ 1270270 w 5511704"/>
              <a:gd name="connsiteY47" fmla="*/ 2411016 h 6886576"/>
              <a:gd name="connsiteX48" fmla="*/ 1386568 w 5511704"/>
              <a:gd name="connsiteY48" fmla="*/ 2528889 h 6886576"/>
              <a:gd name="connsiteX49" fmla="*/ 1267362 w 5511704"/>
              <a:gd name="connsiteY49" fmla="*/ 2553891 h 6886576"/>
              <a:gd name="connsiteX50" fmla="*/ 1127805 w 5511704"/>
              <a:gd name="connsiteY50" fmla="*/ 2536032 h 6886576"/>
              <a:gd name="connsiteX51" fmla="*/ 970802 w 5511704"/>
              <a:gd name="connsiteY51" fmla="*/ 2575322 h 6886576"/>
              <a:gd name="connsiteX52" fmla="*/ 825429 w 5511704"/>
              <a:gd name="connsiteY52" fmla="*/ 2543176 h 6886576"/>
              <a:gd name="connsiteX53" fmla="*/ 650982 w 5511704"/>
              <a:gd name="connsiteY53" fmla="*/ 2564607 h 6886576"/>
              <a:gd name="connsiteX54" fmla="*/ 595740 w 5511704"/>
              <a:gd name="connsiteY54" fmla="*/ 2703909 h 6886576"/>
              <a:gd name="connsiteX55" fmla="*/ 578296 w 5511704"/>
              <a:gd name="connsiteY55" fmla="*/ 2714626 h 6886576"/>
              <a:gd name="connsiteX56" fmla="*/ 255568 w 5511704"/>
              <a:gd name="connsiteY56" fmla="*/ 2936081 h 6886576"/>
              <a:gd name="connsiteX57" fmla="*/ 165437 w 5511704"/>
              <a:gd name="connsiteY57" fmla="*/ 2953941 h 6886576"/>
              <a:gd name="connsiteX58" fmla="*/ 697501 w 5511704"/>
              <a:gd name="connsiteY58" fmla="*/ 3343275 h 6886576"/>
              <a:gd name="connsiteX59" fmla="*/ 339884 w 5511704"/>
              <a:gd name="connsiteY59" fmla="*/ 3243263 h 6886576"/>
              <a:gd name="connsiteX60" fmla="*/ 290458 w 5511704"/>
              <a:gd name="connsiteY60" fmla="*/ 3407569 h 6886576"/>
              <a:gd name="connsiteX61" fmla="*/ 459090 w 5511704"/>
              <a:gd name="connsiteY61" fmla="*/ 3554016 h 6886576"/>
              <a:gd name="connsiteX62" fmla="*/ 520147 w 5511704"/>
              <a:gd name="connsiteY62" fmla="*/ 3843338 h 6886576"/>
              <a:gd name="connsiteX63" fmla="*/ 491072 w 5511704"/>
              <a:gd name="connsiteY63" fmla="*/ 4107657 h 6886576"/>
              <a:gd name="connsiteX64" fmla="*/ 418386 w 5511704"/>
              <a:gd name="connsiteY64" fmla="*/ 4189810 h 6886576"/>
              <a:gd name="connsiteX65" fmla="*/ 313718 w 5511704"/>
              <a:gd name="connsiteY65" fmla="*/ 4339829 h 6886576"/>
              <a:gd name="connsiteX66" fmla="*/ 249753 w 5511704"/>
              <a:gd name="connsiteY66" fmla="*/ 4432698 h 6886576"/>
              <a:gd name="connsiteX67" fmla="*/ 25879 w 5511704"/>
              <a:gd name="connsiteY67" fmla="*/ 4396979 h 6886576"/>
              <a:gd name="connsiteX68" fmla="*/ 325347 w 5511704"/>
              <a:gd name="connsiteY68" fmla="*/ 4632722 h 6886576"/>
              <a:gd name="connsiteX69" fmla="*/ 84029 w 5511704"/>
              <a:gd name="connsiteY69" fmla="*/ 4604147 h 6886576"/>
              <a:gd name="connsiteX70" fmla="*/ 5527 w 5511704"/>
              <a:gd name="connsiteY70" fmla="*/ 4622007 h 6886576"/>
              <a:gd name="connsiteX71" fmla="*/ 49139 w 5511704"/>
              <a:gd name="connsiteY71" fmla="*/ 4697016 h 6886576"/>
              <a:gd name="connsiteX72" fmla="*/ 226494 w 5511704"/>
              <a:gd name="connsiteY72" fmla="*/ 4825604 h 6886576"/>
              <a:gd name="connsiteX73" fmla="*/ 592833 w 5511704"/>
              <a:gd name="connsiteY73" fmla="*/ 5175647 h 6886576"/>
              <a:gd name="connsiteX74" fmla="*/ 238123 w 5511704"/>
              <a:gd name="connsiteY74" fmla="*/ 5014913 h 6886576"/>
              <a:gd name="connsiteX75" fmla="*/ 610278 w 5511704"/>
              <a:gd name="connsiteY75" fmla="*/ 5375673 h 6886576"/>
              <a:gd name="connsiteX76" fmla="*/ 691686 w 5511704"/>
              <a:gd name="connsiteY76" fmla="*/ 5497116 h 6886576"/>
              <a:gd name="connsiteX77" fmla="*/ 860319 w 5511704"/>
              <a:gd name="connsiteY77" fmla="*/ 5793582 h 6886576"/>
              <a:gd name="connsiteX78" fmla="*/ 851597 w 5511704"/>
              <a:gd name="connsiteY78" fmla="*/ 5825729 h 6886576"/>
              <a:gd name="connsiteX79" fmla="*/ 659704 w 5511704"/>
              <a:gd name="connsiteY79" fmla="*/ 5779295 h 6886576"/>
              <a:gd name="connsiteX80" fmla="*/ 909746 w 5511704"/>
              <a:gd name="connsiteY80" fmla="*/ 6029326 h 6886576"/>
              <a:gd name="connsiteX81" fmla="*/ 1168509 w 5511704"/>
              <a:gd name="connsiteY81" fmla="*/ 6222207 h 6886576"/>
              <a:gd name="connsiteX82" fmla="*/ 985339 w 5511704"/>
              <a:gd name="connsiteY82" fmla="*/ 6193632 h 6886576"/>
              <a:gd name="connsiteX83" fmla="*/ 732391 w 5511704"/>
              <a:gd name="connsiteY83" fmla="*/ 6082904 h 6886576"/>
              <a:gd name="connsiteX84" fmla="*/ 645167 w 5511704"/>
              <a:gd name="connsiteY84" fmla="*/ 6125766 h 6886576"/>
              <a:gd name="connsiteX85" fmla="*/ 883579 w 5511704"/>
              <a:gd name="connsiteY85" fmla="*/ 6307932 h 6886576"/>
              <a:gd name="connsiteX86" fmla="*/ 1020229 w 5511704"/>
              <a:gd name="connsiteY86" fmla="*/ 6393657 h 6886576"/>
              <a:gd name="connsiteX87" fmla="*/ 1075471 w 5511704"/>
              <a:gd name="connsiteY87" fmla="*/ 6457950 h 6886576"/>
              <a:gd name="connsiteX88" fmla="*/ 1232473 w 5511704"/>
              <a:gd name="connsiteY88" fmla="*/ 6686551 h 6886576"/>
              <a:gd name="connsiteX89" fmla="*/ 1592997 w 5511704"/>
              <a:gd name="connsiteY89" fmla="*/ 6886576 h 6886576"/>
              <a:gd name="connsiteX90" fmla="*/ 5511704 w 5511704"/>
              <a:gd name="connsiteY90" fmla="*/ 6886576 h 6886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5511704" h="6886576">
                <a:moveTo>
                  <a:pt x="5511704" y="0"/>
                </a:moveTo>
                <a:lnTo>
                  <a:pt x="1008599" y="0"/>
                </a:lnTo>
                <a:cubicBezTo>
                  <a:pt x="1110360" y="35719"/>
                  <a:pt x="1209214" y="78581"/>
                  <a:pt x="1310975" y="110728"/>
                </a:cubicBezTo>
                <a:cubicBezTo>
                  <a:pt x="1296437" y="146447"/>
                  <a:pt x="1281900" y="139303"/>
                  <a:pt x="1267362" y="135731"/>
                </a:cubicBezTo>
                <a:cubicBezTo>
                  <a:pt x="1180139" y="121445"/>
                  <a:pt x="1090008" y="110728"/>
                  <a:pt x="1005692" y="71437"/>
                </a:cubicBezTo>
                <a:cubicBezTo>
                  <a:pt x="985339" y="64294"/>
                  <a:pt x="962080" y="64294"/>
                  <a:pt x="953358" y="89297"/>
                </a:cubicBezTo>
                <a:cubicBezTo>
                  <a:pt x="938820" y="125016"/>
                  <a:pt x="959172" y="146447"/>
                  <a:pt x="979525" y="164307"/>
                </a:cubicBezTo>
                <a:cubicBezTo>
                  <a:pt x="1014414" y="196453"/>
                  <a:pt x="1055118" y="189310"/>
                  <a:pt x="1092915" y="192882"/>
                </a:cubicBezTo>
                <a:cubicBezTo>
                  <a:pt x="1197583" y="210741"/>
                  <a:pt x="1247011" y="260747"/>
                  <a:pt x="1270270" y="375047"/>
                </a:cubicBezTo>
                <a:cubicBezTo>
                  <a:pt x="1180139" y="328613"/>
                  <a:pt x="1090008" y="385763"/>
                  <a:pt x="1002784" y="353615"/>
                </a:cubicBezTo>
                <a:cubicBezTo>
                  <a:pt x="979525" y="346472"/>
                  <a:pt x="944635" y="357188"/>
                  <a:pt x="956265" y="396479"/>
                </a:cubicBezTo>
                <a:cubicBezTo>
                  <a:pt x="967894" y="432198"/>
                  <a:pt x="1005692" y="460772"/>
                  <a:pt x="938820" y="453629"/>
                </a:cubicBezTo>
                <a:cubicBezTo>
                  <a:pt x="889393" y="450056"/>
                  <a:pt x="874856" y="407194"/>
                  <a:pt x="860319" y="360759"/>
                </a:cubicBezTo>
                <a:cubicBezTo>
                  <a:pt x="848689" y="335757"/>
                  <a:pt x="816707" y="321469"/>
                  <a:pt x="793447" y="335757"/>
                </a:cubicBezTo>
                <a:cubicBezTo>
                  <a:pt x="764373" y="350044"/>
                  <a:pt x="773095" y="389335"/>
                  <a:pt x="773095" y="417910"/>
                </a:cubicBezTo>
                <a:cubicBezTo>
                  <a:pt x="770187" y="471488"/>
                  <a:pt x="793447" y="496491"/>
                  <a:pt x="834151" y="507206"/>
                </a:cubicBezTo>
                <a:cubicBezTo>
                  <a:pt x="883579" y="521494"/>
                  <a:pt x="933005" y="539354"/>
                  <a:pt x="996969" y="560785"/>
                </a:cubicBezTo>
                <a:cubicBezTo>
                  <a:pt x="927190" y="596503"/>
                  <a:pt x="874856" y="589360"/>
                  <a:pt x="822522" y="560785"/>
                </a:cubicBezTo>
                <a:cubicBezTo>
                  <a:pt x="758558" y="528637"/>
                  <a:pt x="674242" y="485775"/>
                  <a:pt x="621908" y="525066"/>
                </a:cubicBezTo>
                <a:cubicBezTo>
                  <a:pt x="543407" y="582216"/>
                  <a:pt x="479443" y="546497"/>
                  <a:pt x="409664" y="535781"/>
                </a:cubicBezTo>
                <a:cubicBezTo>
                  <a:pt x="264290" y="514350"/>
                  <a:pt x="354422" y="482204"/>
                  <a:pt x="209049" y="464344"/>
                </a:cubicBezTo>
                <a:cubicBezTo>
                  <a:pt x="150900" y="457200"/>
                  <a:pt x="89843" y="428625"/>
                  <a:pt x="5527" y="467916"/>
                </a:cubicBezTo>
                <a:cubicBezTo>
                  <a:pt x="386404" y="675085"/>
                  <a:pt x="566666" y="660797"/>
                  <a:pt x="906838" y="914400"/>
                </a:cubicBezTo>
                <a:cubicBezTo>
                  <a:pt x="892301" y="939404"/>
                  <a:pt x="877764" y="928688"/>
                  <a:pt x="863226" y="925116"/>
                </a:cubicBezTo>
                <a:cubicBezTo>
                  <a:pt x="839967" y="921544"/>
                  <a:pt x="810892" y="907256"/>
                  <a:pt x="805077" y="953691"/>
                </a:cubicBezTo>
                <a:cubicBezTo>
                  <a:pt x="802169" y="989410"/>
                  <a:pt x="819615" y="1007269"/>
                  <a:pt x="848689" y="1010841"/>
                </a:cubicBezTo>
                <a:cubicBezTo>
                  <a:pt x="933005" y="1025129"/>
                  <a:pt x="1008599" y="1075135"/>
                  <a:pt x="1084193" y="1117997"/>
                </a:cubicBezTo>
                <a:cubicBezTo>
                  <a:pt x="1119082" y="1135857"/>
                  <a:pt x="1156879" y="1160860"/>
                  <a:pt x="1142342" y="1225153"/>
                </a:cubicBezTo>
                <a:cubicBezTo>
                  <a:pt x="1113268" y="1243013"/>
                  <a:pt x="1092915" y="1218009"/>
                  <a:pt x="1069655" y="1214438"/>
                </a:cubicBezTo>
                <a:cubicBezTo>
                  <a:pt x="1046396" y="1210866"/>
                  <a:pt x="991154" y="1225153"/>
                  <a:pt x="1005692" y="1235869"/>
                </a:cubicBezTo>
                <a:cubicBezTo>
                  <a:pt x="1072563" y="1275159"/>
                  <a:pt x="950450" y="1371600"/>
                  <a:pt x="1031858" y="1371600"/>
                </a:cubicBezTo>
                <a:cubicBezTo>
                  <a:pt x="1165601" y="1371600"/>
                  <a:pt x="1238288" y="1543050"/>
                  <a:pt x="1366216" y="1546622"/>
                </a:cubicBezTo>
                <a:cubicBezTo>
                  <a:pt x="1386568" y="1546622"/>
                  <a:pt x="1395290" y="1578770"/>
                  <a:pt x="1395290" y="1603772"/>
                </a:cubicBezTo>
                <a:cubicBezTo>
                  <a:pt x="1395290" y="1635920"/>
                  <a:pt x="1374939" y="1639491"/>
                  <a:pt x="1354586" y="1643063"/>
                </a:cubicBezTo>
                <a:cubicBezTo>
                  <a:pt x="1322604" y="1646635"/>
                  <a:pt x="1287715" y="1603772"/>
                  <a:pt x="1247011" y="1664494"/>
                </a:cubicBezTo>
                <a:cubicBezTo>
                  <a:pt x="1322604" y="1700213"/>
                  <a:pt x="1401105" y="1735932"/>
                  <a:pt x="1398198" y="1857375"/>
                </a:cubicBezTo>
                <a:cubicBezTo>
                  <a:pt x="1398198" y="1889523"/>
                  <a:pt x="1430180" y="1903810"/>
                  <a:pt x="1453440" y="1910954"/>
                </a:cubicBezTo>
                <a:cubicBezTo>
                  <a:pt x="1494144" y="1925241"/>
                  <a:pt x="1526126" y="1946673"/>
                  <a:pt x="1549386" y="1993106"/>
                </a:cubicBezTo>
                <a:cubicBezTo>
                  <a:pt x="1549386" y="2003822"/>
                  <a:pt x="1549386" y="2010966"/>
                  <a:pt x="1549386" y="2021681"/>
                </a:cubicBezTo>
                <a:cubicBezTo>
                  <a:pt x="1543571" y="2132410"/>
                  <a:pt x="1485422" y="2128838"/>
                  <a:pt x="1421458" y="2110978"/>
                </a:cubicBezTo>
                <a:cubicBezTo>
                  <a:pt x="1345864" y="2089547"/>
                  <a:pt x="1270270" y="2046685"/>
                  <a:pt x="1188861" y="2085976"/>
                </a:cubicBezTo>
                <a:cubicBezTo>
                  <a:pt x="1302252" y="2139554"/>
                  <a:pt x="1427272" y="2143126"/>
                  <a:pt x="1531941" y="2218135"/>
                </a:cubicBezTo>
                <a:cubicBezTo>
                  <a:pt x="1142342" y="2232422"/>
                  <a:pt x="799262" y="1993106"/>
                  <a:pt x="421293" y="1900238"/>
                </a:cubicBezTo>
                <a:cubicBezTo>
                  <a:pt x="432923" y="1960960"/>
                  <a:pt x="464905" y="1975247"/>
                  <a:pt x="491072" y="1982391"/>
                </a:cubicBezTo>
                <a:cubicBezTo>
                  <a:pt x="630630" y="2028825"/>
                  <a:pt x="752743" y="2121695"/>
                  <a:pt x="880671" y="2200276"/>
                </a:cubicBezTo>
                <a:cubicBezTo>
                  <a:pt x="933005" y="2232422"/>
                  <a:pt x="970802" y="2268142"/>
                  <a:pt x="991154" y="2336007"/>
                </a:cubicBezTo>
                <a:cubicBezTo>
                  <a:pt x="1008599" y="2400300"/>
                  <a:pt x="1043489" y="2428875"/>
                  <a:pt x="1107453" y="2411016"/>
                </a:cubicBezTo>
                <a:cubicBezTo>
                  <a:pt x="1159787" y="2396729"/>
                  <a:pt x="1215029" y="2403873"/>
                  <a:pt x="1270270" y="2411016"/>
                </a:cubicBezTo>
                <a:cubicBezTo>
                  <a:pt x="1331326" y="2418160"/>
                  <a:pt x="1401105" y="2489597"/>
                  <a:pt x="1386568" y="2528889"/>
                </a:cubicBezTo>
                <a:cubicBezTo>
                  <a:pt x="1357494" y="2593182"/>
                  <a:pt x="1308067" y="2561035"/>
                  <a:pt x="1267362" y="2553891"/>
                </a:cubicBezTo>
                <a:cubicBezTo>
                  <a:pt x="1217936" y="2546748"/>
                  <a:pt x="1127805" y="2528889"/>
                  <a:pt x="1127805" y="2536032"/>
                </a:cubicBezTo>
                <a:cubicBezTo>
                  <a:pt x="1095822" y="2696766"/>
                  <a:pt x="1023136" y="2575322"/>
                  <a:pt x="970802" y="2575322"/>
                </a:cubicBezTo>
                <a:cubicBezTo>
                  <a:pt x="921375" y="2575322"/>
                  <a:pt x="871949" y="2557463"/>
                  <a:pt x="825429" y="2543176"/>
                </a:cubicBezTo>
                <a:cubicBezTo>
                  <a:pt x="764373" y="2525316"/>
                  <a:pt x="709132" y="2557463"/>
                  <a:pt x="650982" y="2564607"/>
                </a:cubicBezTo>
                <a:cubicBezTo>
                  <a:pt x="598648" y="2571751"/>
                  <a:pt x="627722" y="2664620"/>
                  <a:pt x="595740" y="2703909"/>
                </a:cubicBezTo>
                <a:cubicBezTo>
                  <a:pt x="589926" y="2714626"/>
                  <a:pt x="584111" y="2714626"/>
                  <a:pt x="578296" y="2714626"/>
                </a:cubicBezTo>
                <a:cubicBezTo>
                  <a:pt x="560851" y="2993232"/>
                  <a:pt x="255568" y="2925366"/>
                  <a:pt x="255568" y="2936081"/>
                </a:cubicBezTo>
                <a:cubicBezTo>
                  <a:pt x="229401" y="2953941"/>
                  <a:pt x="197419" y="2911079"/>
                  <a:pt x="165437" y="2953941"/>
                </a:cubicBezTo>
                <a:cubicBezTo>
                  <a:pt x="302087" y="3150394"/>
                  <a:pt x="511425" y="3196828"/>
                  <a:pt x="697501" y="3343275"/>
                </a:cubicBezTo>
                <a:cubicBezTo>
                  <a:pt x="543407" y="3393282"/>
                  <a:pt x="453275" y="3221832"/>
                  <a:pt x="339884" y="3243263"/>
                </a:cubicBezTo>
                <a:cubicBezTo>
                  <a:pt x="284643" y="3296842"/>
                  <a:pt x="450368" y="3382566"/>
                  <a:pt x="290458" y="3407569"/>
                </a:cubicBezTo>
                <a:cubicBezTo>
                  <a:pt x="360236" y="3454004"/>
                  <a:pt x="409664" y="3500439"/>
                  <a:pt x="459090" y="3554016"/>
                </a:cubicBezTo>
                <a:cubicBezTo>
                  <a:pt x="543407" y="3650457"/>
                  <a:pt x="560851" y="3714751"/>
                  <a:pt x="520147" y="3843338"/>
                </a:cubicBezTo>
                <a:cubicBezTo>
                  <a:pt x="493979" y="3929063"/>
                  <a:pt x="456183" y="4007645"/>
                  <a:pt x="491072" y="4107657"/>
                </a:cubicBezTo>
                <a:cubicBezTo>
                  <a:pt x="514332" y="4175522"/>
                  <a:pt x="505609" y="4221957"/>
                  <a:pt x="418386" y="4189810"/>
                </a:cubicBezTo>
                <a:cubicBezTo>
                  <a:pt x="325347" y="4157663"/>
                  <a:pt x="290458" y="4218386"/>
                  <a:pt x="313718" y="4339829"/>
                </a:cubicBezTo>
                <a:cubicBezTo>
                  <a:pt x="328254" y="4418410"/>
                  <a:pt x="313718" y="4443413"/>
                  <a:pt x="249753" y="4432698"/>
                </a:cubicBezTo>
                <a:cubicBezTo>
                  <a:pt x="179975" y="4421982"/>
                  <a:pt x="113103" y="4371976"/>
                  <a:pt x="25879" y="4396979"/>
                </a:cubicBezTo>
                <a:cubicBezTo>
                  <a:pt x="95658" y="4539854"/>
                  <a:pt x="243939" y="4496991"/>
                  <a:pt x="325347" y="4632722"/>
                </a:cubicBezTo>
                <a:cubicBezTo>
                  <a:pt x="229401" y="4632722"/>
                  <a:pt x="153807" y="4632722"/>
                  <a:pt x="84029" y="4604147"/>
                </a:cubicBezTo>
                <a:cubicBezTo>
                  <a:pt x="54954" y="4593433"/>
                  <a:pt x="22972" y="4579145"/>
                  <a:pt x="5527" y="4622007"/>
                </a:cubicBezTo>
                <a:cubicBezTo>
                  <a:pt x="-14826" y="4672014"/>
                  <a:pt x="25879" y="4689872"/>
                  <a:pt x="49139" y="4697016"/>
                </a:cubicBezTo>
                <a:cubicBezTo>
                  <a:pt x="116011" y="4722019"/>
                  <a:pt x="168344" y="4779170"/>
                  <a:pt x="226494" y="4825604"/>
                </a:cubicBezTo>
                <a:cubicBezTo>
                  <a:pt x="351514" y="4925616"/>
                  <a:pt x="488165" y="5011341"/>
                  <a:pt x="592833" y="5175647"/>
                </a:cubicBezTo>
                <a:cubicBezTo>
                  <a:pt x="461997" y="5132785"/>
                  <a:pt x="363144" y="5032772"/>
                  <a:pt x="238123" y="5014913"/>
                </a:cubicBezTo>
                <a:cubicBezTo>
                  <a:pt x="345700" y="5164932"/>
                  <a:pt x="482350" y="5264944"/>
                  <a:pt x="610278" y="5375673"/>
                </a:cubicBezTo>
                <a:cubicBezTo>
                  <a:pt x="648075" y="5407819"/>
                  <a:pt x="685872" y="5429250"/>
                  <a:pt x="691686" y="5497116"/>
                </a:cubicBezTo>
                <a:cubicBezTo>
                  <a:pt x="709132" y="5629276"/>
                  <a:pt x="755650" y="5736432"/>
                  <a:pt x="860319" y="5793582"/>
                </a:cubicBezTo>
                <a:cubicBezTo>
                  <a:pt x="860319" y="5793582"/>
                  <a:pt x="854504" y="5815013"/>
                  <a:pt x="851597" y="5825729"/>
                </a:cubicBezTo>
                <a:cubicBezTo>
                  <a:pt x="787632" y="5829301"/>
                  <a:pt x="738206" y="5750720"/>
                  <a:pt x="659704" y="5779295"/>
                </a:cubicBezTo>
                <a:cubicBezTo>
                  <a:pt x="738206" y="5886451"/>
                  <a:pt x="802169" y="5979319"/>
                  <a:pt x="909746" y="6029326"/>
                </a:cubicBezTo>
                <a:cubicBezTo>
                  <a:pt x="996969" y="6068616"/>
                  <a:pt x="1104545" y="6093620"/>
                  <a:pt x="1168509" y="6222207"/>
                </a:cubicBezTo>
                <a:cubicBezTo>
                  <a:pt x="1095822" y="6247210"/>
                  <a:pt x="1040581" y="6215063"/>
                  <a:pt x="985339" y="6193632"/>
                </a:cubicBezTo>
                <a:cubicBezTo>
                  <a:pt x="901023" y="6157913"/>
                  <a:pt x="816707" y="6118623"/>
                  <a:pt x="732391" y="6082904"/>
                </a:cubicBezTo>
                <a:cubicBezTo>
                  <a:pt x="700408" y="6068616"/>
                  <a:pt x="665519" y="6061472"/>
                  <a:pt x="645167" y="6125766"/>
                </a:cubicBezTo>
                <a:cubicBezTo>
                  <a:pt x="752743" y="6140053"/>
                  <a:pt x="816707" y="6225779"/>
                  <a:pt x="883579" y="6307932"/>
                </a:cubicBezTo>
                <a:cubicBezTo>
                  <a:pt x="921375" y="6354366"/>
                  <a:pt x="953358" y="6415088"/>
                  <a:pt x="1020229" y="6393657"/>
                </a:cubicBezTo>
                <a:cubicBezTo>
                  <a:pt x="1055118" y="6382942"/>
                  <a:pt x="1078378" y="6415088"/>
                  <a:pt x="1075471" y="6457950"/>
                </a:cubicBezTo>
                <a:cubicBezTo>
                  <a:pt x="1060933" y="6607970"/>
                  <a:pt x="1145250" y="6657976"/>
                  <a:pt x="1232473" y="6686551"/>
                </a:cubicBezTo>
                <a:cubicBezTo>
                  <a:pt x="1360401" y="6729413"/>
                  <a:pt x="1473792" y="6815138"/>
                  <a:pt x="1592997" y="6886576"/>
                </a:cubicBezTo>
                <a:lnTo>
                  <a:pt x="5511704" y="6886576"/>
                </a:lnTo>
                <a:close/>
              </a:path>
            </a:pathLst>
          </a:custGeom>
          <a:solidFill>
            <a:schemeClr val="bg2">
              <a:alpha val="50000"/>
            </a:schemeClr>
          </a:solidFill>
          <a:ln w="32707" cap="flat">
            <a:noFill/>
            <a:prstDash val="solid"/>
            <a:miter/>
          </a:ln>
        </p:spPr>
        <p:txBody>
          <a:bodyPr rtlCol="0" anchor="ctr"/>
          <a:lstStyle/>
          <a:p>
            <a:endParaRPr lang="en-US" dirty="0"/>
          </a:p>
        </p:txBody>
      </p:sp>
      <p:sp>
        <p:nvSpPr>
          <p:cNvPr id="2" name="Título 1">
            <a:extLst>
              <a:ext uri="{FF2B5EF4-FFF2-40B4-BE49-F238E27FC236}">
                <a16:creationId xmlns:a16="http://schemas.microsoft.com/office/drawing/2014/main" id="{E231872D-E383-F3A8-9FC7-BF09DD7336DE}"/>
              </a:ext>
            </a:extLst>
          </p:cNvPr>
          <p:cNvSpPr>
            <a:spLocks noGrp="1"/>
          </p:cNvSpPr>
          <p:nvPr>
            <p:ph type="title"/>
          </p:nvPr>
        </p:nvSpPr>
        <p:spPr>
          <a:xfrm>
            <a:off x="838200" y="713312"/>
            <a:ext cx="4038600" cy="5431376"/>
          </a:xfrm>
        </p:spPr>
        <p:txBody>
          <a:bodyPr>
            <a:normAutofit/>
          </a:bodyPr>
          <a:lstStyle/>
          <a:p>
            <a:r>
              <a:rPr lang="es-CR"/>
              <a:t>Pruebas dinámicas: Basadas en la especificación o caja negra</a:t>
            </a:r>
            <a:endParaRPr lang="es-CR" dirty="0"/>
          </a:p>
        </p:txBody>
      </p:sp>
      <p:sp>
        <p:nvSpPr>
          <p:cNvPr id="3" name="Marcador de contenido 2">
            <a:extLst>
              <a:ext uri="{FF2B5EF4-FFF2-40B4-BE49-F238E27FC236}">
                <a16:creationId xmlns:a16="http://schemas.microsoft.com/office/drawing/2014/main" id="{05036EB1-8A58-81CA-2218-EF3E3D000444}"/>
              </a:ext>
            </a:extLst>
          </p:cNvPr>
          <p:cNvSpPr>
            <a:spLocks noGrp="1"/>
          </p:cNvSpPr>
          <p:nvPr>
            <p:ph idx="1"/>
          </p:nvPr>
        </p:nvSpPr>
        <p:spPr>
          <a:xfrm>
            <a:off x="6095999" y="713313"/>
            <a:ext cx="5257801" cy="5431376"/>
          </a:xfrm>
        </p:spPr>
        <p:txBody>
          <a:bodyPr anchor="ctr">
            <a:normAutofit/>
          </a:bodyPr>
          <a:lstStyle/>
          <a:p>
            <a:pPr marL="0" indent="0">
              <a:buNone/>
            </a:pPr>
            <a:r>
              <a:rPr lang="es-CR" sz="3600" dirty="0"/>
              <a:t>Técnicas</a:t>
            </a:r>
            <a:endParaRPr lang="es-CR" dirty="0"/>
          </a:p>
          <a:p>
            <a:pPr lvl="1"/>
            <a:r>
              <a:rPr lang="es-CR" sz="2800" dirty="0"/>
              <a:t>Partición de equivalencias</a:t>
            </a:r>
          </a:p>
          <a:p>
            <a:pPr lvl="1"/>
            <a:r>
              <a:rPr lang="es-CR" sz="2800" dirty="0"/>
              <a:t>Análisis de valores límite</a:t>
            </a:r>
          </a:p>
          <a:p>
            <a:pPr lvl="1"/>
            <a:r>
              <a:rPr lang="es-CR" sz="2800" dirty="0"/>
              <a:t>Pruebas de casos de uso</a:t>
            </a:r>
          </a:p>
          <a:p>
            <a:pPr lvl="1"/>
            <a:r>
              <a:rPr lang="es-CR" sz="2800" dirty="0"/>
              <a:t>Diagramas de transición de estados</a:t>
            </a:r>
          </a:p>
          <a:p>
            <a:pPr lvl="1"/>
            <a:r>
              <a:rPr lang="es-CR" sz="2800" dirty="0"/>
              <a:t>Tablas de decisión</a:t>
            </a:r>
          </a:p>
          <a:p>
            <a:pPr lvl="1"/>
            <a:r>
              <a:rPr lang="es-CR" sz="2800" dirty="0"/>
              <a:t>Algoritmo de pares</a:t>
            </a:r>
          </a:p>
        </p:txBody>
      </p:sp>
    </p:spTree>
    <p:extLst>
      <p:ext uri="{BB962C8B-B14F-4D97-AF65-F5344CB8AC3E}">
        <p14:creationId xmlns:p14="http://schemas.microsoft.com/office/powerpoint/2010/main" val="2887580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082622D-AAF3-4897-8629-FC918530DD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A7457DD9-5A45-400A-AB4B-4B4EDECA25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E1E1E1"/>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ítulo 1">
            <a:extLst>
              <a:ext uri="{FF2B5EF4-FFF2-40B4-BE49-F238E27FC236}">
                <a16:creationId xmlns:a16="http://schemas.microsoft.com/office/drawing/2014/main" id="{7DF18533-A937-FE68-B739-EE532FC92A7C}"/>
              </a:ext>
            </a:extLst>
          </p:cNvPr>
          <p:cNvSpPr>
            <a:spLocks noGrp="1"/>
          </p:cNvSpPr>
          <p:nvPr>
            <p:ph type="title"/>
          </p:nvPr>
        </p:nvSpPr>
        <p:spPr>
          <a:xfrm>
            <a:off x="810447" y="641850"/>
            <a:ext cx="4020055" cy="1535865"/>
          </a:xfrm>
        </p:spPr>
        <p:txBody>
          <a:bodyPr>
            <a:normAutofit/>
          </a:bodyPr>
          <a:lstStyle/>
          <a:p>
            <a:r>
              <a:rPr lang="es-CR" sz="3200" dirty="0"/>
              <a:t>Pruebas dinámicas: Basadas en la estructura o caja blanca</a:t>
            </a:r>
          </a:p>
        </p:txBody>
      </p:sp>
      <p:sp>
        <p:nvSpPr>
          <p:cNvPr id="16" name="Rectangle 15">
            <a:extLst>
              <a:ext uri="{FF2B5EF4-FFF2-40B4-BE49-F238E27FC236}">
                <a16:creationId xmlns:a16="http://schemas.microsoft.com/office/drawing/2014/main" id="{441CF7D6-A660-431A-B0BB-140A0D555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 name="Rectangle 17">
            <a:extLst>
              <a:ext uri="{FF2B5EF4-FFF2-40B4-BE49-F238E27FC236}">
                <a16:creationId xmlns:a16="http://schemas.microsoft.com/office/drawing/2014/main" id="{0570A85B-3810-4F95-97B0-CBF4CCDB3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Marcador de contenido 2">
            <a:extLst>
              <a:ext uri="{FF2B5EF4-FFF2-40B4-BE49-F238E27FC236}">
                <a16:creationId xmlns:a16="http://schemas.microsoft.com/office/drawing/2014/main" id="{35D01E6C-98BD-FF34-9DAB-BF5A897CAD14}"/>
              </a:ext>
            </a:extLst>
          </p:cNvPr>
          <p:cNvSpPr>
            <a:spLocks noGrp="1"/>
          </p:cNvSpPr>
          <p:nvPr>
            <p:ph idx="1"/>
          </p:nvPr>
        </p:nvSpPr>
        <p:spPr>
          <a:xfrm>
            <a:off x="5300640" y="365126"/>
            <a:ext cx="6400952" cy="2089316"/>
          </a:xfrm>
        </p:spPr>
        <p:txBody>
          <a:bodyPr anchor="ctr">
            <a:normAutofit/>
          </a:bodyPr>
          <a:lstStyle/>
          <a:p>
            <a:r>
              <a:rPr lang="es-CR" sz="2000" dirty="0"/>
              <a:t>Las pruebas se derivan a partir del conocimiento de la estructura e implementación del software. </a:t>
            </a:r>
          </a:p>
          <a:p>
            <a:r>
              <a:rPr lang="es-CR" sz="2000" dirty="0"/>
              <a:t>El diseño y la estructura del código son conocidos por el evaluador.</a:t>
            </a:r>
          </a:p>
          <a:p>
            <a:r>
              <a:rPr lang="es-CR" sz="2000" dirty="0"/>
              <a:t>Buscan mejorar la eficiencia del código o su estructura.</a:t>
            </a:r>
          </a:p>
        </p:txBody>
      </p:sp>
      <p:pic>
        <p:nvPicPr>
          <p:cNvPr id="7" name="Picture 2" descr="Pruebas de caja blanca">
            <a:extLst>
              <a:ext uri="{FF2B5EF4-FFF2-40B4-BE49-F238E27FC236}">
                <a16:creationId xmlns:a16="http://schemas.microsoft.com/office/drawing/2014/main" id="{DC565008-B67A-B2F9-527F-CD623C76CE3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883" r="1" b="3114"/>
          <a:stretch/>
        </p:blipFill>
        <p:spPr bwMode="auto">
          <a:xfrm>
            <a:off x="554416" y="2731167"/>
            <a:ext cx="11167447" cy="348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0610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B87F613-3DCD-1B9B-15C9-63C76398D882}"/>
              </a:ext>
            </a:extLst>
          </p:cNvPr>
          <p:cNvSpPr>
            <a:spLocks noGrp="1"/>
          </p:cNvSpPr>
          <p:nvPr>
            <p:ph type="title"/>
          </p:nvPr>
        </p:nvSpPr>
        <p:spPr>
          <a:xfrm>
            <a:off x="1171073" y="1289112"/>
            <a:ext cx="3938053" cy="4064628"/>
          </a:xfrm>
        </p:spPr>
        <p:txBody>
          <a:bodyPr>
            <a:normAutofit/>
          </a:bodyPr>
          <a:lstStyle/>
          <a:p>
            <a:r>
              <a:rPr lang="es-CR" sz="4400" dirty="0">
                <a:solidFill>
                  <a:srgbClr val="FFFFFF"/>
                </a:solidFill>
              </a:rPr>
              <a:t>Pruebas dinámicas: Basadas en la estructura o caja blanca</a:t>
            </a:r>
          </a:p>
        </p:txBody>
      </p:sp>
      <p:sp>
        <p:nvSpPr>
          <p:cNvPr id="15" name="Arc 14">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Marcador de contenido 2">
            <a:extLst>
              <a:ext uri="{FF2B5EF4-FFF2-40B4-BE49-F238E27FC236}">
                <a16:creationId xmlns:a16="http://schemas.microsoft.com/office/drawing/2014/main" id="{5CFD4C2F-2A60-FD91-5082-E9BA480F1AA4}"/>
              </a:ext>
            </a:extLst>
          </p:cNvPr>
          <p:cNvSpPr>
            <a:spLocks noGrp="1"/>
          </p:cNvSpPr>
          <p:nvPr>
            <p:ph idx="1"/>
          </p:nvPr>
        </p:nvSpPr>
        <p:spPr>
          <a:xfrm>
            <a:off x="5370153" y="1526033"/>
            <a:ext cx="6176388" cy="4212936"/>
          </a:xfrm>
        </p:spPr>
        <p:txBody>
          <a:bodyPr>
            <a:normAutofit/>
          </a:bodyPr>
          <a:lstStyle/>
          <a:p>
            <a:pPr marL="0" indent="0">
              <a:buNone/>
            </a:pPr>
            <a:r>
              <a:rPr lang="es-CR" sz="3200" b="1" dirty="0"/>
              <a:t>Técnicas</a:t>
            </a:r>
          </a:p>
          <a:p>
            <a:r>
              <a:rPr lang="es-CR" sz="3200" dirty="0"/>
              <a:t>Cobertura de sentencias</a:t>
            </a:r>
          </a:p>
          <a:p>
            <a:r>
              <a:rPr lang="es-CR" sz="3200" dirty="0"/>
              <a:t>Cobertura de ramas o cobertura de decisión</a:t>
            </a:r>
          </a:p>
          <a:p>
            <a:r>
              <a:rPr lang="es-CR" sz="3200" dirty="0"/>
              <a:t>Cobertura de condición (condición simple, múltiple, </a:t>
            </a:r>
            <a:r>
              <a:rPr lang="es-CR" sz="3200" dirty="0" err="1"/>
              <a:t>etc</a:t>
            </a:r>
            <a:r>
              <a:rPr lang="es-CR" sz="3200" dirty="0"/>
              <a:t>)</a:t>
            </a:r>
          </a:p>
          <a:p>
            <a:r>
              <a:rPr lang="es-CR" sz="3200" dirty="0"/>
              <a:t>Cobertura de caminos</a:t>
            </a:r>
          </a:p>
        </p:txBody>
      </p:sp>
    </p:spTree>
    <p:extLst>
      <p:ext uri="{BB962C8B-B14F-4D97-AF65-F5344CB8AC3E}">
        <p14:creationId xmlns:p14="http://schemas.microsoft.com/office/powerpoint/2010/main" val="264463294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B6BE9D7-10E3-9063-A63F-8819B718D538}"/>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7200" kern="1200" dirty="0" err="1">
                <a:solidFill>
                  <a:schemeClr val="tx1"/>
                </a:solidFill>
                <a:latin typeface="+mj-lt"/>
                <a:ea typeface="+mj-ea"/>
                <a:cs typeface="+mj-cs"/>
              </a:rPr>
              <a:t>Ejercicio</a:t>
            </a:r>
            <a:endParaRPr lang="en-US" sz="7200" kern="1200" dirty="0">
              <a:solidFill>
                <a:schemeClr val="tx1"/>
              </a:solidFill>
              <a:latin typeface="+mj-lt"/>
              <a:ea typeface="+mj-ea"/>
              <a:cs typeface="+mj-cs"/>
            </a:endParaRPr>
          </a:p>
        </p:txBody>
      </p:sp>
      <p:sp>
        <p:nvSpPr>
          <p:cNvPr id="3" name="Marcador de contenido 2">
            <a:extLst>
              <a:ext uri="{FF2B5EF4-FFF2-40B4-BE49-F238E27FC236}">
                <a16:creationId xmlns:a16="http://schemas.microsoft.com/office/drawing/2014/main" id="{79F486D7-1B16-0F16-488E-78C10C183191}"/>
              </a:ext>
            </a:extLst>
          </p:cNvPr>
          <p:cNvSpPr>
            <a:spLocks noGrp="1"/>
          </p:cNvSpPr>
          <p:nvPr>
            <p:ph idx="1"/>
          </p:nvPr>
        </p:nvSpPr>
        <p:spPr>
          <a:xfrm>
            <a:off x="638881" y="1809541"/>
            <a:ext cx="10909643" cy="687406"/>
          </a:xfrm>
        </p:spPr>
        <p:txBody>
          <a:bodyPr vert="horz" lIns="91440" tIns="45720" rIns="91440" bIns="45720" rtlCol="0" anchor="ctr">
            <a:normAutofit/>
          </a:bodyPr>
          <a:lstStyle/>
          <a:p>
            <a:pPr marL="0" indent="0" algn="ctr">
              <a:buNone/>
            </a:pPr>
            <a:r>
              <a:rPr lang="en-US" sz="3200" kern="1200" dirty="0" err="1">
                <a:solidFill>
                  <a:schemeClr val="tx1"/>
                </a:solidFill>
                <a:latin typeface="+mn-lt"/>
                <a:ea typeface="+mn-ea"/>
                <a:cs typeface="+mn-cs"/>
              </a:rPr>
              <a:t>Caja</a:t>
            </a:r>
            <a:r>
              <a:rPr lang="en-US" sz="3200" kern="1200" dirty="0">
                <a:solidFill>
                  <a:schemeClr val="tx1"/>
                </a:solidFill>
                <a:latin typeface="+mn-lt"/>
                <a:ea typeface="+mn-ea"/>
                <a:cs typeface="+mn-cs"/>
              </a:rPr>
              <a:t> Negra vs </a:t>
            </a:r>
            <a:r>
              <a:rPr lang="en-US" sz="3200" kern="1200" dirty="0" err="1">
                <a:solidFill>
                  <a:schemeClr val="tx1"/>
                </a:solidFill>
                <a:latin typeface="+mn-lt"/>
                <a:ea typeface="+mn-ea"/>
                <a:cs typeface="+mn-cs"/>
              </a:rPr>
              <a:t>Caja</a:t>
            </a:r>
            <a:r>
              <a:rPr lang="en-US" sz="3200" kern="1200" dirty="0">
                <a:solidFill>
                  <a:schemeClr val="tx1"/>
                </a:solidFill>
                <a:latin typeface="+mn-lt"/>
                <a:ea typeface="+mn-ea"/>
                <a:cs typeface="+mn-cs"/>
              </a:rPr>
              <a:t> Blanca</a:t>
            </a:r>
          </a:p>
        </p:txBody>
      </p:sp>
      <p:sp>
        <p:nvSpPr>
          <p:cNvPr id="16"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n 8">
            <a:extLst>
              <a:ext uri="{FF2B5EF4-FFF2-40B4-BE49-F238E27FC236}">
                <a16:creationId xmlns:a16="http://schemas.microsoft.com/office/drawing/2014/main" id="{C06280C8-9D19-8A5B-A2C7-34F1B88FC658}"/>
              </a:ext>
            </a:extLst>
          </p:cNvPr>
          <p:cNvPicPr>
            <a:picLocks noChangeAspect="1"/>
          </p:cNvPicPr>
          <p:nvPr/>
        </p:nvPicPr>
        <p:blipFill>
          <a:blip r:embed="rId2"/>
          <a:stretch>
            <a:fillRect/>
          </a:stretch>
        </p:blipFill>
        <p:spPr>
          <a:xfrm>
            <a:off x="896861" y="2633472"/>
            <a:ext cx="10395230" cy="3586353"/>
          </a:xfrm>
          <a:prstGeom prst="rect">
            <a:avLst/>
          </a:prstGeom>
        </p:spPr>
      </p:pic>
    </p:spTree>
    <p:extLst>
      <p:ext uri="{BB962C8B-B14F-4D97-AF65-F5344CB8AC3E}">
        <p14:creationId xmlns:p14="http://schemas.microsoft.com/office/powerpoint/2010/main" val="38525340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ADF0A9B-253F-028E-001B-51D5459DBDA1}"/>
              </a:ext>
            </a:extLst>
          </p:cNvPr>
          <p:cNvSpPr>
            <a:spLocks noGrp="1"/>
          </p:cNvSpPr>
          <p:nvPr>
            <p:ph type="title"/>
          </p:nvPr>
        </p:nvSpPr>
        <p:spPr>
          <a:xfrm>
            <a:off x="340659" y="1153572"/>
            <a:ext cx="3546575" cy="4461163"/>
          </a:xfrm>
        </p:spPr>
        <p:txBody>
          <a:bodyPr>
            <a:normAutofit/>
          </a:bodyPr>
          <a:lstStyle/>
          <a:p>
            <a:r>
              <a:rPr lang="es-CR">
                <a:solidFill>
                  <a:srgbClr val="FFFFFF"/>
                </a:solidFill>
              </a:rPr>
              <a:t>Pruebas Basadas en la experiencia</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Marcador de contenido 2">
            <a:extLst>
              <a:ext uri="{FF2B5EF4-FFF2-40B4-BE49-F238E27FC236}">
                <a16:creationId xmlns:a16="http://schemas.microsoft.com/office/drawing/2014/main" id="{6608ED3D-3681-B14D-1BD7-442939F45FE2}"/>
              </a:ext>
            </a:extLst>
          </p:cNvPr>
          <p:cNvSpPr>
            <a:spLocks noGrp="1"/>
          </p:cNvSpPr>
          <p:nvPr>
            <p:ph idx="1"/>
          </p:nvPr>
        </p:nvSpPr>
        <p:spPr>
          <a:xfrm>
            <a:off x="4447308" y="591344"/>
            <a:ext cx="6906491" cy="5585619"/>
          </a:xfrm>
        </p:spPr>
        <p:txBody>
          <a:bodyPr anchor="ctr">
            <a:normAutofit/>
          </a:bodyPr>
          <a:lstStyle/>
          <a:p>
            <a:r>
              <a:rPr lang="es-CR" dirty="0"/>
              <a:t>Son aquellas a las que se recurre cuando no hay una especificación adecuada desde la que crear casos de prueba basados en especificación, ni hay tiempo suficiente para ejecutar la estructura completa del paquete de pruebas.</a:t>
            </a:r>
          </a:p>
          <a:p>
            <a:r>
              <a:rPr lang="es-CR" dirty="0"/>
              <a:t>Usan la experiencia de los usuarios y de los técnicos de pruebas para determinar las áreas más importantes de un sistema y ejercitar dichas áreas de forma que sean consistentes con el uso que se espera que tengan. </a:t>
            </a:r>
          </a:p>
        </p:txBody>
      </p:sp>
    </p:spTree>
    <p:extLst>
      <p:ext uri="{BB962C8B-B14F-4D97-AF65-F5344CB8AC3E}">
        <p14:creationId xmlns:p14="http://schemas.microsoft.com/office/powerpoint/2010/main" val="26809932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9BDFF1-D890-E866-4CAC-4C2A09417284}"/>
              </a:ext>
            </a:extLst>
          </p:cNvPr>
          <p:cNvSpPr>
            <a:spLocks noGrp="1"/>
          </p:cNvSpPr>
          <p:nvPr>
            <p:ph type="title"/>
          </p:nvPr>
        </p:nvSpPr>
        <p:spPr/>
        <p:txBody>
          <a:bodyPr>
            <a:normAutofit/>
          </a:bodyPr>
          <a:lstStyle/>
          <a:p>
            <a:pPr algn="ctr"/>
            <a:r>
              <a:rPr lang="es-CR" sz="4400"/>
              <a:t>Pruebas Basadas en la experiencia: Técnicas</a:t>
            </a:r>
            <a:endParaRPr lang="es-CR" sz="4400" dirty="0"/>
          </a:p>
        </p:txBody>
      </p:sp>
      <p:graphicFrame>
        <p:nvGraphicFramePr>
          <p:cNvPr id="8" name="Marcador de contenido 2">
            <a:extLst>
              <a:ext uri="{FF2B5EF4-FFF2-40B4-BE49-F238E27FC236}">
                <a16:creationId xmlns:a16="http://schemas.microsoft.com/office/drawing/2014/main" id="{1BFBC422-63EF-48ED-954C-EDDFDEFE5B6D}"/>
              </a:ext>
            </a:extLst>
          </p:cNvPr>
          <p:cNvGraphicFramePr>
            <a:graphicFrameLocks noGrp="1"/>
          </p:cNvGraphicFramePr>
          <p:nvPr>
            <p:ph idx="1"/>
            <p:extLst>
              <p:ext uri="{D42A27DB-BD31-4B8C-83A1-F6EECF244321}">
                <p14:modId xmlns:p14="http://schemas.microsoft.com/office/powerpoint/2010/main" val="3506369349"/>
              </p:ext>
            </p:extLst>
          </p:nvPr>
        </p:nvGraphicFramePr>
        <p:xfrm>
          <a:off x="192740" y="1470212"/>
          <a:ext cx="11640672" cy="5251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fecha 3">
            <a:extLst>
              <a:ext uri="{FF2B5EF4-FFF2-40B4-BE49-F238E27FC236}">
                <a16:creationId xmlns:a16="http://schemas.microsoft.com/office/drawing/2014/main" id="{C3AE5681-A8B2-49AE-A92E-DCA05CA43457}"/>
              </a:ext>
            </a:extLst>
          </p:cNvPr>
          <p:cNvSpPr>
            <a:spLocks noGrp="1"/>
          </p:cNvSpPr>
          <p:nvPr>
            <p:ph type="dt" sz="half" idx="4294967295"/>
          </p:nvPr>
        </p:nvSpPr>
        <p:spPr>
          <a:xfrm>
            <a:off x="838200" y="6356350"/>
            <a:ext cx="2743200" cy="365125"/>
          </a:xfrm>
        </p:spPr>
        <p:txBody>
          <a:bodyPr>
            <a:normAutofit/>
          </a:bodyPr>
          <a:lstStyle/>
          <a:p>
            <a:pPr>
              <a:spcAft>
                <a:spcPts val="600"/>
              </a:spcAft>
            </a:pPr>
            <a:fld id="{445ACAB9-A218-46AE-8D37-8B32F32BBF79}" type="datetime1">
              <a:rPr lang="es-CR">
                <a:solidFill>
                  <a:srgbClr val="FFFFFF"/>
                </a:solidFill>
              </a:rPr>
              <a:pPr>
                <a:spcAft>
                  <a:spcPts val="600"/>
                </a:spcAft>
              </a:pPr>
              <a:t>25/8/2026</a:t>
            </a:fld>
            <a:endParaRPr lang="es-CR">
              <a:solidFill>
                <a:srgbClr val="FFFFFF"/>
              </a:solidFill>
            </a:endParaRPr>
          </a:p>
        </p:txBody>
      </p:sp>
      <p:sp>
        <p:nvSpPr>
          <p:cNvPr id="5" name="Marcador de pie de página 4">
            <a:extLst>
              <a:ext uri="{FF2B5EF4-FFF2-40B4-BE49-F238E27FC236}">
                <a16:creationId xmlns:a16="http://schemas.microsoft.com/office/drawing/2014/main" id="{3A02CDB0-BF3F-D347-3C8C-6FF47F17B2B2}"/>
              </a:ext>
            </a:extLst>
          </p:cNvPr>
          <p:cNvSpPr>
            <a:spLocks noGrp="1"/>
          </p:cNvSpPr>
          <p:nvPr>
            <p:ph type="ftr" sz="quarter" idx="4294967295"/>
          </p:nvPr>
        </p:nvSpPr>
        <p:spPr>
          <a:xfrm>
            <a:off x="4038600" y="6356350"/>
            <a:ext cx="4114800" cy="365125"/>
          </a:xfrm>
        </p:spPr>
        <p:txBody>
          <a:bodyPr>
            <a:normAutofit/>
          </a:bodyPr>
          <a:lstStyle/>
          <a:p>
            <a:pPr>
              <a:spcAft>
                <a:spcPts val="600"/>
              </a:spcAft>
            </a:pPr>
            <a:r>
              <a:rPr lang="es-CR">
                <a:solidFill>
                  <a:srgbClr val="FFFFFF"/>
                </a:solidFill>
              </a:rPr>
              <a:t>Ing. Marlen Treviño</a:t>
            </a:r>
          </a:p>
        </p:txBody>
      </p:sp>
      <p:sp>
        <p:nvSpPr>
          <p:cNvPr id="6" name="Marcador de número de diapositiva 5">
            <a:extLst>
              <a:ext uri="{FF2B5EF4-FFF2-40B4-BE49-F238E27FC236}">
                <a16:creationId xmlns:a16="http://schemas.microsoft.com/office/drawing/2014/main" id="{93D252EB-BDFE-A4D4-EC17-0D050F5ED32C}"/>
              </a:ext>
            </a:extLst>
          </p:cNvPr>
          <p:cNvSpPr>
            <a:spLocks noGrp="1"/>
          </p:cNvSpPr>
          <p:nvPr>
            <p:ph type="sldNum" sz="quarter" idx="4294967295"/>
          </p:nvPr>
        </p:nvSpPr>
        <p:spPr>
          <a:xfrm>
            <a:off x="8610600" y="6356350"/>
            <a:ext cx="2743200" cy="365125"/>
          </a:xfrm>
        </p:spPr>
        <p:txBody>
          <a:bodyPr>
            <a:normAutofit/>
          </a:bodyPr>
          <a:lstStyle/>
          <a:p>
            <a:pPr>
              <a:spcAft>
                <a:spcPts val="600"/>
              </a:spcAft>
            </a:pPr>
            <a:fld id="{58F6A4BC-CB6C-4E38-9980-8A7B9F48D36C}" type="slidenum">
              <a:rPr lang="es-CR">
                <a:solidFill>
                  <a:srgbClr val="FFFFFF"/>
                </a:solidFill>
              </a:rPr>
              <a:pPr>
                <a:spcAft>
                  <a:spcPts val="600"/>
                </a:spcAft>
              </a:pPr>
              <a:t>64</a:t>
            </a:fld>
            <a:endParaRPr lang="es-CR">
              <a:solidFill>
                <a:srgbClr val="FFFFFF"/>
              </a:solidFill>
            </a:endParaRPr>
          </a:p>
        </p:txBody>
      </p:sp>
    </p:spTree>
    <p:extLst>
      <p:ext uri="{BB962C8B-B14F-4D97-AF65-F5344CB8AC3E}">
        <p14:creationId xmlns:p14="http://schemas.microsoft.com/office/powerpoint/2010/main" val="19865865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C94A5D7C-A2E6-432B-B572-5414999007F8}"/>
              </a:ext>
            </a:extLst>
          </p:cNvPr>
          <p:cNvSpPr>
            <a:spLocks noGrp="1"/>
          </p:cNvSpPr>
          <p:nvPr>
            <p:ph type="sldNum" sz="quarter" idx="4294967295"/>
          </p:nvPr>
        </p:nvSpPr>
        <p:spPr>
          <a:xfrm>
            <a:off x="8610600" y="6356350"/>
            <a:ext cx="2743200" cy="365125"/>
          </a:xfrm>
        </p:spPr>
        <p:txBody>
          <a:bodyPr/>
          <a:lstStyle/>
          <a:p>
            <a:fld id="{58F6A4BC-CB6C-4E38-9980-8A7B9F48D36C}" type="slidenum">
              <a:rPr lang="es-CR" smtClean="0"/>
              <a:t>65</a:t>
            </a:fld>
            <a:endParaRPr lang="es-CR" dirty="0"/>
          </a:p>
        </p:txBody>
      </p:sp>
      <p:sp>
        <p:nvSpPr>
          <p:cNvPr id="11" name="Título 8">
            <a:extLst>
              <a:ext uri="{FF2B5EF4-FFF2-40B4-BE49-F238E27FC236}">
                <a16:creationId xmlns:a16="http://schemas.microsoft.com/office/drawing/2014/main" id="{F294B672-0FF9-464B-915F-FD4538A27593}"/>
              </a:ext>
            </a:extLst>
          </p:cNvPr>
          <p:cNvSpPr>
            <a:spLocks noGrp="1"/>
          </p:cNvSpPr>
          <p:nvPr>
            <p:ph type="title"/>
          </p:nvPr>
        </p:nvSpPr>
        <p:spPr>
          <a:xfrm>
            <a:off x="117183" y="457200"/>
            <a:ext cx="5332517" cy="3205700"/>
          </a:xfrm>
        </p:spPr>
        <p:txBody>
          <a:bodyPr>
            <a:normAutofit/>
          </a:bodyPr>
          <a:lstStyle/>
          <a:p>
            <a:r>
              <a:rPr lang="es-CR" sz="5400" b="1" dirty="0">
                <a:effectLst>
                  <a:outerShdw blurRad="38100" dist="38100" dir="2700000" algn="tl">
                    <a:srgbClr val="000000">
                      <a:alpha val="43137"/>
                    </a:srgbClr>
                  </a:outerShdw>
                </a:effectLst>
              </a:rPr>
              <a:t>Pruebas estáticas </a:t>
            </a:r>
            <a:br>
              <a:rPr lang="es-CR" sz="5400" b="1" dirty="0">
                <a:effectLst>
                  <a:outerShdw blurRad="38100" dist="38100" dir="2700000" algn="tl">
                    <a:srgbClr val="000000">
                      <a:alpha val="43137"/>
                    </a:srgbClr>
                  </a:outerShdw>
                </a:effectLst>
              </a:rPr>
            </a:br>
            <a:r>
              <a:rPr lang="es-CR" sz="5400" b="1" dirty="0">
                <a:effectLst>
                  <a:outerShdw blurRad="38100" dist="38100" dir="2700000" algn="tl">
                    <a:srgbClr val="000000">
                      <a:alpha val="43137"/>
                    </a:srgbClr>
                  </a:outerShdw>
                </a:effectLst>
              </a:rPr>
              <a:t>vs </a:t>
            </a:r>
            <a:br>
              <a:rPr lang="es-CR" sz="5400" b="1" dirty="0">
                <a:effectLst>
                  <a:outerShdw blurRad="38100" dist="38100" dir="2700000" algn="tl">
                    <a:srgbClr val="000000">
                      <a:alpha val="43137"/>
                    </a:srgbClr>
                  </a:outerShdw>
                </a:effectLst>
              </a:rPr>
            </a:br>
            <a:r>
              <a:rPr lang="es-CR" sz="5400" b="1" dirty="0">
                <a:effectLst>
                  <a:outerShdw blurRad="38100" dist="38100" dir="2700000" algn="tl">
                    <a:srgbClr val="000000">
                      <a:alpha val="43137"/>
                    </a:srgbClr>
                  </a:outerShdw>
                </a:effectLst>
              </a:rPr>
              <a:t>Pruebas dinámicas</a:t>
            </a:r>
          </a:p>
        </p:txBody>
      </p:sp>
      <p:grpSp>
        <p:nvGrpSpPr>
          <p:cNvPr id="36" name="Grupo 35">
            <a:extLst>
              <a:ext uri="{FF2B5EF4-FFF2-40B4-BE49-F238E27FC236}">
                <a16:creationId xmlns:a16="http://schemas.microsoft.com/office/drawing/2014/main" id="{F5C314FC-6A29-4B8E-B280-16B0928B15CF}"/>
              </a:ext>
            </a:extLst>
          </p:cNvPr>
          <p:cNvGrpSpPr/>
          <p:nvPr/>
        </p:nvGrpSpPr>
        <p:grpSpPr>
          <a:xfrm>
            <a:off x="6877882" y="79515"/>
            <a:ext cx="5196935" cy="648000"/>
            <a:chOff x="7195930" y="159027"/>
            <a:chExt cx="5196935" cy="648000"/>
          </a:xfrm>
        </p:grpSpPr>
        <p:sp>
          <p:nvSpPr>
            <p:cNvPr id="12" name="Rectángulo: esquinas redondeadas 11">
              <a:extLst>
                <a:ext uri="{FF2B5EF4-FFF2-40B4-BE49-F238E27FC236}">
                  <a16:creationId xmlns:a16="http://schemas.microsoft.com/office/drawing/2014/main" id="{4F7A1C94-4EDF-4BEA-A199-154FF07B1DD1}"/>
                </a:ext>
              </a:extLst>
            </p:cNvPr>
            <p:cNvSpPr/>
            <p:nvPr/>
          </p:nvSpPr>
          <p:spPr>
            <a:xfrm>
              <a:off x="7195930" y="159027"/>
              <a:ext cx="2520000" cy="648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sz="2000" b="1" dirty="0"/>
                <a:t>Estáticas</a:t>
              </a:r>
            </a:p>
          </p:txBody>
        </p:sp>
        <p:sp>
          <p:nvSpPr>
            <p:cNvPr id="13" name="Rectángulo: esquinas redondeadas 12">
              <a:extLst>
                <a:ext uri="{FF2B5EF4-FFF2-40B4-BE49-F238E27FC236}">
                  <a16:creationId xmlns:a16="http://schemas.microsoft.com/office/drawing/2014/main" id="{3DF490E7-2935-4A37-9F75-9A0E765DA0C7}"/>
                </a:ext>
              </a:extLst>
            </p:cNvPr>
            <p:cNvSpPr/>
            <p:nvPr/>
          </p:nvSpPr>
          <p:spPr>
            <a:xfrm>
              <a:off x="9872865" y="159027"/>
              <a:ext cx="2520000" cy="648000"/>
            </a:xfrm>
            <a:prstGeom prst="round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sz="2000" b="1" dirty="0"/>
                <a:t>Dinámicas</a:t>
              </a:r>
            </a:p>
          </p:txBody>
        </p:sp>
      </p:grpSp>
      <p:grpSp>
        <p:nvGrpSpPr>
          <p:cNvPr id="44" name="Grupo 43">
            <a:extLst>
              <a:ext uri="{FF2B5EF4-FFF2-40B4-BE49-F238E27FC236}">
                <a16:creationId xmlns:a16="http://schemas.microsoft.com/office/drawing/2014/main" id="{217DDD25-351B-41CF-9B62-44BCB6FB1F83}"/>
              </a:ext>
            </a:extLst>
          </p:cNvPr>
          <p:cNvGrpSpPr/>
          <p:nvPr/>
        </p:nvGrpSpPr>
        <p:grpSpPr>
          <a:xfrm>
            <a:off x="5606636" y="800849"/>
            <a:ext cx="6499279" cy="1459147"/>
            <a:chOff x="5606636" y="800849"/>
            <a:chExt cx="6499279" cy="1459147"/>
          </a:xfrm>
        </p:grpSpPr>
        <p:grpSp>
          <p:nvGrpSpPr>
            <p:cNvPr id="31" name="Grupo 30">
              <a:extLst>
                <a:ext uri="{FF2B5EF4-FFF2-40B4-BE49-F238E27FC236}">
                  <a16:creationId xmlns:a16="http://schemas.microsoft.com/office/drawing/2014/main" id="{4F9E4BA8-347A-4685-A6BF-1E0BAC6781D8}"/>
                </a:ext>
              </a:extLst>
            </p:cNvPr>
            <p:cNvGrpSpPr/>
            <p:nvPr/>
          </p:nvGrpSpPr>
          <p:grpSpPr>
            <a:xfrm>
              <a:off x="5606636" y="902132"/>
              <a:ext cx="1332000" cy="1224000"/>
              <a:chOff x="5865049" y="1124537"/>
              <a:chExt cx="1332000" cy="1339263"/>
            </a:xfrm>
          </p:grpSpPr>
          <p:sp>
            <p:nvSpPr>
              <p:cNvPr id="26" name="Rectángulo: esquinas redondeadas 25">
                <a:extLst>
                  <a:ext uri="{FF2B5EF4-FFF2-40B4-BE49-F238E27FC236}">
                    <a16:creationId xmlns:a16="http://schemas.microsoft.com/office/drawing/2014/main" id="{6281400A-C7EE-4774-81AE-B5D5497246D7}"/>
                  </a:ext>
                </a:extLst>
              </p:cNvPr>
              <p:cNvSpPr/>
              <p:nvPr/>
            </p:nvSpPr>
            <p:spPr>
              <a:xfrm>
                <a:off x="5865049" y="1124537"/>
                <a:ext cx="1332000" cy="1339263"/>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b="1" dirty="0">
                  <a:solidFill>
                    <a:schemeClr val="tx1"/>
                  </a:solidFill>
                </a:endParaRPr>
              </a:p>
              <a:p>
                <a:pPr algn="ctr"/>
                <a:endParaRPr lang="es-CR" b="1" dirty="0">
                  <a:solidFill>
                    <a:schemeClr val="tx1"/>
                  </a:solidFill>
                </a:endParaRPr>
              </a:p>
              <a:p>
                <a:pPr algn="ctr"/>
                <a:endParaRPr lang="es-CR" b="1" dirty="0">
                  <a:solidFill>
                    <a:schemeClr val="tx1"/>
                  </a:solidFill>
                </a:endParaRPr>
              </a:p>
              <a:p>
                <a:pPr algn="ctr"/>
                <a:r>
                  <a:rPr lang="es-CR" b="1" dirty="0">
                    <a:solidFill>
                      <a:schemeClr val="tx1"/>
                    </a:solidFill>
                  </a:rPr>
                  <a:t>Ejecución</a:t>
                </a:r>
              </a:p>
            </p:txBody>
          </p:sp>
          <p:pic>
            <p:nvPicPr>
              <p:cNvPr id="15" name="Gráfico 14" descr="Ordenador con relleno sólido">
                <a:extLst>
                  <a:ext uri="{FF2B5EF4-FFF2-40B4-BE49-F238E27FC236}">
                    <a16:creationId xmlns:a16="http://schemas.microsoft.com/office/drawing/2014/main" id="{D5642B98-D578-4F84-93A2-CAB03EEAAA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6051550" y="1144726"/>
                <a:ext cx="835703" cy="914400"/>
              </a:xfrm>
              <a:prstGeom prst="rect">
                <a:avLst/>
              </a:prstGeom>
            </p:spPr>
          </p:pic>
        </p:grpSp>
        <p:sp>
          <p:nvSpPr>
            <p:cNvPr id="35" name="Rectángulo 34">
              <a:extLst>
                <a:ext uri="{FF2B5EF4-FFF2-40B4-BE49-F238E27FC236}">
                  <a16:creationId xmlns:a16="http://schemas.microsoft.com/office/drawing/2014/main" id="{14E8CF7D-60E7-4DA8-ADB3-C8FCD1ACFA05}"/>
                </a:ext>
              </a:extLst>
            </p:cNvPr>
            <p:cNvSpPr/>
            <p:nvPr/>
          </p:nvSpPr>
          <p:spPr>
            <a:xfrm>
              <a:off x="6837839" y="800849"/>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Las pruebas se realizan a productos de trabajo como documentos de requerimientos, casos de prueba, planes de prueba y código.</a:t>
              </a:r>
            </a:p>
          </p:txBody>
        </p:sp>
        <p:sp>
          <p:nvSpPr>
            <p:cNvPr id="40" name="Rectángulo 39">
              <a:extLst>
                <a:ext uri="{FF2B5EF4-FFF2-40B4-BE49-F238E27FC236}">
                  <a16:creationId xmlns:a16="http://schemas.microsoft.com/office/drawing/2014/main" id="{BDB7B5F3-A054-49C6-9E0D-766B46F55184}"/>
                </a:ext>
              </a:extLst>
            </p:cNvPr>
            <p:cNvSpPr/>
            <p:nvPr/>
          </p:nvSpPr>
          <p:spPr>
            <a:xfrm>
              <a:off x="9513915" y="800849"/>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Las pruebas se realizan mientras el </a:t>
              </a:r>
              <a:r>
                <a:rPr lang="es-CR" sz="1550" b="1" dirty="0">
                  <a:solidFill>
                    <a:schemeClr val="tx1"/>
                  </a:solidFill>
                </a:rPr>
                <a:t>código está en ejecución</a:t>
              </a:r>
              <a:r>
                <a:rPr lang="es-CR" sz="1550" dirty="0">
                  <a:solidFill>
                    <a:schemeClr val="tx1"/>
                  </a:solidFill>
                </a:rPr>
                <a:t>.</a:t>
              </a:r>
            </a:p>
          </p:txBody>
        </p:sp>
      </p:grpSp>
      <p:grpSp>
        <p:nvGrpSpPr>
          <p:cNvPr id="45" name="Grupo 44">
            <a:extLst>
              <a:ext uri="{FF2B5EF4-FFF2-40B4-BE49-F238E27FC236}">
                <a16:creationId xmlns:a16="http://schemas.microsoft.com/office/drawing/2014/main" id="{55B88012-2D3A-42A5-B188-3D01605E40F8}"/>
              </a:ext>
            </a:extLst>
          </p:cNvPr>
          <p:cNvGrpSpPr/>
          <p:nvPr/>
        </p:nvGrpSpPr>
        <p:grpSpPr>
          <a:xfrm>
            <a:off x="5588417" y="2303137"/>
            <a:ext cx="6512593" cy="1459147"/>
            <a:chOff x="5588417" y="2303137"/>
            <a:chExt cx="6512593" cy="1459147"/>
          </a:xfrm>
        </p:grpSpPr>
        <p:grpSp>
          <p:nvGrpSpPr>
            <p:cNvPr id="32" name="Grupo 31">
              <a:extLst>
                <a:ext uri="{FF2B5EF4-FFF2-40B4-BE49-F238E27FC236}">
                  <a16:creationId xmlns:a16="http://schemas.microsoft.com/office/drawing/2014/main" id="{92606148-3B2F-409A-A5D3-315ACAD1650A}"/>
                </a:ext>
              </a:extLst>
            </p:cNvPr>
            <p:cNvGrpSpPr/>
            <p:nvPr/>
          </p:nvGrpSpPr>
          <p:grpSpPr>
            <a:xfrm>
              <a:off x="5588417" y="2438900"/>
              <a:ext cx="1332000" cy="1224000"/>
              <a:chOff x="5892928" y="2576410"/>
              <a:chExt cx="1332000" cy="1339263"/>
            </a:xfrm>
          </p:grpSpPr>
          <p:sp>
            <p:nvSpPr>
              <p:cNvPr id="27" name="Rectángulo: esquinas redondeadas 26">
                <a:extLst>
                  <a:ext uri="{FF2B5EF4-FFF2-40B4-BE49-F238E27FC236}">
                    <a16:creationId xmlns:a16="http://schemas.microsoft.com/office/drawing/2014/main" id="{B9159D8C-505F-43D1-B6CD-3051286A5A52}"/>
                  </a:ext>
                </a:extLst>
              </p:cNvPr>
              <p:cNvSpPr/>
              <p:nvPr/>
            </p:nvSpPr>
            <p:spPr>
              <a:xfrm>
                <a:off x="5892928" y="2576410"/>
                <a:ext cx="1332000" cy="1339263"/>
              </a:xfrm>
              <a:prstGeom prst="roundRect">
                <a:avLst/>
              </a:prstGeom>
              <a:solidFill>
                <a:srgbClr val="D9D9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b="1" dirty="0">
                  <a:solidFill>
                    <a:schemeClr val="tx1"/>
                  </a:solidFill>
                </a:endParaRPr>
              </a:p>
              <a:p>
                <a:pPr algn="ctr"/>
                <a:endParaRPr lang="es-CR" b="1" dirty="0">
                  <a:solidFill>
                    <a:schemeClr val="tx1"/>
                  </a:solidFill>
                </a:endParaRPr>
              </a:p>
              <a:p>
                <a:pPr algn="ctr"/>
                <a:endParaRPr lang="es-CR" b="1" dirty="0">
                  <a:solidFill>
                    <a:schemeClr val="tx1"/>
                  </a:solidFill>
                </a:endParaRPr>
              </a:p>
              <a:p>
                <a:pPr algn="ctr"/>
                <a:r>
                  <a:rPr lang="es-CR" b="1" dirty="0">
                    <a:solidFill>
                      <a:schemeClr val="tx1"/>
                    </a:solidFill>
                  </a:rPr>
                  <a:t>Defectos</a:t>
                </a:r>
              </a:p>
            </p:txBody>
          </p:sp>
          <p:pic>
            <p:nvPicPr>
              <p:cNvPr id="17" name="Gráfico 16" descr="Portapapeles parcialmente tachado con relleno sólido">
                <a:extLst>
                  <a:ext uri="{FF2B5EF4-FFF2-40B4-BE49-F238E27FC236}">
                    <a16:creationId xmlns:a16="http://schemas.microsoft.com/office/drawing/2014/main" id="{366DA587-CD25-4050-925B-2603926564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6137093" y="2651402"/>
                <a:ext cx="835703" cy="914400"/>
              </a:xfrm>
              <a:prstGeom prst="rect">
                <a:avLst/>
              </a:prstGeom>
            </p:spPr>
          </p:pic>
        </p:grpSp>
        <p:sp>
          <p:nvSpPr>
            <p:cNvPr id="37" name="Rectángulo 36">
              <a:extLst>
                <a:ext uri="{FF2B5EF4-FFF2-40B4-BE49-F238E27FC236}">
                  <a16:creationId xmlns:a16="http://schemas.microsoft.com/office/drawing/2014/main" id="{C2246D4E-632D-475B-B229-FF5EFB40915A}"/>
                </a:ext>
              </a:extLst>
            </p:cNvPr>
            <p:cNvSpPr/>
            <p:nvPr/>
          </p:nvSpPr>
          <p:spPr>
            <a:xfrm>
              <a:off x="6832934" y="2303137"/>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Se enfocan en la </a:t>
              </a:r>
              <a:r>
                <a:rPr lang="es-CR" sz="1550" b="1" dirty="0">
                  <a:solidFill>
                    <a:schemeClr val="tx1"/>
                  </a:solidFill>
                </a:rPr>
                <a:t>prevención</a:t>
              </a:r>
              <a:r>
                <a:rPr lang="es-CR" sz="1550" dirty="0">
                  <a:solidFill>
                    <a:schemeClr val="tx1"/>
                  </a:solidFill>
                </a:rPr>
                <a:t> de defectos.</a:t>
              </a:r>
            </a:p>
          </p:txBody>
        </p:sp>
        <p:sp>
          <p:nvSpPr>
            <p:cNvPr id="41" name="Rectángulo 40">
              <a:extLst>
                <a:ext uri="{FF2B5EF4-FFF2-40B4-BE49-F238E27FC236}">
                  <a16:creationId xmlns:a16="http://schemas.microsoft.com/office/drawing/2014/main" id="{0D44292F-1E4B-4429-9FDA-76CAFBC631CB}"/>
                </a:ext>
              </a:extLst>
            </p:cNvPr>
            <p:cNvSpPr/>
            <p:nvPr/>
          </p:nvSpPr>
          <p:spPr>
            <a:xfrm>
              <a:off x="9509010" y="2303137"/>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Se enfocan en la </a:t>
              </a:r>
              <a:r>
                <a:rPr lang="es-CR" sz="1550" b="1" dirty="0">
                  <a:solidFill>
                    <a:schemeClr val="tx1"/>
                  </a:solidFill>
                </a:rPr>
                <a:t>detección</a:t>
              </a:r>
              <a:r>
                <a:rPr lang="es-CR" sz="1550" dirty="0">
                  <a:solidFill>
                    <a:schemeClr val="tx1"/>
                  </a:solidFill>
                </a:rPr>
                <a:t> de defectos.</a:t>
              </a:r>
            </a:p>
          </p:txBody>
        </p:sp>
      </p:grpSp>
      <p:grpSp>
        <p:nvGrpSpPr>
          <p:cNvPr id="46" name="Grupo 45">
            <a:extLst>
              <a:ext uri="{FF2B5EF4-FFF2-40B4-BE49-F238E27FC236}">
                <a16:creationId xmlns:a16="http://schemas.microsoft.com/office/drawing/2014/main" id="{2D3C5F9D-BEF8-4D69-8E5A-B10F0AE91591}"/>
              </a:ext>
            </a:extLst>
          </p:cNvPr>
          <p:cNvGrpSpPr/>
          <p:nvPr/>
        </p:nvGrpSpPr>
        <p:grpSpPr>
          <a:xfrm>
            <a:off x="5604112" y="3804981"/>
            <a:ext cx="6511742" cy="1459147"/>
            <a:chOff x="5604112" y="3804981"/>
            <a:chExt cx="6511742" cy="1459147"/>
          </a:xfrm>
        </p:grpSpPr>
        <p:grpSp>
          <p:nvGrpSpPr>
            <p:cNvPr id="33" name="Grupo 32">
              <a:extLst>
                <a:ext uri="{FF2B5EF4-FFF2-40B4-BE49-F238E27FC236}">
                  <a16:creationId xmlns:a16="http://schemas.microsoft.com/office/drawing/2014/main" id="{DDB473D8-7C24-4861-830B-C2649B8C9B27}"/>
                </a:ext>
              </a:extLst>
            </p:cNvPr>
            <p:cNvGrpSpPr/>
            <p:nvPr/>
          </p:nvGrpSpPr>
          <p:grpSpPr>
            <a:xfrm>
              <a:off x="5604112" y="3952280"/>
              <a:ext cx="1332000" cy="1224000"/>
              <a:chOff x="5973930" y="4002795"/>
              <a:chExt cx="1332000" cy="1339263"/>
            </a:xfrm>
          </p:grpSpPr>
          <p:sp>
            <p:nvSpPr>
              <p:cNvPr id="28" name="Rectángulo: esquinas redondeadas 27">
                <a:extLst>
                  <a:ext uri="{FF2B5EF4-FFF2-40B4-BE49-F238E27FC236}">
                    <a16:creationId xmlns:a16="http://schemas.microsoft.com/office/drawing/2014/main" id="{54CE1E2D-5FCE-429D-BC29-32E5756A8DC7}"/>
                  </a:ext>
                </a:extLst>
              </p:cNvPr>
              <p:cNvSpPr/>
              <p:nvPr/>
            </p:nvSpPr>
            <p:spPr>
              <a:xfrm>
                <a:off x="5973930" y="4002795"/>
                <a:ext cx="1332000" cy="1339263"/>
              </a:xfrm>
              <a:prstGeom prst="round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b="1" dirty="0">
                  <a:solidFill>
                    <a:schemeClr val="tx1"/>
                  </a:solidFill>
                </a:endParaRPr>
              </a:p>
              <a:p>
                <a:pPr algn="ctr"/>
                <a:endParaRPr lang="es-CR" b="1" dirty="0">
                  <a:solidFill>
                    <a:schemeClr val="tx1"/>
                  </a:solidFill>
                </a:endParaRPr>
              </a:p>
              <a:p>
                <a:pPr algn="ctr"/>
                <a:endParaRPr lang="es-CR" b="1" dirty="0">
                  <a:solidFill>
                    <a:schemeClr val="tx1"/>
                  </a:solidFill>
                </a:endParaRPr>
              </a:p>
              <a:p>
                <a:pPr algn="ctr"/>
                <a:r>
                  <a:rPr lang="es-CR" b="1" dirty="0">
                    <a:solidFill>
                      <a:schemeClr val="tx1"/>
                    </a:solidFill>
                  </a:rPr>
                  <a:t>Ciclo de vida</a:t>
                </a:r>
              </a:p>
            </p:txBody>
          </p:sp>
          <p:pic>
            <p:nvPicPr>
              <p:cNvPr id="23" name="Gráfico 22" descr="Círculos con flechas con relleno sólido">
                <a:extLst>
                  <a:ext uri="{FF2B5EF4-FFF2-40B4-BE49-F238E27FC236}">
                    <a16:creationId xmlns:a16="http://schemas.microsoft.com/office/drawing/2014/main" id="{949CAF31-D932-4724-B2FB-83C27AD574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6214504" y="4002795"/>
                <a:ext cx="835703" cy="914400"/>
              </a:xfrm>
              <a:prstGeom prst="rect">
                <a:avLst/>
              </a:prstGeom>
            </p:spPr>
          </p:pic>
        </p:grpSp>
        <p:sp>
          <p:nvSpPr>
            <p:cNvPr id="38" name="Rectángulo 37">
              <a:extLst>
                <a:ext uri="{FF2B5EF4-FFF2-40B4-BE49-F238E27FC236}">
                  <a16:creationId xmlns:a16="http://schemas.microsoft.com/office/drawing/2014/main" id="{0F882B01-651A-4E99-AA88-EB4FD7BEE61D}"/>
                </a:ext>
              </a:extLst>
            </p:cNvPr>
            <p:cNvSpPr/>
            <p:nvPr/>
          </p:nvSpPr>
          <p:spPr>
            <a:xfrm>
              <a:off x="6847778" y="3804981"/>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pPr defTabSz="893763"/>
              <a:r>
                <a:rPr lang="es-CR" sz="1550" dirty="0">
                  <a:solidFill>
                    <a:schemeClr val="tx1"/>
                  </a:solidFill>
                </a:rPr>
                <a:t>Pueden ser realizadas desde las </a:t>
              </a:r>
              <a:r>
                <a:rPr lang="es-CR" sz="1550" b="1" dirty="0">
                  <a:solidFill>
                    <a:schemeClr val="tx1"/>
                  </a:solidFill>
                </a:rPr>
                <a:t>primeras etapas </a:t>
              </a:r>
              <a:r>
                <a:rPr lang="es-CR" sz="1550" dirty="0">
                  <a:solidFill>
                    <a:schemeClr val="tx1"/>
                  </a:solidFill>
                </a:rPr>
                <a:t>del ciclo de vida del software.</a:t>
              </a:r>
            </a:p>
          </p:txBody>
        </p:sp>
        <p:sp>
          <p:nvSpPr>
            <p:cNvPr id="42" name="Rectángulo 41">
              <a:extLst>
                <a:ext uri="{FF2B5EF4-FFF2-40B4-BE49-F238E27FC236}">
                  <a16:creationId xmlns:a16="http://schemas.microsoft.com/office/drawing/2014/main" id="{DDA5C6C7-1B97-4AB8-9608-9BDFFB154642}"/>
                </a:ext>
              </a:extLst>
            </p:cNvPr>
            <p:cNvSpPr/>
            <p:nvPr/>
          </p:nvSpPr>
          <p:spPr>
            <a:xfrm>
              <a:off x="9523854" y="3804981"/>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Se realizan cuando el código es desplegado en un ambiente de pruebas.</a:t>
              </a:r>
            </a:p>
          </p:txBody>
        </p:sp>
      </p:grpSp>
      <p:grpSp>
        <p:nvGrpSpPr>
          <p:cNvPr id="47" name="Grupo 46">
            <a:extLst>
              <a:ext uri="{FF2B5EF4-FFF2-40B4-BE49-F238E27FC236}">
                <a16:creationId xmlns:a16="http://schemas.microsoft.com/office/drawing/2014/main" id="{D35066D0-8B55-467D-B3CF-CB2F39EB09FE}"/>
              </a:ext>
            </a:extLst>
          </p:cNvPr>
          <p:cNvGrpSpPr/>
          <p:nvPr/>
        </p:nvGrpSpPr>
        <p:grpSpPr>
          <a:xfrm>
            <a:off x="5586184" y="5307269"/>
            <a:ext cx="6524765" cy="1459147"/>
            <a:chOff x="5586184" y="5307269"/>
            <a:chExt cx="6524765" cy="1459147"/>
          </a:xfrm>
        </p:grpSpPr>
        <p:grpSp>
          <p:nvGrpSpPr>
            <p:cNvPr id="30" name="Grupo 29">
              <a:extLst>
                <a:ext uri="{FF2B5EF4-FFF2-40B4-BE49-F238E27FC236}">
                  <a16:creationId xmlns:a16="http://schemas.microsoft.com/office/drawing/2014/main" id="{5C408160-E1F5-4DD7-AACC-694931DA1FAE}"/>
                </a:ext>
              </a:extLst>
            </p:cNvPr>
            <p:cNvGrpSpPr/>
            <p:nvPr/>
          </p:nvGrpSpPr>
          <p:grpSpPr>
            <a:xfrm>
              <a:off x="5586184" y="5412369"/>
              <a:ext cx="1332000" cy="1224000"/>
              <a:chOff x="7294473" y="5198269"/>
              <a:chExt cx="1332000" cy="1347908"/>
            </a:xfrm>
          </p:grpSpPr>
          <p:sp>
            <p:nvSpPr>
              <p:cNvPr id="29" name="Rectángulo: esquinas redondeadas 28">
                <a:extLst>
                  <a:ext uri="{FF2B5EF4-FFF2-40B4-BE49-F238E27FC236}">
                    <a16:creationId xmlns:a16="http://schemas.microsoft.com/office/drawing/2014/main" id="{571FAB0E-B433-4699-846D-DD56B5F3F3DC}"/>
                  </a:ext>
                </a:extLst>
              </p:cNvPr>
              <p:cNvSpPr/>
              <p:nvPr/>
            </p:nvSpPr>
            <p:spPr>
              <a:xfrm>
                <a:off x="7294473" y="5206914"/>
                <a:ext cx="1332000" cy="1339263"/>
              </a:xfrm>
              <a:prstGeom prst="roundRect">
                <a:avLst/>
              </a:prstGeom>
              <a:solidFill>
                <a:srgbClr val="D9D9D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b="1" dirty="0">
                  <a:solidFill>
                    <a:schemeClr val="tx1"/>
                  </a:solidFill>
                </a:endParaRPr>
              </a:p>
              <a:p>
                <a:pPr algn="ctr"/>
                <a:endParaRPr lang="es-CR" b="1" dirty="0">
                  <a:solidFill>
                    <a:schemeClr val="tx1"/>
                  </a:solidFill>
                </a:endParaRPr>
              </a:p>
              <a:p>
                <a:pPr algn="ctr"/>
                <a:endParaRPr lang="es-CR" b="1" dirty="0">
                  <a:solidFill>
                    <a:schemeClr val="tx1"/>
                  </a:solidFill>
                </a:endParaRPr>
              </a:p>
              <a:p>
                <a:pPr algn="ctr"/>
                <a:r>
                  <a:rPr lang="es-CR" b="1" dirty="0">
                    <a:solidFill>
                      <a:schemeClr val="tx1"/>
                    </a:solidFill>
                  </a:rPr>
                  <a:t>Técnicas</a:t>
                </a:r>
              </a:p>
            </p:txBody>
          </p:sp>
          <p:pic>
            <p:nvPicPr>
              <p:cNvPr id="25" name="Gráfico 24" descr="Cuaderno de estrategias con relleno sólido">
                <a:extLst>
                  <a:ext uri="{FF2B5EF4-FFF2-40B4-BE49-F238E27FC236}">
                    <a16:creationId xmlns:a16="http://schemas.microsoft.com/office/drawing/2014/main" id="{64D0A0DA-4B5F-44A1-A303-5AEB5613541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7519797" y="5198269"/>
                <a:ext cx="830343" cy="914400"/>
              </a:xfrm>
              <a:prstGeom prst="rect">
                <a:avLst/>
              </a:prstGeom>
            </p:spPr>
          </p:pic>
        </p:grpSp>
        <p:sp>
          <p:nvSpPr>
            <p:cNvPr id="39" name="Rectángulo 38">
              <a:extLst>
                <a:ext uri="{FF2B5EF4-FFF2-40B4-BE49-F238E27FC236}">
                  <a16:creationId xmlns:a16="http://schemas.microsoft.com/office/drawing/2014/main" id="{26F47F5B-1021-480F-9780-77B96993E79B}"/>
                </a:ext>
              </a:extLst>
            </p:cNvPr>
            <p:cNvSpPr/>
            <p:nvPr/>
          </p:nvSpPr>
          <p:spPr>
            <a:xfrm>
              <a:off x="6842873" y="5307269"/>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Se utilizan técnicas como revisión técnica, inspección y revisión de código.</a:t>
              </a:r>
            </a:p>
          </p:txBody>
        </p:sp>
        <p:sp>
          <p:nvSpPr>
            <p:cNvPr id="43" name="Rectángulo 42">
              <a:extLst>
                <a:ext uri="{FF2B5EF4-FFF2-40B4-BE49-F238E27FC236}">
                  <a16:creationId xmlns:a16="http://schemas.microsoft.com/office/drawing/2014/main" id="{9B14B2C0-3019-40A4-9A0E-2122D467939C}"/>
                </a:ext>
              </a:extLst>
            </p:cNvPr>
            <p:cNvSpPr/>
            <p:nvPr/>
          </p:nvSpPr>
          <p:spPr>
            <a:xfrm>
              <a:off x="9518949" y="5307269"/>
              <a:ext cx="2592000" cy="1459147"/>
            </a:xfrm>
            <a:prstGeom prst="rect">
              <a:avLst/>
            </a:pr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1"/>
            <a:lstStyle/>
            <a:p>
              <a:r>
                <a:rPr lang="es-CR" sz="1550" dirty="0">
                  <a:solidFill>
                    <a:schemeClr val="tx1"/>
                  </a:solidFill>
                </a:rPr>
                <a:t>Se utilizan tipos de pruebas funcionales y no funcionales.</a:t>
              </a:r>
            </a:p>
          </p:txBody>
        </p:sp>
      </p:grpSp>
    </p:spTree>
    <p:extLst>
      <p:ext uri="{BB962C8B-B14F-4D97-AF65-F5344CB8AC3E}">
        <p14:creationId xmlns:p14="http://schemas.microsoft.com/office/powerpoint/2010/main" val="1371580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dissolve">
                                      <p:cBhvr>
                                        <p:cTn id="7" dur="500"/>
                                        <p:tgtEl>
                                          <p:spTgt spid="3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dissolv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dissolve">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dissolve">
                                      <p:cBhvr>
                                        <p:cTn id="22" dur="500"/>
                                        <p:tgtEl>
                                          <p:spTgt spid="4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7"/>
                                        </p:tgtEl>
                                        <p:attrNameLst>
                                          <p:attrName>style.visibility</p:attrName>
                                        </p:attrNameLst>
                                      </p:cBhvr>
                                      <p:to>
                                        <p:strVal val="visible"/>
                                      </p:to>
                                    </p:set>
                                    <p:animEffect transition="in" filter="dissolve">
                                      <p:cBhvr>
                                        <p:cTn id="2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Kahoot Logo | 62 plays | Quizizz">
            <a:extLst>
              <a:ext uri="{FF2B5EF4-FFF2-40B4-BE49-F238E27FC236}">
                <a16:creationId xmlns:a16="http://schemas.microsoft.com/office/drawing/2014/main" id="{5B647716-4B3C-A9D2-AEA0-F8916C0F96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5127" name="Rectangle 5126">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E162125-743D-D3C6-DF51-33A2EFD657E0}"/>
              </a:ext>
            </a:extLst>
          </p:cNvPr>
          <p:cNvSpPr>
            <a:spLocks noGrp="1"/>
          </p:cNvSpPr>
          <p:nvPr>
            <p:ph type="title"/>
          </p:nvPr>
        </p:nvSpPr>
        <p:spPr>
          <a:xfrm>
            <a:off x="523875" y="5317240"/>
            <a:ext cx="11210925" cy="744836"/>
          </a:xfrm>
        </p:spPr>
        <p:txBody>
          <a:bodyPr vert="horz" lIns="91440" tIns="45720" rIns="91440" bIns="45720" rtlCol="0" anchor="ctr">
            <a:noAutofit/>
          </a:bodyPr>
          <a:lstStyle/>
          <a:p>
            <a:pPr algn="ctr"/>
            <a:r>
              <a:rPr lang="en-US" sz="6600" dirty="0" err="1">
                <a:solidFill>
                  <a:schemeClr val="tx1">
                    <a:lumMod val="85000"/>
                    <a:lumOff val="15000"/>
                  </a:schemeClr>
                </a:solidFill>
              </a:rPr>
              <a:t>Repaso</a:t>
            </a:r>
            <a:endParaRPr lang="en-US" sz="6600" dirty="0">
              <a:solidFill>
                <a:schemeClr val="tx1">
                  <a:lumMod val="85000"/>
                  <a:lumOff val="15000"/>
                </a:schemeClr>
              </a:solidFill>
            </a:endParaRPr>
          </a:p>
        </p:txBody>
      </p:sp>
      <p:cxnSp>
        <p:nvCxnSpPr>
          <p:cNvPr id="5129" name="Straight Connector 5128">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5131" name="Straight Connector 5130">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5054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uadroTexto 22">
            <a:extLst>
              <a:ext uri="{FF2B5EF4-FFF2-40B4-BE49-F238E27FC236}">
                <a16:creationId xmlns:a16="http://schemas.microsoft.com/office/drawing/2014/main" id="{23337E59-18EB-45A5-9BEE-FCE3BA08CDC6}"/>
              </a:ext>
            </a:extLst>
          </p:cNvPr>
          <p:cNvSpPr txBox="1"/>
          <p:nvPr/>
        </p:nvSpPr>
        <p:spPr>
          <a:xfrm>
            <a:off x="2782785" y="3637017"/>
            <a:ext cx="7534032" cy="3123932"/>
          </a:xfrm>
          <a:prstGeom prst="rect">
            <a:avLst/>
          </a:prstGeom>
          <a:noFill/>
        </p:spPr>
        <p:txBody>
          <a:bodyPr wrap="square" rtlCol="0">
            <a:spAutoFit/>
          </a:bodyPr>
          <a:lstStyle/>
          <a:p>
            <a:r>
              <a:rPr lang="es-CR" sz="4800" b="1" dirty="0">
                <a:latin typeface="Roboto Light" charset="0"/>
                <a:ea typeface="Roboto Light" charset="0"/>
                <a:cs typeface="Roboto Light" charset="0"/>
              </a:rPr>
              <a:t>Gracias por su atención</a:t>
            </a:r>
            <a:endParaRPr lang="es-CR" sz="2000" b="1" dirty="0">
              <a:latin typeface="Roboto" charset="0"/>
              <a:ea typeface="Roboto" charset="0"/>
              <a:cs typeface="Roboto" charset="0"/>
            </a:endParaRPr>
          </a:p>
          <a:p>
            <a:endParaRPr lang="es-CR" sz="2400" dirty="0">
              <a:latin typeface="Roboto Light" charset="0"/>
              <a:ea typeface="Roboto Light" charset="0"/>
              <a:cs typeface="Roboto Light" charset="0"/>
            </a:endParaRPr>
          </a:p>
          <a:p>
            <a:pPr>
              <a:spcAft>
                <a:spcPts val="600"/>
              </a:spcAft>
            </a:pPr>
            <a:r>
              <a:rPr lang="es-CR" sz="2400" b="1" dirty="0">
                <a:latin typeface="Roboto Light" charset="0"/>
                <a:ea typeface="Roboto Light" charset="0"/>
                <a:cs typeface="Roboto Light" charset="0"/>
              </a:rPr>
              <a:t>Elaborado por:</a:t>
            </a:r>
          </a:p>
          <a:p>
            <a:pPr marL="636588"/>
            <a:r>
              <a:rPr lang="es-CR" sz="2000" dirty="0">
                <a:latin typeface="Roboto Light" charset="0"/>
              </a:rPr>
              <a:t>Marlen Treviño</a:t>
            </a:r>
          </a:p>
          <a:p>
            <a:pPr marL="636588"/>
            <a:r>
              <a:rPr lang="es-CR" sz="2000" dirty="0">
                <a:latin typeface="Roboto Light" charset="0"/>
                <a:hlinkClick r:id="rId2"/>
              </a:rPr>
              <a:t>mtrevino@itcr.ac.cr</a:t>
            </a:r>
            <a:r>
              <a:rPr lang="es-CR" sz="2000" dirty="0">
                <a:latin typeface="Roboto Light" charset="0"/>
              </a:rPr>
              <a:t> </a:t>
            </a:r>
          </a:p>
          <a:p>
            <a:endParaRPr lang="es-CR" sz="2400" dirty="0">
              <a:latin typeface="Roboto Light" charset="0"/>
              <a:ea typeface="Roboto Light" charset="0"/>
              <a:cs typeface="Roboto Light" charset="0"/>
            </a:endParaRPr>
          </a:p>
          <a:p>
            <a:endParaRPr lang="es-ES_tradnl" sz="3200" dirty="0">
              <a:latin typeface="Roboto Light" charset="0"/>
              <a:ea typeface="Roboto Light" charset="0"/>
              <a:cs typeface="Roboto Light" charset="0"/>
            </a:endParaRPr>
          </a:p>
        </p:txBody>
      </p:sp>
      <p:pic>
        <p:nvPicPr>
          <p:cNvPr id="22" name="Imagen 21">
            <a:extLst>
              <a:ext uri="{FF2B5EF4-FFF2-40B4-BE49-F238E27FC236}">
                <a16:creationId xmlns:a16="http://schemas.microsoft.com/office/drawing/2014/main" id="{EA61DBE9-E3AE-41CE-93CF-118422F293AC}"/>
              </a:ext>
            </a:extLst>
          </p:cNvPr>
          <p:cNvPicPr>
            <a:picLocks noChangeAspect="1"/>
          </p:cNvPicPr>
          <p:nvPr/>
        </p:nvPicPr>
        <p:blipFill>
          <a:blip r:embed="rId3"/>
          <a:stretch>
            <a:fillRect/>
          </a:stretch>
        </p:blipFill>
        <p:spPr>
          <a:xfrm>
            <a:off x="-14000" y="64262"/>
            <a:ext cx="12192000" cy="4369482"/>
          </a:xfrm>
          <a:prstGeom prst="rect">
            <a:avLst/>
          </a:prstGeom>
        </p:spPr>
      </p:pic>
    </p:spTree>
    <p:extLst>
      <p:ext uri="{BB962C8B-B14F-4D97-AF65-F5344CB8AC3E}">
        <p14:creationId xmlns:p14="http://schemas.microsoft.com/office/powerpoint/2010/main" val="160830173"/>
      </p:ext>
    </p:extLst>
  </p:cSld>
  <p:clrMapOvr>
    <a:masterClrMapping/>
  </p:clrMapOvr>
</p:sld>
</file>

<file path=ppt/theme/theme1.xml><?xml version="1.0" encoding="utf-8"?>
<a:theme xmlns:a="http://schemas.openxmlformats.org/drawingml/2006/main" name="Tema de Office">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B9CE79E1917CA44A8D700A68A55BF3A1" ma:contentTypeVersion="13" ma:contentTypeDescription="Crear nuevo documento." ma:contentTypeScope="" ma:versionID="4e82126ebb2de31684cdbef0b37540f4">
  <xsd:schema xmlns:xsd="http://www.w3.org/2001/XMLSchema" xmlns:xs="http://www.w3.org/2001/XMLSchema" xmlns:p="http://schemas.microsoft.com/office/2006/metadata/properties" xmlns:ns2="b540f1d0-9e09-4ee1-af1a-40e8f5a5830d" xmlns:ns3="7862606f-3335-4726-8ea7-7d6574bc1ea5" targetNamespace="http://schemas.microsoft.com/office/2006/metadata/properties" ma:root="true" ma:fieldsID="5b6dffde20e6c1961197702f3b254c21" ns2:_="" ns3:_="">
    <xsd:import namespace="b540f1d0-9e09-4ee1-af1a-40e8f5a5830d"/>
    <xsd:import namespace="7862606f-3335-4726-8ea7-7d6574bc1ea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3:TaxCatchAll" minOccurs="0"/>
                <xsd:element ref="ns2:MediaServiceOCR"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540f1d0-9e09-4ee1-af1a-40e8f5a583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lcf76f155ced4ddcb4097134ff3c332f" ma:index="18" nillable="true" ma:taxonomy="true" ma:internalName="lcf76f155ced4ddcb4097134ff3c332f" ma:taxonomyFieldName="MediaServiceImageTags" ma:displayName="Etiquetas de imagen" ma:readOnly="false" ma:fieldId="{5cf76f15-5ced-4ddc-b409-7134ff3c332f}" ma:taxonomyMulti="true" ma:sspId="526b8547-2968-49f4-998e-dc1b97ecf89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862606f-3335-4726-8ea7-7d6574bc1ea5"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0128fd7-4d0d-4a54-91e1-6e82d79d7633}" ma:internalName="TaxCatchAll" ma:showField="CatchAllData" ma:web="7862606f-3335-4726-8ea7-7d6574bc1e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540f1d0-9e09-4ee1-af1a-40e8f5a5830d">
      <Terms xmlns="http://schemas.microsoft.com/office/infopath/2007/PartnerControls"/>
    </lcf76f155ced4ddcb4097134ff3c332f>
    <TaxCatchAll xmlns="7862606f-3335-4726-8ea7-7d6574bc1ea5" xsi:nil="true"/>
  </documentManagement>
</p:properties>
</file>

<file path=customXml/itemProps1.xml><?xml version="1.0" encoding="utf-8"?>
<ds:datastoreItem xmlns:ds="http://schemas.openxmlformats.org/officeDocument/2006/customXml" ds:itemID="{0E600762-DAB9-4503-8824-E8D8E16E2E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540f1d0-9e09-4ee1-af1a-40e8f5a5830d"/>
    <ds:schemaRef ds:uri="7862606f-3335-4726-8ea7-7d6574bc1e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322E15F-28B9-4F72-9BA2-1C59B71F3B25}">
  <ds:schemaRefs>
    <ds:schemaRef ds:uri="http://schemas.microsoft.com/sharepoint/v3/contenttype/forms"/>
  </ds:schemaRefs>
</ds:datastoreItem>
</file>

<file path=customXml/itemProps3.xml><?xml version="1.0" encoding="utf-8"?>
<ds:datastoreItem xmlns:ds="http://schemas.openxmlformats.org/officeDocument/2006/customXml" ds:itemID="{44E41427-400E-4B5A-B36E-AA5405815E28}">
  <ds:schemaRefs>
    <ds:schemaRef ds:uri="http://www.w3.org/XML/1998/namespace"/>
    <ds:schemaRef ds:uri="http://schemas.microsoft.com/office/2006/metadata/properties"/>
    <ds:schemaRef ds:uri="http://purl.org/dc/terms/"/>
    <ds:schemaRef ds:uri="http://purl.org/dc/elements/1.1/"/>
    <ds:schemaRef ds:uri="http://schemas.microsoft.com/office/2006/documentManagement/types"/>
    <ds:schemaRef ds:uri="http://schemas.microsoft.com/office/infopath/2007/PartnerControls"/>
    <ds:schemaRef ds:uri="7862606f-3335-4726-8ea7-7d6574bc1ea5"/>
    <ds:schemaRef ds:uri="b540f1d0-9e09-4ee1-af1a-40e8f5a5830d"/>
    <ds:schemaRef ds:uri="http://schemas.openxmlformats.org/package/2006/metadata/core-properties"/>
    <ds:schemaRef ds:uri="http://purl.org/dc/dcmitype/"/>
  </ds:schemaRefs>
</ds:datastoreItem>
</file>

<file path=docMetadata/LabelInfo.xml><?xml version="1.0" encoding="utf-8"?>
<clbl:labelList xmlns:clbl="http://schemas.microsoft.com/office/2020/mipLabelMetadata">
  <clbl:label id="{1119bb90-88ba-4894-b7f1-de26e129d977}" enabled="0" method="" siteId="{1119bb90-88ba-4894-b7f1-de26e129d977}" removed="1"/>
</clbl:labelList>
</file>

<file path=docProps/app.xml><?xml version="1.0" encoding="utf-8"?>
<Properties xmlns="http://schemas.openxmlformats.org/officeDocument/2006/extended-properties" xmlns:vt="http://schemas.openxmlformats.org/officeDocument/2006/docPropsVTypes">
  <TotalTime>19082</TotalTime>
  <Words>3529</Words>
  <Application>Microsoft Office PowerPoint</Application>
  <PresentationFormat>Widescreen</PresentationFormat>
  <Paragraphs>554</Paragraphs>
  <Slides>67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Calibri</vt:lpstr>
      <vt:lpstr>Calibri Light</vt:lpstr>
      <vt:lpstr>Roboto</vt:lpstr>
      <vt:lpstr>Roboto Light</vt:lpstr>
      <vt:lpstr>Tema de Office</vt:lpstr>
      <vt:lpstr>Pruebas de software</vt:lpstr>
      <vt:lpstr>Agenda</vt:lpstr>
      <vt:lpstr>Caso de prueba</vt:lpstr>
      <vt:lpstr>Caso de prueba</vt:lpstr>
      <vt:lpstr>Caso de prueba:  Ciclo de vida</vt:lpstr>
      <vt:lpstr>Caso de prueba: Componentes</vt:lpstr>
      <vt:lpstr>Caso de prueba: plantilla</vt:lpstr>
      <vt:lpstr>Caso de prueba: Ejemplo</vt:lpstr>
      <vt:lpstr>Caso de prueba: Ejemplo</vt:lpstr>
      <vt:lpstr>Caso de prueba: Ejemplo</vt:lpstr>
      <vt:lpstr>Caso de prueba: Ejemplo</vt:lpstr>
      <vt:lpstr>CASO DE PRUEBA EN SISTEMA</vt:lpstr>
      <vt:lpstr>Niveles de pruebas</vt:lpstr>
      <vt:lpstr>Niveles de pruebas</vt:lpstr>
      <vt:lpstr>Niveles de pruebas</vt:lpstr>
      <vt:lpstr>Niveles de pruebas</vt:lpstr>
      <vt:lpstr>Pruebas unitarias</vt:lpstr>
      <vt:lpstr>Pruebas unitarias</vt:lpstr>
      <vt:lpstr>Niveles de pruebas</vt:lpstr>
      <vt:lpstr>Pruebas de integración</vt:lpstr>
      <vt:lpstr>Técnicas</vt:lpstr>
      <vt:lpstr>Técnicas</vt:lpstr>
      <vt:lpstr>Técnicas: Descendente</vt:lpstr>
      <vt:lpstr>Técnicas: Descendente</vt:lpstr>
      <vt:lpstr>Técnicas: Descendente</vt:lpstr>
      <vt:lpstr>Técnicas: Descendente</vt:lpstr>
      <vt:lpstr>Técnicas: Descendente</vt:lpstr>
      <vt:lpstr>Técnicas: Descendente</vt:lpstr>
      <vt:lpstr>Técnicas</vt:lpstr>
      <vt:lpstr>Técnicas: Ascendente</vt:lpstr>
      <vt:lpstr>Técnicas: Ascendente</vt:lpstr>
      <vt:lpstr>Técnicas: Ascendente</vt:lpstr>
      <vt:lpstr>Técnicas</vt:lpstr>
      <vt:lpstr>Técnicas: Big Bang</vt:lpstr>
      <vt:lpstr>Técnicas</vt:lpstr>
      <vt:lpstr>Técnicas: Funcional o Transaccional</vt:lpstr>
      <vt:lpstr>Niveles de pruebas</vt:lpstr>
      <vt:lpstr>Pruebas de sistema</vt:lpstr>
      <vt:lpstr>Niveles de pruebas</vt:lpstr>
      <vt:lpstr>Pruebas de aceptación</vt:lpstr>
      <vt:lpstr>Pruebas de aceptación: Tipos</vt:lpstr>
      <vt:lpstr>Niveles de pruebas</vt:lpstr>
      <vt:lpstr>Pruebas de mantenimiento</vt:lpstr>
      <vt:lpstr>Actividad</vt:lpstr>
      <vt:lpstr>Tipos de pruebas</vt:lpstr>
      <vt:lpstr>Tipos de pruebas</vt:lpstr>
      <vt:lpstr>Tipos de pruebas</vt:lpstr>
      <vt:lpstr>Tipos de pruebas</vt:lpstr>
      <vt:lpstr>Tipos de pruebas</vt:lpstr>
      <vt:lpstr>Pruebas estáticas</vt:lpstr>
      <vt:lpstr>Pruebas estáticas: Ventajas</vt:lpstr>
      <vt:lpstr>Pruebas estáticas: Defectos típicos</vt:lpstr>
      <vt:lpstr>Pruebas estáticas: Tipos</vt:lpstr>
      <vt:lpstr>Pruebas estáticas: Tipos</vt:lpstr>
      <vt:lpstr>Tipos de pruebas</vt:lpstr>
      <vt:lpstr>Pruebas dinámicas</vt:lpstr>
      <vt:lpstr>Pruebas dinámicas: Basadas en la especificación o caja negra</vt:lpstr>
      <vt:lpstr>Pruebas dinámicas: Basadas en la especificación o caja negra</vt:lpstr>
      <vt:lpstr>Pruebas dinámicas: Basadas en la especificación o caja negra</vt:lpstr>
      <vt:lpstr>Pruebas dinámicas: Basadas en la estructura o caja blanca</vt:lpstr>
      <vt:lpstr>Pruebas dinámicas: Basadas en la estructura o caja blanca</vt:lpstr>
      <vt:lpstr>Ejercicio</vt:lpstr>
      <vt:lpstr>Pruebas Basadas en la experiencia</vt:lpstr>
      <vt:lpstr>Pruebas Basadas en la experiencia: Técnicas</vt:lpstr>
      <vt:lpstr>Pruebas estáticas  vs  Pruebas dinámicas</vt:lpstr>
      <vt:lpstr>Repaso</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Marlen Treviño Villalobos</dc:creator>
  <cp:lastModifiedBy>Marcos Antonio Rodriguez Ovares</cp:lastModifiedBy>
  <cp:revision>194</cp:revision>
  <cp:lastPrinted>2024-08-08T21:25:00Z</cp:lastPrinted>
  <dcterms:created xsi:type="dcterms:W3CDTF">2022-07-22T18:40:50Z</dcterms:created>
  <dcterms:modified xsi:type="dcterms:W3CDTF">2026-08-26T04:00:29Z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0x010100B9CE79E1917CA44A8D700A68A55BF3A1</vt:lpwstr>
  </property>
</Properties>
</file>