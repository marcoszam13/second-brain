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6"/>
  </p:notesMasterIdLst>
  <p:sldIdLst>
    <p:sldId id="256" r:id="rId5"/>
    <p:sldId id="257" r:id="rId6"/>
    <p:sldId id="431" r:id="rId7"/>
    <p:sldId id="432" r:id="rId8"/>
    <p:sldId id="433" r:id="rId9"/>
    <p:sldId id="412" r:id="rId10"/>
    <p:sldId id="413" r:id="rId11"/>
    <p:sldId id="414" r:id="rId12"/>
    <p:sldId id="415" r:id="rId13"/>
    <p:sldId id="416" r:id="rId14"/>
    <p:sldId id="417" r:id="rId15"/>
    <p:sldId id="437" r:id="rId16"/>
    <p:sldId id="438" r:id="rId17"/>
    <p:sldId id="402" r:id="rId18"/>
    <p:sldId id="430" r:id="rId19"/>
    <p:sldId id="404" r:id="rId20"/>
    <p:sldId id="439" r:id="rId21"/>
    <p:sldId id="440" r:id="rId22"/>
    <p:sldId id="418" r:id="rId23"/>
    <p:sldId id="441" r:id="rId24"/>
    <p:sldId id="411" r:id="rId25"/>
    <p:sldId id="419" r:id="rId26"/>
    <p:sldId id="420" r:id="rId27"/>
    <p:sldId id="427" r:id="rId28"/>
    <p:sldId id="428" r:id="rId29"/>
    <p:sldId id="429" r:id="rId30"/>
    <p:sldId id="266" r:id="rId31"/>
    <p:sldId id="407" r:id="rId32"/>
    <p:sldId id="258" r:id="rId33"/>
    <p:sldId id="434" r:id="rId34"/>
    <p:sldId id="260" r:id="rId35"/>
    <p:sldId id="262" r:id="rId36"/>
    <p:sldId id="264" r:id="rId37"/>
    <p:sldId id="436" r:id="rId38"/>
    <p:sldId id="435" r:id="rId39"/>
    <p:sldId id="410" r:id="rId40"/>
    <p:sldId id="442" r:id="rId41"/>
    <p:sldId id="443" r:id="rId42"/>
    <p:sldId id="444" r:id="rId43"/>
    <p:sldId id="287" r:id="rId44"/>
    <p:sldId id="265" r:id="rId45"/>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B4A6"/>
    <a:srgbClr val="D9D9D9"/>
    <a:srgbClr val="000000"/>
    <a:srgbClr val="A5A5A5"/>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406D44-71F5-445B-86EE-93C9F8FE338B}" v="4" dt="2026-08-19T14:11:45.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59" autoAdjust="0"/>
    <p:restoredTop sz="80570" autoAdjust="0"/>
  </p:normalViewPr>
  <p:slideViewPr>
    <p:cSldViewPr snapToGrid="0" showGuides="1">
      <p:cViewPr varScale="1">
        <p:scale>
          <a:sx n="128" d="100"/>
          <a:sy n="128" d="100"/>
        </p:scale>
        <p:origin x="1596" y="126"/>
      </p:cViewPr>
      <p:guideLst>
        <p:guide orient="horz" pos="21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s Antonio Rodriguez Ovares" userId="51e044ed-6c63-4c60-a8c9-452af1f5fe1b" providerId="ADAL" clId="{E0840990-7B2F-45E2-A9F1-4F3917AF35CA}"/>
    <pc:docChg chg="custSel modSld">
      <pc:chgData name="Marcos Antonio Rodriguez Ovares" userId="51e044ed-6c63-4c60-a8c9-452af1f5fe1b" providerId="ADAL" clId="{E0840990-7B2F-45E2-A9F1-4F3917AF35CA}" dt="2026-08-19T14:26:38.451" v="218" actId="20577"/>
      <pc:docMkLst>
        <pc:docMk/>
      </pc:docMkLst>
      <pc:sldChg chg="modSp mod">
        <pc:chgData name="Marcos Antonio Rodriguez Ovares" userId="51e044ed-6c63-4c60-a8c9-452af1f5fe1b" providerId="ADAL" clId="{E0840990-7B2F-45E2-A9F1-4F3917AF35CA}" dt="2026-08-19T13:38:50.681" v="0" actId="20577"/>
        <pc:sldMkLst>
          <pc:docMk/>
          <pc:sldMk cId="1575278007" sldId="256"/>
        </pc:sldMkLst>
        <pc:spChg chg="mod">
          <ac:chgData name="Marcos Antonio Rodriguez Ovares" userId="51e044ed-6c63-4c60-a8c9-452af1f5fe1b" providerId="ADAL" clId="{E0840990-7B2F-45E2-A9F1-4F3917AF35CA}" dt="2026-08-19T13:38:50.681" v="0" actId="20577"/>
          <ac:spMkLst>
            <pc:docMk/>
            <pc:sldMk cId="1575278007" sldId="256"/>
            <ac:spMk id="3" creationId="{C8198703-FC40-4EAA-BFFB-D4E41267C874}"/>
          </ac:spMkLst>
        </pc:spChg>
      </pc:sldChg>
      <pc:sldChg chg="addSp modSp mod">
        <pc:chgData name="Marcos Antonio Rodriguez Ovares" userId="51e044ed-6c63-4c60-a8c9-452af1f5fe1b" providerId="ADAL" clId="{E0840990-7B2F-45E2-A9F1-4F3917AF35CA}" dt="2026-08-19T14:13:40.399" v="209" actId="14100"/>
        <pc:sldMkLst>
          <pc:docMk/>
          <pc:sldMk cId="345794876" sldId="440"/>
        </pc:sldMkLst>
        <pc:spChg chg="add mod">
          <ac:chgData name="Marcos Antonio Rodriguez Ovares" userId="51e044ed-6c63-4c60-a8c9-452af1f5fe1b" providerId="ADAL" clId="{E0840990-7B2F-45E2-A9F1-4F3917AF35CA}" dt="2026-08-19T14:13:40.399" v="209" actId="14100"/>
          <ac:spMkLst>
            <pc:docMk/>
            <pc:sldMk cId="345794876" sldId="440"/>
            <ac:spMk id="3" creationId="{6CA0C5A6-FFC6-BB49-3080-04EF918C815E}"/>
          </ac:spMkLst>
        </pc:spChg>
      </pc:sldChg>
      <pc:sldChg chg="modSp mod">
        <pc:chgData name="Marcos Antonio Rodriguez Ovares" userId="51e044ed-6c63-4c60-a8c9-452af1f5fe1b" providerId="ADAL" clId="{E0840990-7B2F-45E2-A9F1-4F3917AF35CA}" dt="2026-08-19T14:26:38.451" v="218" actId="20577"/>
        <pc:sldMkLst>
          <pc:docMk/>
          <pc:sldMk cId="974999512" sldId="441"/>
        </pc:sldMkLst>
        <pc:spChg chg="mod">
          <ac:chgData name="Marcos Antonio Rodriguez Ovares" userId="51e044ed-6c63-4c60-a8c9-452af1f5fe1b" providerId="ADAL" clId="{E0840990-7B2F-45E2-A9F1-4F3917AF35CA}" dt="2026-08-19T14:26:38.451" v="218" actId="20577"/>
          <ac:spMkLst>
            <pc:docMk/>
            <pc:sldMk cId="974999512" sldId="441"/>
            <ac:spMk id="2" creationId="{9B18900C-D707-E45A-F8B2-0991B644219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 de defectos</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Hoja1!$A$2:$A$9</c:f>
              <c:strCache>
                <c:ptCount val="8"/>
                <c:pt idx="0">
                  <c:v>OSS</c:v>
                </c:pt>
                <c:pt idx="1">
                  <c:v>Browser</c:v>
                </c:pt>
                <c:pt idx="2">
                  <c:v>E-mail</c:v>
                </c:pt>
                <c:pt idx="3">
                  <c:v>WMAL</c:v>
                </c:pt>
                <c:pt idx="4">
                  <c:v>Address Book</c:v>
                </c:pt>
                <c:pt idx="5">
                  <c:v>CCOM</c:v>
                </c:pt>
                <c:pt idx="6">
                  <c:v>GUI</c:v>
                </c:pt>
                <c:pt idx="7">
                  <c:v>Other</c:v>
                </c:pt>
              </c:strCache>
            </c:strRef>
          </c:cat>
          <c:val>
            <c:numRef>
              <c:f>Hoja1!$B$2:$B$9</c:f>
              <c:numCache>
                <c:formatCode>General</c:formatCode>
                <c:ptCount val="8"/>
                <c:pt idx="0">
                  <c:v>586</c:v>
                </c:pt>
                <c:pt idx="1">
                  <c:v>454</c:v>
                </c:pt>
                <c:pt idx="2">
                  <c:v>413</c:v>
                </c:pt>
                <c:pt idx="3">
                  <c:v>204</c:v>
                </c:pt>
                <c:pt idx="4">
                  <c:v>109</c:v>
                </c:pt>
                <c:pt idx="5">
                  <c:v>97</c:v>
                </c:pt>
                <c:pt idx="6">
                  <c:v>94</c:v>
                </c:pt>
                <c:pt idx="7">
                  <c:v>140</c:v>
                </c:pt>
              </c:numCache>
            </c:numRef>
          </c:val>
          <c:extLst>
            <c:ext xmlns:c16="http://schemas.microsoft.com/office/drawing/2014/chart" uri="{C3380CC4-5D6E-409C-BE32-E72D297353CC}">
              <c16:uniqueId val="{00000000-5CE0-42ED-9127-06FCC0F6A38C}"/>
            </c:ext>
          </c:extLst>
        </c:ser>
        <c:dLbls>
          <c:showLegendKey val="0"/>
          <c:showVal val="1"/>
          <c:showCatName val="0"/>
          <c:showSerName val="0"/>
          <c:showPercent val="0"/>
          <c:showBubbleSize val="0"/>
        </c:dLbls>
        <c:gapWidth val="75"/>
        <c:axId val="357307560"/>
        <c:axId val="357307952"/>
      </c:barChart>
      <c:lineChart>
        <c:grouping val="standard"/>
        <c:varyColors val="0"/>
        <c:ser>
          <c:idx val="1"/>
          <c:order val="1"/>
          <c:tx>
            <c:strRef>
              <c:f>Hoja1!$C$1</c:f>
              <c:strCache>
                <c:ptCount val="1"/>
                <c:pt idx="0">
                  <c:v>% Acumulado</c:v>
                </c:pt>
              </c:strCache>
            </c:strRef>
          </c:tx>
          <c:spPr>
            <a:ln w="31750">
              <a:solidFill>
                <a:srgbClr val="0070C0"/>
              </a:solidFill>
            </a:ln>
          </c:spPr>
          <c:dLbls>
            <c:spPr>
              <a:ln w="6350"/>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Hoja1!$A$2:$A$9</c:f>
              <c:strCache>
                <c:ptCount val="8"/>
                <c:pt idx="0">
                  <c:v>OSS</c:v>
                </c:pt>
                <c:pt idx="1">
                  <c:v>Browser</c:v>
                </c:pt>
                <c:pt idx="2">
                  <c:v>E-mail</c:v>
                </c:pt>
                <c:pt idx="3">
                  <c:v>WMAL</c:v>
                </c:pt>
                <c:pt idx="4">
                  <c:v>Address Book</c:v>
                </c:pt>
                <c:pt idx="5">
                  <c:v>CCOM</c:v>
                </c:pt>
                <c:pt idx="6">
                  <c:v>GUI</c:v>
                </c:pt>
                <c:pt idx="7">
                  <c:v>Other</c:v>
                </c:pt>
              </c:strCache>
            </c:strRef>
          </c:cat>
          <c:val>
            <c:numRef>
              <c:f>Hoja1!$C$2:$C$9</c:f>
              <c:numCache>
                <c:formatCode>0%</c:formatCode>
                <c:ptCount val="8"/>
                <c:pt idx="0">
                  <c:v>0.28000000000000003</c:v>
                </c:pt>
                <c:pt idx="1">
                  <c:v>0.5</c:v>
                </c:pt>
                <c:pt idx="2">
                  <c:v>0.69</c:v>
                </c:pt>
                <c:pt idx="3">
                  <c:v>0.79</c:v>
                </c:pt>
                <c:pt idx="4">
                  <c:v>0.84</c:v>
                </c:pt>
                <c:pt idx="5">
                  <c:v>0.89</c:v>
                </c:pt>
                <c:pt idx="6">
                  <c:v>0.93</c:v>
                </c:pt>
                <c:pt idx="7">
                  <c:v>1</c:v>
                </c:pt>
              </c:numCache>
            </c:numRef>
          </c:val>
          <c:smooth val="0"/>
          <c:extLst>
            <c:ext xmlns:c16="http://schemas.microsoft.com/office/drawing/2014/chart" uri="{C3380CC4-5D6E-409C-BE32-E72D297353CC}">
              <c16:uniqueId val="{00000001-5CE0-42ED-9127-06FCC0F6A38C}"/>
            </c:ext>
          </c:extLst>
        </c:ser>
        <c:dLbls>
          <c:showLegendKey val="0"/>
          <c:showVal val="1"/>
          <c:showCatName val="0"/>
          <c:showSerName val="0"/>
          <c:showPercent val="0"/>
          <c:showBubbleSize val="0"/>
        </c:dLbls>
        <c:marker val="1"/>
        <c:smooth val="0"/>
        <c:axId val="355338600"/>
        <c:axId val="357308344"/>
      </c:lineChart>
      <c:catAx>
        <c:axId val="357307560"/>
        <c:scaling>
          <c:orientation val="minMax"/>
        </c:scaling>
        <c:delete val="0"/>
        <c:axPos val="b"/>
        <c:numFmt formatCode="General" sourceLinked="0"/>
        <c:majorTickMark val="none"/>
        <c:minorTickMark val="none"/>
        <c:tickLblPos val="nextTo"/>
        <c:crossAx val="357307952"/>
        <c:crosses val="autoZero"/>
        <c:auto val="1"/>
        <c:lblAlgn val="ctr"/>
        <c:lblOffset val="100"/>
        <c:noMultiLvlLbl val="0"/>
      </c:catAx>
      <c:valAx>
        <c:axId val="357307952"/>
        <c:scaling>
          <c:orientation val="minMax"/>
        </c:scaling>
        <c:delete val="0"/>
        <c:axPos val="l"/>
        <c:numFmt formatCode="General" sourceLinked="1"/>
        <c:majorTickMark val="none"/>
        <c:minorTickMark val="none"/>
        <c:tickLblPos val="nextTo"/>
        <c:crossAx val="357307560"/>
        <c:crosses val="autoZero"/>
        <c:crossBetween val="between"/>
      </c:valAx>
      <c:valAx>
        <c:axId val="357308344"/>
        <c:scaling>
          <c:orientation val="minMax"/>
        </c:scaling>
        <c:delete val="0"/>
        <c:axPos val="r"/>
        <c:numFmt formatCode="0%" sourceLinked="1"/>
        <c:majorTickMark val="out"/>
        <c:minorTickMark val="none"/>
        <c:tickLblPos val="nextTo"/>
        <c:crossAx val="355338600"/>
        <c:crosses val="max"/>
        <c:crossBetween val="between"/>
      </c:valAx>
      <c:catAx>
        <c:axId val="355338600"/>
        <c:scaling>
          <c:orientation val="minMax"/>
        </c:scaling>
        <c:delete val="1"/>
        <c:axPos val="b"/>
        <c:numFmt formatCode="General" sourceLinked="1"/>
        <c:majorTickMark val="out"/>
        <c:minorTickMark val="none"/>
        <c:tickLblPos val="nextTo"/>
        <c:crossAx val="357308344"/>
        <c:crosses val="autoZero"/>
        <c:auto val="1"/>
        <c:lblAlgn val="ctr"/>
        <c:lblOffset val="100"/>
        <c:noMultiLvlLbl val="0"/>
      </c:catAx>
    </c:plotArea>
    <c:legend>
      <c:legendPos val="b"/>
      <c:overlay val="0"/>
    </c:legend>
    <c:plotVisOnly val="1"/>
    <c:dispBlanksAs val="gap"/>
    <c:showDLblsOverMax val="0"/>
  </c:chart>
  <c:txPr>
    <a:bodyPr/>
    <a:lstStyle/>
    <a:p>
      <a:pPr>
        <a:defRPr sz="1200">
          <a:solidFill>
            <a:schemeClr val="tx1"/>
          </a:solidFill>
        </a:defRPr>
      </a:pPr>
      <a:endParaRPr lang="es-CR"/>
    </a:p>
  </c:txPr>
  <c:externalData r:id="rId1">
    <c:autoUpdate val="0"/>
  </c:externalData>
</c:chartSpace>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svg"/></Relationships>
</file>

<file path=ppt/diagrams/_rels/data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5" Type="http://schemas.openxmlformats.org/officeDocument/2006/relationships/image" Target="../media/image28.svg"/><Relationship Id="rId4" Type="http://schemas.openxmlformats.org/officeDocument/2006/relationships/image" Target="../media/image27.svg"/></Relationships>
</file>

<file path=ppt/diagrams/_rels/data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svg"/><Relationship Id="rId4" Type="http://schemas.openxmlformats.org/officeDocument/2006/relationships/image" Target="../media/image34.svg"/></Relationships>
</file>

<file path=ppt/diagrams/_rels/data9.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 Id="rId4" Type="http://schemas.openxmlformats.org/officeDocument/2006/relationships/image" Target="../media/image40.svg"/></Relationships>
</file>

<file path=ppt/diagrams/_rels/data11.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47.svg"/><Relationship Id="rId2" Type="http://schemas.openxmlformats.org/officeDocument/2006/relationships/image" Target="../media/image42.svg"/><Relationship Id="rId1" Type="http://schemas.openxmlformats.org/officeDocument/2006/relationships/image" Target="../media/image24.svg"/><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diagrams/_rels/data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1.svg"/><Relationship Id="rId1" Type="http://schemas.openxmlformats.org/officeDocument/2006/relationships/image" Target="../media/image50.svg"/></Relationships>
</file>

<file path=ppt/diagrams/_rels/data15.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image" Target="../media/image5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5" Type="http://schemas.openxmlformats.org/officeDocument/2006/relationships/image" Target="../media/image28.svg"/><Relationship Id="rId4" Type="http://schemas.openxmlformats.org/officeDocument/2006/relationships/image" Target="../media/image2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svg"/><Relationship Id="rId4" Type="http://schemas.openxmlformats.org/officeDocument/2006/relationships/image" Target="../media/image34.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 Id="rId4" Type="http://schemas.openxmlformats.org/officeDocument/2006/relationships/image" Target="../media/image40.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47.svg"/><Relationship Id="rId2" Type="http://schemas.openxmlformats.org/officeDocument/2006/relationships/image" Target="../media/image42.svg"/><Relationship Id="rId1" Type="http://schemas.openxmlformats.org/officeDocument/2006/relationships/image" Target="../media/image24.svg"/><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1.svg"/><Relationship Id="rId1" Type="http://schemas.openxmlformats.org/officeDocument/2006/relationships/image" Target="../media/image50.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image" Target="../media/image5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66EE1-A58B-48C5-BF29-5A551DCCACF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277853D-885A-4A10-B07E-6553537B2391}">
      <dgm:prSet custT="1"/>
      <dgm:spPr/>
      <dgm:t>
        <a:bodyPr/>
        <a:lstStyle/>
        <a:p>
          <a:r>
            <a:rPr lang="es-CR" sz="1800"/>
            <a:t>Busca comprobar que </a:t>
          </a:r>
          <a:r>
            <a:rPr lang="es-CR" sz="1800" b="1"/>
            <a:t>el software está de acuerdo con su especificación</a:t>
          </a:r>
          <a:r>
            <a:rPr lang="es-CR" sz="1800"/>
            <a:t>. </a:t>
          </a:r>
          <a:endParaRPr lang="en-US" sz="1800"/>
        </a:p>
      </dgm:t>
    </dgm:pt>
    <dgm:pt modelId="{0096DEBC-E5FA-48D9-9719-C8EF0A42B6E0}" type="parTrans" cxnId="{4B4C00EA-1127-4768-A5CE-FB21BCB1121E}">
      <dgm:prSet/>
      <dgm:spPr/>
      <dgm:t>
        <a:bodyPr/>
        <a:lstStyle/>
        <a:p>
          <a:endParaRPr lang="en-US" sz="2000"/>
        </a:p>
      </dgm:t>
    </dgm:pt>
    <dgm:pt modelId="{BE6AEE1C-8C55-45B7-A760-6743827C0116}" type="sibTrans" cxnId="{4B4C00EA-1127-4768-A5CE-FB21BCB1121E}">
      <dgm:prSet/>
      <dgm:spPr/>
      <dgm:t>
        <a:bodyPr/>
        <a:lstStyle/>
        <a:p>
          <a:endParaRPr lang="en-US" sz="2000"/>
        </a:p>
      </dgm:t>
    </dgm:pt>
    <dgm:pt modelId="{7DFCC3F3-753D-4D1C-89BF-86A6024D62FC}">
      <dgm:prSet custT="1"/>
      <dgm:spPr/>
      <dgm:t>
        <a:bodyPr/>
        <a:lstStyle/>
        <a:p>
          <a:r>
            <a:rPr lang="es-CR" sz="1800"/>
            <a:t>Debería comprobarse que satisface sus requisitos funcionales y no funcionales.</a:t>
          </a:r>
          <a:endParaRPr lang="en-US" sz="1800"/>
        </a:p>
      </dgm:t>
    </dgm:pt>
    <dgm:pt modelId="{3E47E6EE-3493-4C2C-B3A4-CF4C39805747}" type="parTrans" cxnId="{C59F8D1F-5A9A-4496-AD81-32700C2949FB}">
      <dgm:prSet/>
      <dgm:spPr/>
      <dgm:t>
        <a:bodyPr/>
        <a:lstStyle/>
        <a:p>
          <a:endParaRPr lang="en-US" sz="2000"/>
        </a:p>
      </dgm:t>
    </dgm:pt>
    <dgm:pt modelId="{71705B3F-1DD9-4C92-B9D3-0E29184E3376}" type="sibTrans" cxnId="{C59F8D1F-5A9A-4496-AD81-32700C2949FB}">
      <dgm:prSet/>
      <dgm:spPr/>
      <dgm:t>
        <a:bodyPr/>
        <a:lstStyle/>
        <a:p>
          <a:endParaRPr lang="en-US" sz="2000"/>
        </a:p>
      </dgm:t>
    </dgm:pt>
    <dgm:pt modelId="{E2596589-5A13-4FCA-9459-6EC9F48FFC41}">
      <dgm:prSet custT="1"/>
      <dgm:spPr/>
      <dgm:t>
        <a:bodyPr/>
        <a:lstStyle/>
        <a:p>
          <a:r>
            <a:rPr lang="es-CR" sz="1800"/>
            <a:t>Demostrar la consistencia, la completitud y la corrección de los </a:t>
          </a:r>
          <a:r>
            <a:rPr lang="es-CR" sz="1800" b="1"/>
            <a:t>artefactos</a:t>
          </a:r>
          <a:r>
            <a:rPr lang="es-CR" sz="1800"/>
            <a:t> de las distintas fases (productos intermedios).</a:t>
          </a:r>
          <a:endParaRPr lang="en-US" sz="1800"/>
        </a:p>
      </dgm:t>
    </dgm:pt>
    <dgm:pt modelId="{A632B7FB-33BA-44CF-9762-9A92DC4C68C8}" type="parTrans" cxnId="{B2E4611E-D229-4A66-AFA9-4EAACD24A6A5}">
      <dgm:prSet/>
      <dgm:spPr/>
      <dgm:t>
        <a:bodyPr/>
        <a:lstStyle/>
        <a:p>
          <a:endParaRPr lang="en-US" sz="2000"/>
        </a:p>
      </dgm:t>
    </dgm:pt>
    <dgm:pt modelId="{E1146815-4091-4892-BB33-E4839FA6C581}" type="sibTrans" cxnId="{B2E4611E-D229-4A66-AFA9-4EAACD24A6A5}">
      <dgm:prSet/>
      <dgm:spPr/>
      <dgm:t>
        <a:bodyPr/>
        <a:lstStyle/>
        <a:p>
          <a:endParaRPr lang="en-US" sz="2000"/>
        </a:p>
      </dgm:t>
    </dgm:pt>
    <dgm:pt modelId="{3B4A6E8E-7219-4C52-9AEB-23C919DF25CB}">
      <dgm:prSet custT="1"/>
      <dgm:spPr/>
      <dgm:t>
        <a:bodyPr/>
        <a:lstStyle/>
        <a:p>
          <a:r>
            <a:rPr lang="es-CR" sz="1800" dirty="0"/>
            <a:t>La verificación es una </a:t>
          </a:r>
          <a:r>
            <a:rPr lang="es-CR" sz="1800" b="1" dirty="0"/>
            <a:t>actividad desarrollada por ingenieros </a:t>
          </a:r>
          <a:r>
            <a:rPr lang="es-CR" sz="1800" dirty="0"/>
            <a:t>teniendo en cuenta un modelo del programa y el programa en sí.</a:t>
          </a:r>
          <a:endParaRPr lang="en-US" sz="1800" dirty="0"/>
        </a:p>
      </dgm:t>
    </dgm:pt>
    <dgm:pt modelId="{AF812665-B057-4B3C-9114-197DCF83554E}" type="parTrans" cxnId="{968B6989-33E2-4089-8DF1-5AC65A3CE26A}">
      <dgm:prSet/>
      <dgm:spPr/>
      <dgm:t>
        <a:bodyPr/>
        <a:lstStyle/>
        <a:p>
          <a:endParaRPr lang="en-US" sz="2000"/>
        </a:p>
      </dgm:t>
    </dgm:pt>
    <dgm:pt modelId="{2846449B-67D4-4752-967E-E713B0B589BA}" type="sibTrans" cxnId="{968B6989-33E2-4089-8DF1-5AC65A3CE26A}">
      <dgm:prSet/>
      <dgm:spPr/>
      <dgm:t>
        <a:bodyPr/>
        <a:lstStyle/>
        <a:p>
          <a:endParaRPr lang="en-US" sz="2000"/>
        </a:p>
      </dgm:t>
    </dgm:pt>
    <dgm:pt modelId="{CFB8EE5B-8BB3-4404-BD46-155EB90F8D0D}">
      <dgm:prSet custT="1"/>
      <dgm:spPr/>
      <dgm:t>
        <a:bodyPr/>
        <a:lstStyle/>
        <a:p>
          <a:r>
            <a:rPr lang="es-CR" sz="1800"/>
            <a:t>¿Se está construyendo el producto de la manera correcta?</a:t>
          </a:r>
          <a:endParaRPr lang="en-US" sz="1800"/>
        </a:p>
      </dgm:t>
    </dgm:pt>
    <dgm:pt modelId="{7503E409-BF3A-4663-9CE9-AAA9093DFFEA}" type="parTrans" cxnId="{8A4C710D-1E1B-4DDB-BE96-32EEAE5DFB87}">
      <dgm:prSet/>
      <dgm:spPr/>
      <dgm:t>
        <a:bodyPr/>
        <a:lstStyle/>
        <a:p>
          <a:endParaRPr lang="en-US" sz="2000"/>
        </a:p>
      </dgm:t>
    </dgm:pt>
    <dgm:pt modelId="{7C53F998-A01F-400E-9537-A292CDF37244}" type="sibTrans" cxnId="{8A4C710D-1E1B-4DDB-BE96-32EEAE5DFB87}">
      <dgm:prSet/>
      <dgm:spPr/>
      <dgm:t>
        <a:bodyPr/>
        <a:lstStyle/>
        <a:p>
          <a:endParaRPr lang="en-US" sz="2000"/>
        </a:p>
      </dgm:t>
    </dgm:pt>
    <dgm:pt modelId="{BE863202-CE3B-48EF-A789-3F6298B6A528}">
      <dgm:prSet custT="1"/>
      <dgm:spPr/>
      <dgm:t>
        <a:bodyPr/>
        <a:lstStyle/>
        <a:p>
          <a:r>
            <a:rPr lang="es-CR" sz="1800"/>
            <a:t>¿Qué haga lo correcto?</a:t>
          </a:r>
          <a:endParaRPr lang="en-US" sz="1800"/>
        </a:p>
      </dgm:t>
    </dgm:pt>
    <dgm:pt modelId="{A194162F-1DA9-4132-AC4B-1AE630D58441}" type="parTrans" cxnId="{4F716D40-DD8C-44C5-9ED3-48F38924FD7D}">
      <dgm:prSet/>
      <dgm:spPr/>
      <dgm:t>
        <a:bodyPr/>
        <a:lstStyle/>
        <a:p>
          <a:endParaRPr lang="en-US" sz="2000"/>
        </a:p>
      </dgm:t>
    </dgm:pt>
    <dgm:pt modelId="{FC20B744-B7C1-468E-AF63-BD92E559FB3B}" type="sibTrans" cxnId="{4F716D40-DD8C-44C5-9ED3-48F38924FD7D}">
      <dgm:prSet/>
      <dgm:spPr/>
      <dgm:t>
        <a:bodyPr/>
        <a:lstStyle/>
        <a:p>
          <a:endParaRPr lang="en-US" sz="2000"/>
        </a:p>
      </dgm:t>
    </dgm:pt>
    <dgm:pt modelId="{1292AEE8-9A02-4FEA-A99E-D6AA96C9E9E4}" type="pres">
      <dgm:prSet presAssocID="{8BB66EE1-A58B-48C5-BF29-5A551DCCACF2}" presName="root" presStyleCnt="0">
        <dgm:presLayoutVars>
          <dgm:dir/>
          <dgm:resizeHandles val="exact"/>
        </dgm:presLayoutVars>
      </dgm:prSet>
      <dgm:spPr/>
    </dgm:pt>
    <dgm:pt modelId="{6DD45C51-2C32-4D08-AEBA-DC9A32900229}" type="pres">
      <dgm:prSet presAssocID="{D277853D-885A-4A10-B07E-6553537B2391}" presName="compNode" presStyleCnt="0"/>
      <dgm:spPr/>
    </dgm:pt>
    <dgm:pt modelId="{19F66038-1EA3-493C-A0E7-8EC235A7DE9C}" type="pres">
      <dgm:prSet presAssocID="{D277853D-885A-4A10-B07E-6553537B2391}" presName="bgRect" presStyleLbl="bgShp" presStyleIdx="0" presStyleCnt="6"/>
      <dgm:spPr/>
    </dgm:pt>
    <dgm:pt modelId="{05545A0E-F1B8-4578-B954-C781B0A6B8C4}" type="pres">
      <dgm:prSet presAssocID="{D277853D-885A-4A10-B07E-6553537B239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ontract"/>
        </a:ext>
      </dgm:extLst>
    </dgm:pt>
    <dgm:pt modelId="{100E0E37-3305-4C20-B0FC-A921C7B5D4E5}" type="pres">
      <dgm:prSet presAssocID="{D277853D-885A-4A10-B07E-6553537B2391}" presName="spaceRect" presStyleCnt="0"/>
      <dgm:spPr/>
    </dgm:pt>
    <dgm:pt modelId="{479D4823-AA56-4647-A6AF-FE7ED3ED8125}" type="pres">
      <dgm:prSet presAssocID="{D277853D-885A-4A10-B07E-6553537B2391}" presName="parTx" presStyleLbl="revTx" presStyleIdx="0" presStyleCnt="6">
        <dgm:presLayoutVars>
          <dgm:chMax val="0"/>
          <dgm:chPref val="0"/>
        </dgm:presLayoutVars>
      </dgm:prSet>
      <dgm:spPr/>
    </dgm:pt>
    <dgm:pt modelId="{85FEB056-4E6A-4929-97F9-A5205D63D815}" type="pres">
      <dgm:prSet presAssocID="{BE6AEE1C-8C55-45B7-A760-6743827C0116}" presName="sibTrans" presStyleCnt="0"/>
      <dgm:spPr/>
    </dgm:pt>
    <dgm:pt modelId="{87DDEB43-2715-4206-B258-F5477480891C}" type="pres">
      <dgm:prSet presAssocID="{7DFCC3F3-753D-4D1C-89BF-86A6024D62FC}" presName="compNode" presStyleCnt="0"/>
      <dgm:spPr/>
    </dgm:pt>
    <dgm:pt modelId="{2BD35768-89BE-42C4-9A82-1D2135B5201F}" type="pres">
      <dgm:prSet presAssocID="{7DFCC3F3-753D-4D1C-89BF-86A6024D62FC}" presName="bgRect" presStyleLbl="bgShp" presStyleIdx="1" presStyleCnt="6"/>
      <dgm:spPr/>
    </dgm:pt>
    <dgm:pt modelId="{C50E01A6-AB05-4B0C-A278-16003D8849AE}" type="pres">
      <dgm:prSet presAssocID="{7DFCC3F3-753D-4D1C-89BF-86A6024D62F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68A3880A-AE7E-448E-B61D-9C5A524D4D4D}" type="pres">
      <dgm:prSet presAssocID="{7DFCC3F3-753D-4D1C-89BF-86A6024D62FC}" presName="spaceRect" presStyleCnt="0"/>
      <dgm:spPr/>
    </dgm:pt>
    <dgm:pt modelId="{B0AB8890-CB7F-449B-889C-5A363FA78031}" type="pres">
      <dgm:prSet presAssocID="{7DFCC3F3-753D-4D1C-89BF-86A6024D62FC}" presName="parTx" presStyleLbl="revTx" presStyleIdx="1" presStyleCnt="6">
        <dgm:presLayoutVars>
          <dgm:chMax val="0"/>
          <dgm:chPref val="0"/>
        </dgm:presLayoutVars>
      </dgm:prSet>
      <dgm:spPr/>
    </dgm:pt>
    <dgm:pt modelId="{BAE6B274-F23E-462F-9EF9-115EB631C7EB}" type="pres">
      <dgm:prSet presAssocID="{71705B3F-1DD9-4C92-B9D3-0E29184E3376}" presName="sibTrans" presStyleCnt="0"/>
      <dgm:spPr/>
    </dgm:pt>
    <dgm:pt modelId="{C68F83A3-049D-4DB8-865E-DDBEB1288532}" type="pres">
      <dgm:prSet presAssocID="{E2596589-5A13-4FCA-9459-6EC9F48FFC41}" presName="compNode" presStyleCnt="0"/>
      <dgm:spPr/>
    </dgm:pt>
    <dgm:pt modelId="{188E2D7A-0CAF-4107-ACED-4A8D0986AD58}" type="pres">
      <dgm:prSet presAssocID="{E2596589-5A13-4FCA-9459-6EC9F48FFC41}" presName="bgRect" presStyleLbl="bgShp" presStyleIdx="2" presStyleCnt="6"/>
      <dgm:spPr/>
    </dgm:pt>
    <dgm:pt modelId="{28432E4C-AF2D-4013-BDA5-E4EF5A072EF5}" type="pres">
      <dgm:prSet presAssocID="{E2596589-5A13-4FCA-9459-6EC9F48FFC41}"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5D173E71-F11E-46F0-922A-D75075FDEC9C}" type="pres">
      <dgm:prSet presAssocID="{E2596589-5A13-4FCA-9459-6EC9F48FFC41}" presName="spaceRect" presStyleCnt="0"/>
      <dgm:spPr/>
    </dgm:pt>
    <dgm:pt modelId="{3CD92A66-368B-431F-9DA3-4C33AF06B907}" type="pres">
      <dgm:prSet presAssocID="{E2596589-5A13-4FCA-9459-6EC9F48FFC41}" presName="parTx" presStyleLbl="revTx" presStyleIdx="2" presStyleCnt="6">
        <dgm:presLayoutVars>
          <dgm:chMax val="0"/>
          <dgm:chPref val="0"/>
        </dgm:presLayoutVars>
      </dgm:prSet>
      <dgm:spPr/>
    </dgm:pt>
    <dgm:pt modelId="{F82A276A-D7AE-47E2-ADDF-166BB46F9980}" type="pres">
      <dgm:prSet presAssocID="{E1146815-4091-4892-BB33-E4839FA6C581}" presName="sibTrans" presStyleCnt="0"/>
      <dgm:spPr/>
    </dgm:pt>
    <dgm:pt modelId="{26341C27-F7D0-40DA-8264-09B0CAF94D3B}" type="pres">
      <dgm:prSet presAssocID="{3B4A6E8E-7219-4C52-9AEB-23C919DF25CB}" presName="compNode" presStyleCnt="0"/>
      <dgm:spPr/>
    </dgm:pt>
    <dgm:pt modelId="{A0F4F1F5-AE8B-4B57-B19D-A2D936E7AFAF}" type="pres">
      <dgm:prSet presAssocID="{3B4A6E8E-7219-4C52-9AEB-23C919DF25CB}" presName="bgRect" presStyleLbl="bgShp" presStyleIdx="3" presStyleCnt="6"/>
      <dgm:spPr/>
    </dgm:pt>
    <dgm:pt modelId="{92C66FB2-DBA5-406B-A459-810F2C7D4FFD}" type="pres">
      <dgm:prSet presAssocID="{3B4A6E8E-7219-4C52-9AEB-23C919DF25CB}"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agrama de flujo"/>
        </a:ext>
      </dgm:extLst>
    </dgm:pt>
    <dgm:pt modelId="{F43E4C28-D752-4DDA-B395-EE44416B2A8A}" type="pres">
      <dgm:prSet presAssocID="{3B4A6E8E-7219-4C52-9AEB-23C919DF25CB}" presName="spaceRect" presStyleCnt="0"/>
      <dgm:spPr/>
    </dgm:pt>
    <dgm:pt modelId="{9E7C9C69-BDAD-4EC1-B5E9-EFCE876C6EC9}" type="pres">
      <dgm:prSet presAssocID="{3B4A6E8E-7219-4C52-9AEB-23C919DF25CB}" presName="parTx" presStyleLbl="revTx" presStyleIdx="3" presStyleCnt="6">
        <dgm:presLayoutVars>
          <dgm:chMax val="0"/>
          <dgm:chPref val="0"/>
        </dgm:presLayoutVars>
      </dgm:prSet>
      <dgm:spPr/>
    </dgm:pt>
    <dgm:pt modelId="{0C629C16-4ABF-42A5-9828-63133FA55E35}" type="pres">
      <dgm:prSet presAssocID="{2846449B-67D4-4752-967E-E713B0B589BA}" presName="sibTrans" presStyleCnt="0"/>
      <dgm:spPr/>
    </dgm:pt>
    <dgm:pt modelId="{E32ABF35-9EB6-4C4D-9007-9C6A40395707}" type="pres">
      <dgm:prSet presAssocID="{CFB8EE5B-8BB3-4404-BD46-155EB90F8D0D}" presName="compNode" presStyleCnt="0"/>
      <dgm:spPr/>
    </dgm:pt>
    <dgm:pt modelId="{10A3B4CD-B793-4CD1-8490-8470CE531E6B}" type="pres">
      <dgm:prSet presAssocID="{CFB8EE5B-8BB3-4404-BD46-155EB90F8D0D}" presName="bgRect" presStyleLbl="bgShp" presStyleIdx="4" presStyleCnt="6"/>
      <dgm:spPr/>
    </dgm:pt>
    <dgm:pt modelId="{54A07212-2DCA-4DFD-BA92-303A472CBDD2}" type="pres">
      <dgm:prSet presAssocID="{CFB8EE5B-8BB3-4404-BD46-155EB90F8D0D}"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ement truck"/>
        </a:ext>
      </dgm:extLst>
    </dgm:pt>
    <dgm:pt modelId="{89611D94-EA0D-40B4-83C1-CBBBD9DA52BE}" type="pres">
      <dgm:prSet presAssocID="{CFB8EE5B-8BB3-4404-BD46-155EB90F8D0D}" presName="spaceRect" presStyleCnt="0"/>
      <dgm:spPr/>
    </dgm:pt>
    <dgm:pt modelId="{22A3E311-EBD8-4452-A758-BAC387690A39}" type="pres">
      <dgm:prSet presAssocID="{CFB8EE5B-8BB3-4404-BD46-155EB90F8D0D}" presName="parTx" presStyleLbl="revTx" presStyleIdx="4" presStyleCnt="6">
        <dgm:presLayoutVars>
          <dgm:chMax val="0"/>
          <dgm:chPref val="0"/>
        </dgm:presLayoutVars>
      </dgm:prSet>
      <dgm:spPr/>
    </dgm:pt>
    <dgm:pt modelId="{F5CF993E-B597-45F1-A2EC-3C323BF60CFA}" type="pres">
      <dgm:prSet presAssocID="{7C53F998-A01F-400E-9537-A292CDF37244}" presName="sibTrans" presStyleCnt="0"/>
      <dgm:spPr/>
    </dgm:pt>
    <dgm:pt modelId="{589A8832-49B1-4DEF-B8ED-9E64AE28251D}" type="pres">
      <dgm:prSet presAssocID="{BE863202-CE3B-48EF-A789-3F6298B6A528}" presName="compNode" presStyleCnt="0"/>
      <dgm:spPr/>
    </dgm:pt>
    <dgm:pt modelId="{DE24B82A-DC0A-4F76-A8B6-11FF3034B765}" type="pres">
      <dgm:prSet presAssocID="{BE863202-CE3B-48EF-A789-3F6298B6A528}" presName="bgRect" presStyleLbl="bgShp" presStyleIdx="5" presStyleCnt="6"/>
      <dgm:spPr/>
    </dgm:pt>
    <dgm:pt modelId="{4A60D2E9-47D2-4467-B987-4DB82D951F0E}" type="pres">
      <dgm:prSet presAssocID="{BE863202-CE3B-48EF-A789-3F6298B6A528}"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ca de verificación"/>
        </a:ext>
      </dgm:extLst>
    </dgm:pt>
    <dgm:pt modelId="{01790D6F-C73B-401E-868C-9E9035BF6971}" type="pres">
      <dgm:prSet presAssocID="{BE863202-CE3B-48EF-A789-3F6298B6A528}" presName="spaceRect" presStyleCnt="0"/>
      <dgm:spPr/>
    </dgm:pt>
    <dgm:pt modelId="{706BE195-0E2E-46D3-949F-274A9D94EA6A}" type="pres">
      <dgm:prSet presAssocID="{BE863202-CE3B-48EF-A789-3F6298B6A528}" presName="parTx" presStyleLbl="revTx" presStyleIdx="5" presStyleCnt="6">
        <dgm:presLayoutVars>
          <dgm:chMax val="0"/>
          <dgm:chPref val="0"/>
        </dgm:presLayoutVars>
      </dgm:prSet>
      <dgm:spPr/>
    </dgm:pt>
  </dgm:ptLst>
  <dgm:cxnLst>
    <dgm:cxn modelId="{8A4C710D-1E1B-4DDB-BE96-32EEAE5DFB87}" srcId="{8BB66EE1-A58B-48C5-BF29-5A551DCCACF2}" destId="{CFB8EE5B-8BB3-4404-BD46-155EB90F8D0D}" srcOrd="4" destOrd="0" parTransId="{7503E409-BF3A-4663-9CE9-AAA9093DFFEA}" sibTransId="{7C53F998-A01F-400E-9537-A292CDF37244}"/>
    <dgm:cxn modelId="{B2E4611E-D229-4A66-AFA9-4EAACD24A6A5}" srcId="{8BB66EE1-A58B-48C5-BF29-5A551DCCACF2}" destId="{E2596589-5A13-4FCA-9459-6EC9F48FFC41}" srcOrd="2" destOrd="0" parTransId="{A632B7FB-33BA-44CF-9762-9A92DC4C68C8}" sibTransId="{E1146815-4091-4892-BB33-E4839FA6C581}"/>
    <dgm:cxn modelId="{C59F8D1F-5A9A-4496-AD81-32700C2949FB}" srcId="{8BB66EE1-A58B-48C5-BF29-5A551DCCACF2}" destId="{7DFCC3F3-753D-4D1C-89BF-86A6024D62FC}" srcOrd="1" destOrd="0" parTransId="{3E47E6EE-3493-4C2C-B3A4-CF4C39805747}" sibTransId="{71705B3F-1DD9-4C92-B9D3-0E29184E3376}"/>
    <dgm:cxn modelId="{4F716D40-DD8C-44C5-9ED3-48F38924FD7D}" srcId="{8BB66EE1-A58B-48C5-BF29-5A551DCCACF2}" destId="{BE863202-CE3B-48EF-A789-3F6298B6A528}" srcOrd="5" destOrd="0" parTransId="{A194162F-1DA9-4132-AC4B-1AE630D58441}" sibTransId="{FC20B744-B7C1-468E-AF63-BD92E559FB3B}"/>
    <dgm:cxn modelId="{022B296D-5629-4A2B-9205-7658D179D021}" type="presOf" srcId="{7DFCC3F3-753D-4D1C-89BF-86A6024D62FC}" destId="{B0AB8890-CB7F-449B-889C-5A363FA78031}" srcOrd="0" destOrd="0" presId="urn:microsoft.com/office/officeart/2018/2/layout/IconVerticalSolidList"/>
    <dgm:cxn modelId="{63E32271-A24D-41AE-BCAC-E683CEC2C37D}" type="presOf" srcId="{BE863202-CE3B-48EF-A789-3F6298B6A528}" destId="{706BE195-0E2E-46D3-949F-274A9D94EA6A}" srcOrd="0" destOrd="0" presId="urn:microsoft.com/office/officeart/2018/2/layout/IconVerticalSolidList"/>
    <dgm:cxn modelId="{4A749B7E-2237-47AE-8669-1050B7885518}" type="presOf" srcId="{E2596589-5A13-4FCA-9459-6EC9F48FFC41}" destId="{3CD92A66-368B-431F-9DA3-4C33AF06B907}" srcOrd="0" destOrd="0" presId="urn:microsoft.com/office/officeart/2018/2/layout/IconVerticalSolidList"/>
    <dgm:cxn modelId="{968B6989-33E2-4089-8DF1-5AC65A3CE26A}" srcId="{8BB66EE1-A58B-48C5-BF29-5A551DCCACF2}" destId="{3B4A6E8E-7219-4C52-9AEB-23C919DF25CB}" srcOrd="3" destOrd="0" parTransId="{AF812665-B057-4B3C-9114-197DCF83554E}" sibTransId="{2846449B-67D4-4752-967E-E713B0B589BA}"/>
    <dgm:cxn modelId="{A2813993-A085-4740-832A-0303B7E6B454}" type="presOf" srcId="{D277853D-885A-4A10-B07E-6553537B2391}" destId="{479D4823-AA56-4647-A6AF-FE7ED3ED8125}" srcOrd="0" destOrd="0" presId="urn:microsoft.com/office/officeart/2018/2/layout/IconVerticalSolidList"/>
    <dgm:cxn modelId="{5EDAECC8-E90A-408E-A908-69951A2C3C03}" type="presOf" srcId="{8BB66EE1-A58B-48C5-BF29-5A551DCCACF2}" destId="{1292AEE8-9A02-4FEA-A99E-D6AA96C9E9E4}" srcOrd="0" destOrd="0" presId="urn:microsoft.com/office/officeart/2018/2/layout/IconVerticalSolidList"/>
    <dgm:cxn modelId="{8D1CE4E6-19B2-4EFD-9219-7FD0C8411097}" type="presOf" srcId="{3B4A6E8E-7219-4C52-9AEB-23C919DF25CB}" destId="{9E7C9C69-BDAD-4EC1-B5E9-EFCE876C6EC9}" srcOrd="0" destOrd="0" presId="urn:microsoft.com/office/officeart/2018/2/layout/IconVerticalSolidList"/>
    <dgm:cxn modelId="{4B4C00EA-1127-4768-A5CE-FB21BCB1121E}" srcId="{8BB66EE1-A58B-48C5-BF29-5A551DCCACF2}" destId="{D277853D-885A-4A10-B07E-6553537B2391}" srcOrd="0" destOrd="0" parTransId="{0096DEBC-E5FA-48D9-9719-C8EF0A42B6E0}" sibTransId="{BE6AEE1C-8C55-45B7-A760-6743827C0116}"/>
    <dgm:cxn modelId="{49E591F2-0A1C-4992-A5AB-16AF2CAFFCE5}" type="presOf" srcId="{CFB8EE5B-8BB3-4404-BD46-155EB90F8D0D}" destId="{22A3E311-EBD8-4452-A758-BAC387690A39}" srcOrd="0" destOrd="0" presId="urn:microsoft.com/office/officeart/2018/2/layout/IconVerticalSolidList"/>
    <dgm:cxn modelId="{39F592A1-F7D9-4B2C-BB1E-FBA429CD5066}" type="presParOf" srcId="{1292AEE8-9A02-4FEA-A99E-D6AA96C9E9E4}" destId="{6DD45C51-2C32-4D08-AEBA-DC9A32900229}" srcOrd="0" destOrd="0" presId="urn:microsoft.com/office/officeart/2018/2/layout/IconVerticalSolidList"/>
    <dgm:cxn modelId="{A536A986-277D-4196-9122-C7659789130D}" type="presParOf" srcId="{6DD45C51-2C32-4D08-AEBA-DC9A32900229}" destId="{19F66038-1EA3-493C-A0E7-8EC235A7DE9C}" srcOrd="0" destOrd="0" presId="urn:microsoft.com/office/officeart/2018/2/layout/IconVerticalSolidList"/>
    <dgm:cxn modelId="{F38D691D-224E-4540-8CD9-4CC74DACFFBA}" type="presParOf" srcId="{6DD45C51-2C32-4D08-AEBA-DC9A32900229}" destId="{05545A0E-F1B8-4578-B954-C781B0A6B8C4}" srcOrd="1" destOrd="0" presId="urn:microsoft.com/office/officeart/2018/2/layout/IconVerticalSolidList"/>
    <dgm:cxn modelId="{BAE55C17-924E-473B-B21E-8D95EB09DCD1}" type="presParOf" srcId="{6DD45C51-2C32-4D08-AEBA-DC9A32900229}" destId="{100E0E37-3305-4C20-B0FC-A921C7B5D4E5}" srcOrd="2" destOrd="0" presId="urn:microsoft.com/office/officeart/2018/2/layout/IconVerticalSolidList"/>
    <dgm:cxn modelId="{B28FAF60-9283-4F14-9F69-3F357B910A52}" type="presParOf" srcId="{6DD45C51-2C32-4D08-AEBA-DC9A32900229}" destId="{479D4823-AA56-4647-A6AF-FE7ED3ED8125}" srcOrd="3" destOrd="0" presId="urn:microsoft.com/office/officeart/2018/2/layout/IconVerticalSolidList"/>
    <dgm:cxn modelId="{9D17694D-D0A2-49F8-A179-8A062E2DCB1E}" type="presParOf" srcId="{1292AEE8-9A02-4FEA-A99E-D6AA96C9E9E4}" destId="{85FEB056-4E6A-4929-97F9-A5205D63D815}" srcOrd="1" destOrd="0" presId="urn:microsoft.com/office/officeart/2018/2/layout/IconVerticalSolidList"/>
    <dgm:cxn modelId="{729F5B6E-BF32-4E99-9694-8350EDEE0926}" type="presParOf" srcId="{1292AEE8-9A02-4FEA-A99E-D6AA96C9E9E4}" destId="{87DDEB43-2715-4206-B258-F5477480891C}" srcOrd="2" destOrd="0" presId="urn:microsoft.com/office/officeart/2018/2/layout/IconVerticalSolidList"/>
    <dgm:cxn modelId="{DD6062C0-6813-432E-A90D-F3105DB691BE}" type="presParOf" srcId="{87DDEB43-2715-4206-B258-F5477480891C}" destId="{2BD35768-89BE-42C4-9A82-1D2135B5201F}" srcOrd="0" destOrd="0" presId="urn:microsoft.com/office/officeart/2018/2/layout/IconVerticalSolidList"/>
    <dgm:cxn modelId="{248611AB-A540-4FE8-A7ED-D1E69CFE6F78}" type="presParOf" srcId="{87DDEB43-2715-4206-B258-F5477480891C}" destId="{C50E01A6-AB05-4B0C-A278-16003D8849AE}" srcOrd="1" destOrd="0" presId="urn:microsoft.com/office/officeart/2018/2/layout/IconVerticalSolidList"/>
    <dgm:cxn modelId="{F90E27A4-D4D8-4374-AAEA-6784027EB172}" type="presParOf" srcId="{87DDEB43-2715-4206-B258-F5477480891C}" destId="{68A3880A-AE7E-448E-B61D-9C5A524D4D4D}" srcOrd="2" destOrd="0" presId="urn:microsoft.com/office/officeart/2018/2/layout/IconVerticalSolidList"/>
    <dgm:cxn modelId="{42EE6069-D8FF-4C96-994E-56A6D69F04E7}" type="presParOf" srcId="{87DDEB43-2715-4206-B258-F5477480891C}" destId="{B0AB8890-CB7F-449B-889C-5A363FA78031}" srcOrd="3" destOrd="0" presId="urn:microsoft.com/office/officeart/2018/2/layout/IconVerticalSolidList"/>
    <dgm:cxn modelId="{74EAB343-8FA4-47EA-AEFD-457FD08A4952}" type="presParOf" srcId="{1292AEE8-9A02-4FEA-A99E-D6AA96C9E9E4}" destId="{BAE6B274-F23E-462F-9EF9-115EB631C7EB}" srcOrd="3" destOrd="0" presId="urn:microsoft.com/office/officeart/2018/2/layout/IconVerticalSolidList"/>
    <dgm:cxn modelId="{78632CC2-C251-45D6-BF83-C64383D233EE}" type="presParOf" srcId="{1292AEE8-9A02-4FEA-A99E-D6AA96C9E9E4}" destId="{C68F83A3-049D-4DB8-865E-DDBEB1288532}" srcOrd="4" destOrd="0" presId="urn:microsoft.com/office/officeart/2018/2/layout/IconVerticalSolidList"/>
    <dgm:cxn modelId="{539045A1-F2DD-4172-B8FB-09727DD16511}" type="presParOf" srcId="{C68F83A3-049D-4DB8-865E-DDBEB1288532}" destId="{188E2D7A-0CAF-4107-ACED-4A8D0986AD58}" srcOrd="0" destOrd="0" presId="urn:microsoft.com/office/officeart/2018/2/layout/IconVerticalSolidList"/>
    <dgm:cxn modelId="{EDF6FB79-5E23-4AC2-9FA9-D5574CED7D4E}" type="presParOf" srcId="{C68F83A3-049D-4DB8-865E-DDBEB1288532}" destId="{28432E4C-AF2D-4013-BDA5-E4EF5A072EF5}" srcOrd="1" destOrd="0" presId="urn:microsoft.com/office/officeart/2018/2/layout/IconVerticalSolidList"/>
    <dgm:cxn modelId="{6F445803-BB07-4683-9EEB-6E6F8A7CB288}" type="presParOf" srcId="{C68F83A3-049D-4DB8-865E-DDBEB1288532}" destId="{5D173E71-F11E-46F0-922A-D75075FDEC9C}" srcOrd="2" destOrd="0" presId="urn:microsoft.com/office/officeart/2018/2/layout/IconVerticalSolidList"/>
    <dgm:cxn modelId="{10F0260D-1145-4765-9124-D5F277008AEB}" type="presParOf" srcId="{C68F83A3-049D-4DB8-865E-DDBEB1288532}" destId="{3CD92A66-368B-431F-9DA3-4C33AF06B907}" srcOrd="3" destOrd="0" presId="urn:microsoft.com/office/officeart/2018/2/layout/IconVerticalSolidList"/>
    <dgm:cxn modelId="{29005479-AEE4-4227-879A-45EE8BC45251}" type="presParOf" srcId="{1292AEE8-9A02-4FEA-A99E-D6AA96C9E9E4}" destId="{F82A276A-D7AE-47E2-ADDF-166BB46F9980}" srcOrd="5" destOrd="0" presId="urn:microsoft.com/office/officeart/2018/2/layout/IconVerticalSolidList"/>
    <dgm:cxn modelId="{57DDD346-3A68-491A-9700-070519E7D962}" type="presParOf" srcId="{1292AEE8-9A02-4FEA-A99E-D6AA96C9E9E4}" destId="{26341C27-F7D0-40DA-8264-09B0CAF94D3B}" srcOrd="6" destOrd="0" presId="urn:microsoft.com/office/officeart/2018/2/layout/IconVerticalSolidList"/>
    <dgm:cxn modelId="{609E1BFE-8238-4C70-A04A-4C17B8CC2A29}" type="presParOf" srcId="{26341C27-F7D0-40DA-8264-09B0CAF94D3B}" destId="{A0F4F1F5-AE8B-4B57-B19D-A2D936E7AFAF}" srcOrd="0" destOrd="0" presId="urn:microsoft.com/office/officeart/2018/2/layout/IconVerticalSolidList"/>
    <dgm:cxn modelId="{287A2FCA-D6F9-4FD4-8D16-C65FE105CEE2}" type="presParOf" srcId="{26341C27-F7D0-40DA-8264-09B0CAF94D3B}" destId="{92C66FB2-DBA5-406B-A459-810F2C7D4FFD}" srcOrd="1" destOrd="0" presId="urn:microsoft.com/office/officeart/2018/2/layout/IconVerticalSolidList"/>
    <dgm:cxn modelId="{533CC0A2-04EF-4366-AFB3-F9BA154F5F6E}" type="presParOf" srcId="{26341C27-F7D0-40DA-8264-09B0CAF94D3B}" destId="{F43E4C28-D752-4DDA-B395-EE44416B2A8A}" srcOrd="2" destOrd="0" presId="urn:microsoft.com/office/officeart/2018/2/layout/IconVerticalSolidList"/>
    <dgm:cxn modelId="{CEA9736D-2923-4B59-876C-63C59A5BF9F0}" type="presParOf" srcId="{26341C27-F7D0-40DA-8264-09B0CAF94D3B}" destId="{9E7C9C69-BDAD-4EC1-B5E9-EFCE876C6EC9}" srcOrd="3" destOrd="0" presId="urn:microsoft.com/office/officeart/2018/2/layout/IconVerticalSolidList"/>
    <dgm:cxn modelId="{FFBCD32F-821B-444D-B1D8-64BDBC6761E4}" type="presParOf" srcId="{1292AEE8-9A02-4FEA-A99E-D6AA96C9E9E4}" destId="{0C629C16-4ABF-42A5-9828-63133FA55E35}" srcOrd="7" destOrd="0" presId="urn:microsoft.com/office/officeart/2018/2/layout/IconVerticalSolidList"/>
    <dgm:cxn modelId="{7CFF07E4-AC83-4FE3-972D-D84914EB7B6F}" type="presParOf" srcId="{1292AEE8-9A02-4FEA-A99E-D6AA96C9E9E4}" destId="{E32ABF35-9EB6-4C4D-9007-9C6A40395707}" srcOrd="8" destOrd="0" presId="urn:microsoft.com/office/officeart/2018/2/layout/IconVerticalSolidList"/>
    <dgm:cxn modelId="{4AA9E254-DCDD-4421-A4A3-87DCFA92B6E5}" type="presParOf" srcId="{E32ABF35-9EB6-4C4D-9007-9C6A40395707}" destId="{10A3B4CD-B793-4CD1-8490-8470CE531E6B}" srcOrd="0" destOrd="0" presId="urn:microsoft.com/office/officeart/2018/2/layout/IconVerticalSolidList"/>
    <dgm:cxn modelId="{97B36ED7-C75C-4C4D-9676-24B3CF62A05F}" type="presParOf" srcId="{E32ABF35-9EB6-4C4D-9007-9C6A40395707}" destId="{54A07212-2DCA-4DFD-BA92-303A472CBDD2}" srcOrd="1" destOrd="0" presId="urn:microsoft.com/office/officeart/2018/2/layout/IconVerticalSolidList"/>
    <dgm:cxn modelId="{826F2721-CC86-415D-8139-2508E4B3D5AE}" type="presParOf" srcId="{E32ABF35-9EB6-4C4D-9007-9C6A40395707}" destId="{89611D94-EA0D-40B4-83C1-CBBBD9DA52BE}" srcOrd="2" destOrd="0" presId="urn:microsoft.com/office/officeart/2018/2/layout/IconVerticalSolidList"/>
    <dgm:cxn modelId="{660BDD44-1FF4-426D-91D5-7B5374E957DB}" type="presParOf" srcId="{E32ABF35-9EB6-4C4D-9007-9C6A40395707}" destId="{22A3E311-EBD8-4452-A758-BAC387690A39}" srcOrd="3" destOrd="0" presId="urn:microsoft.com/office/officeart/2018/2/layout/IconVerticalSolidList"/>
    <dgm:cxn modelId="{9F61F038-7635-49DD-B564-E845AC3CB279}" type="presParOf" srcId="{1292AEE8-9A02-4FEA-A99E-D6AA96C9E9E4}" destId="{F5CF993E-B597-45F1-A2EC-3C323BF60CFA}" srcOrd="9" destOrd="0" presId="urn:microsoft.com/office/officeart/2018/2/layout/IconVerticalSolidList"/>
    <dgm:cxn modelId="{AF2266AD-B624-44E5-B892-45FCE54B0A39}" type="presParOf" srcId="{1292AEE8-9A02-4FEA-A99E-D6AA96C9E9E4}" destId="{589A8832-49B1-4DEF-B8ED-9E64AE28251D}" srcOrd="10" destOrd="0" presId="urn:microsoft.com/office/officeart/2018/2/layout/IconVerticalSolidList"/>
    <dgm:cxn modelId="{23D00609-B85B-4497-8051-4F05E30C5F00}" type="presParOf" srcId="{589A8832-49B1-4DEF-B8ED-9E64AE28251D}" destId="{DE24B82A-DC0A-4F76-A8B6-11FF3034B765}" srcOrd="0" destOrd="0" presId="urn:microsoft.com/office/officeart/2018/2/layout/IconVerticalSolidList"/>
    <dgm:cxn modelId="{A58E34BB-E20D-4B9B-8B02-C5672C123C8F}" type="presParOf" srcId="{589A8832-49B1-4DEF-B8ED-9E64AE28251D}" destId="{4A60D2E9-47D2-4467-B987-4DB82D951F0E}" srcOrd="1" destOrd="0" presId="urn:microsoft.com/office/officeart/2018/2/layout/IconVerticalSolidList"/>
    <dgm:cxn modelId="{94F0594D-71F4-45EC-853A-D2779BEAE3DF}" type="presParOf" srcId="{589A8832-49B1-4DEF-B8ED-9E64AE28251D}" destId="{01790D6F-C73B-401E-868C-9E9035BF6971}" srcOrd="2" destOrd="0" presId="urn:microsoft.com/office/officeart/2018/2/layout/IconVerticalSolidList"/>
    <dgm:cxn modelId="{BFF5F0E9-3CC7-4FC8-AE32-BB94765F383A}" type="presParOf" srcId="{589A8832-49B1-4DEF-B8ED-9E64AE28251D}" destId="{706BE195-0E2E-46D3-949F-274A9D94EA6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EB9BD0-14C8-44A3-AA5F-65D12F52AB2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222B276-CA8D-40FC-B78F-E5FA39F88BA4}">
      <dgm:prSet custT="1"/>
      <dgm:spPr/>
      <dgm:t>
        <a:bodyPr/>
        <a:lstStyle/>
        <a:p>
          <a:pPr algn="just"/>
          <a:r>
            <a:rPr lang="es-CR" sz="3600" dirty="0"/>
            <a:t>¿Cuáles son las principales diferencias entre validación y verificación?</a:t>
          </a:r>
          <a:endParaRPr lang="en-US" sz="3600" dirty="0"/>
        </a:p>
      </dgm:t>
    </dgm:pt>
    <dgm:pt modelId="{42AAD09B-DFA4-4A95-8F66-889F04DD38BB}" type="parTrans" cxnId="{F0610067-8CD3-4231-B9B0-0BAC85335261}">
      <dgm:prSet/>
      <dgm:spPr/>
      <dgm:t>
        <a:bodyPr/>
        <a:lstStyle/>
        <a:p>
          <a:pPr algn="just"/>
          <a:endParaRPr lang="en-US" sz="1100"/>
        </a:p>
      </dgm:t>
    </dgm:pt>
    <dgm:pt modelId="{5B2D043E-793D-44A9-9B6E-4ECBAB49A222}" type="sibTrans" cxnId="{F0610067-8CD3-4231-B9B0-0BAC85335261}">
      <dgm:prSet/>
      <dgm:spPr/>
      <dgm:t>
        <a:bodyPr/>
        <a:lstStyle/>
        <a:p>
          <a:pPr algn="just"/>
          <a:endParaRPr lang="en-US" sz="1100"/>
        </a:p>
      </dgm:t>
    </dgm:pt>
    <dgm:pt modelId="{E23DC0F0-F8E7-40F5-89AE-D38F2AEC6E69}">
      <dgm:prSet custT="1"/>
      <dgm:spPr/>
      <dgm:t>
        <a:bodyPr/>
        <a:lstStyle/>
        <a:p>
          <a:pPr algn="just"/>
          <a:r>
            <a:rPr lang="es-CR" sz="3600" dirty="0"/>
            <a:t>¿Cómo aplicarías la verificación y validación en tus procesos?</a:t>
          </a:r>
          <a:endParaRPr lang="en-US" sz="3600" dirty="0"/>
        </a:p>
      </dgm:t>
    </dgm:pt>
    <dgm:pt modelId="{3B9DBE77-1744-48A7-88F9-ADC478DB3DC5}" type="parTrans" cxnId="{E73C4B78-185A-4112-9886-404D628CC75F}">
      <dgm:prSet/>
      <dgm:spPr/>
      <dgm:t>
        <a:bodyPr/>
        <a:lstStyle/>
        <a:p>
          <a:pPr algn="just"/>
          <a:endParaRPr lang="en-US" sz="1100"/>
        </a:p>
      </dgm:t>
    </dgm:pt>
    <dgm:pt modelId="{E1B21F26-EAAC-406E-9A96-629FF6000A20}" type="sibTrans" cxnId="{E73C4B78-185A-4112-9886-404D628CC75F}">
      <dgm:prSet/>
      <dgm:spPr/>
      <dgm:t>
        <a:bodyPr/>
        <a:lstStyle/>
        <a:p>
          <a:pPr algn="just"/>
          <a:endParaRPr lang="en-US" sz="1100"/>
        </a:p>
      </dgm:t>
    </dgm:pt>
    <dgm:pt modelId="{9E2AEDF2-E242-4C35-B8C1-F07D80627985}" type="pres">
      <dgm:prSet presAssocID="{43EB9BD0-14C8-44A3-AA5F-65D12F52AB22}" presName="vert0" presStyleCnt="0">
        <dgm:presLayoutVars>
          <dgm:dir/>
          <dgm:animOne val="branch"/>
          <dgm:animLvl val="lvl"/>
        </dgm:presLayoutVars>
      </dgm:prSet>
      <dgm:spPr/>
    </dgm:pt>
    <dgm:pt modelId="{C4B24A96-A079-4F08-AED3-D9C1EA37DE39}" type="pres">
      <dgm:prSet presAssocID="{A222B276-CA8D-40FC-B78F-E5FA39F88BA4}" presName="thickLine" presStyleLbl="alignNode1" presStyleIdx="0" presStyleCnt="2"/>
      <dgm:spPr/>
    </dgm:pt>
    <dgm:pt modelId="{9B7FC32A-0695-480B-B8EC-EC2AF396838F}" type="pres">
      <dgm:prSet presAssocID="{A222B276-CA8D-40FC-B78F-E5FA39F88BA4}" presName="horz1" presStyleCnt="0"/>
      <dgm:spPr/>
    </dgm:pt>
    <dgm:pt modelId="{485F55B6-0380-4FFE-8697-98F8DC4DC488}" type="pres">
      <dgm:prSet presAssocID="{A222B276-CA8D-40FC-B78F-E5FA39F88BA4}" presName="tx1" presStyleLbl="revTx" presStyleIdx="0" presStyleCnt="2"/>
      <dgm:spPr/>
    </dgm:pt>
    <dgm:pt modelId="{0EB4CC81-8FF2-4F22-ADF0-A241EF52A96F}" type="pres">
      <dgm:prSet presAssocID="{A222B276-CA8D-40FC-B78F-E5FA39F88BA4}" presName="vert1" presStyleCnt="0"/>
      <dgm:spPr/>
    </dgm:pt>
    <dgm:pt modelId="{3D1F7E6A-5703-44E9-AE5A-5ED87259C854}" type="pres">
      <dgm:prSet presAssocID="{E23DC0F0-F8E7-40F5-89AE-D38F2AEC6E69}" presName="thickLine" presStyleLbl="alignNode1" presStyleIdx="1" presStyleCnt="2"/>
      <dgm:spPr/>
    </dgm:pt>
    <dgm:pt modelId="{902A7059-D829-4F65-8138-4AD769D6E1E6}" type="pres">
      <dgm:prSet presAssocID="{E23DC0F0-F8E7-40F5-89AE-D38F2AEC6E69}" presName="horz1" presStyleCnt="0"/>
      <dgm:spPr/>
    </dgm:pt>
    <dgm:pt modelId="{0112911B-8F19-46B0-B640-10A9D8F762B1}" type="pres">
      <dgm:prSet presAssocID="{E23DC0F0-F8E7-40F5-89AE-D38F2AEC6E69}" presName="tx1" presStyleLbl="revTx" presStyleIdx="1" presStyleCnt="2"/>
      <dgm:spPr/>
    </dgm:pt>
    <dgm:pt modelId="{B98B7C1D-8CAB-4191-81DF-EEAB21F67921}" type="pres">
      <dgm:prSet presAssocID="{E23DC0F0-F8E7-40F5-89AE-D38F2AEC6E69}" presName="vert1" presStyleCnt="0"/>
      <dgm:spPr/>
    </dgm:pt>
  </dgm:ptLst>
  <dgm:cxnLst>
    <dgm:cxn modelId="{3187FA1A-24B3-4D48-9DA9-3E726103984D}" type="presOf" srcId="{E23DC0F0-F8E7-40F5-89AE-D38F2AEC6E69}" destId="{0112911B-8F19-46B0-B640-10A9D8F762B1}" srcOrd="0" destOrd="0" presId="urn:microsoft.com/office/officeart/2008/layout/LinedList"/>
    <dgm:cxn modelId="{EAD36B25-E24F-421B-8B8E-0180294B523F}" type="presOf" srcId="{A222B276-CA8D-40FC-B78F-E5FA39F88BA4}" destId="{485F55B6-0380-4FFE-8697-98F8DC4DC488}" srcOrd="0" destOrd="0" presId="urn:microsoft.com/office/officeart/2008/layout/LinedList"/>
    <dgm:cxn modelId="{F0610067-8CD3-4231-B9B0-0BAC85335261}" srcId="{43EB9BD0-14C8-44A3-AA5F-65D12F52AB22}" destId="{A222B276-CA8D-40FC-B78F-E5FA39F88BA4}" srcOrd="0" destOrd="0" parTransId="{42AAD09B-DFA4-4A95-8F66-889F04DD38BB}" sibTransId="{5B2D043E-793D-44A9-9B6E-4ECBAB49A222}"/>
    <dgm:cxn modelId="{E73C4B78-185A-4112-9886-404D628CC75F}" srcId="{43EB9BD0-14C8-44A3-AA5F-65D12F52AB22}" destId="{E23DC0F0-F8E7-40F5-89AE-D38F2AEC6E69}" srcOrd="1" destOrd="0" parTransId="{3B9DBE77-1744-48A7-88F9-ADC478DB3DC5}" sibTransId="{E1B21F26-EAAC-406E-9A96-629FF6000A20}"/>
    <dgm:cxn modelId="{E49DD758-B78C-401A-8766-6669B0A18986}" type="presOf" srcId="{43EB9BD0-14C8-44A3-AA5F-65D12F52AB22}" destId="{9E2AEDF2-E242-4C35-B8C1-F07D80627985}" srcOrd="0" destOrd="0" presId="urn:microsoft.com/office/officeart/2008/layout/LinedList"/>
    <dgm:cxn modelId="{B6F21F46-907A-4B34-9A63-29B0B87B69D3}" type="presParOf" srcId="{9E2AEDF2-E242-4C35-B8C1-F07D80627985}" destId="{C4B24A96-A079-4F08-AED3-D9C1EA37DE39}" srcOrd="0" destOrd="0" presId="urn:microsoft.com/office/officeart/2008/layout/LinedList"/>
    <dgm:cxn modelId="{05438580-87E4-405E-B9B0-17AAE487D664}" type="presParOf" srcId="{9E2AEDF2-E242-4C35-B8C1-F07D80627985}" destId="{9B7FC32A-0695-480B-B8EC-EC2AF396838F}" srcOrd="1" destOrd="0" presId="urn:microsoft.com/office/officeart/2008/layout/LinedList"/>
    <dgm:cxn modelId="{EDD572D3-AF68-446A-81B2-DA1F6C4D71D9}" type="presParOf" srcId="{9B7FC32A-0695-480B-B8EC-EC2AF396838F}" destId="{485F55B6-0380-4FFE-8697-98F8DC4DC488}" srcOrd="0" destOrd="0" presId="urn:microsoft.com/office/officeart/2008/layout/LinedList"/>
    <dgm:cxn modelId="{3CF468CC-4761-421C-8181-AC03EF0C6229}" type="presParOf" srcId="{9B7FC32A-0695-480B-B8EC-EC2AF396838F}" destId="{0EB4CC81-8FF2-4F22-ADF0-A241EF52A96F}" srcOrd="1" destOrd="0" presId="urn:microsoft.com/office/officeart/2008/layout/LinedList"/>
    <dgm:cxn modelId="{AB3B31D1-7592-4A67-847C-81066C89699E}" type="presParOf" srcId="{9E2AEDF2-E242-4C35-B8C1-F07D80627985}" destId="{3D1F7E6A-5703-44E9-AE5A-5ED87259C854}" srcOrd="2" destOrd="0" presId="urn:microsoft.com/office/officeart/2008/layout/LinedList"/>
    <dgm:cxn modelId="{05ADDC0A-EEA8-4B81-BB70-80359BBF30B7}" type="presParOf" srcId="{9E2AEDF2-E242-4C35-B8C1-F07D80627985}" destId="{902A7059-D829-4F65-8138-4AD769D6E1E6}" srcOrd="3" destOrd="0" presId="urn:microsoft.com/office/officeart/2008/layout/LinedList"/>
    <dgm:cxn modelId="{B6DB6E4F-70C1-4A31-AD7C-FA70ABD3A5FF}" type="presParOf" srcId="{902A7059-D829-4F65-8138-4AD769D6E1E6}" destId="{0112911B-8F19-46B0-B640-10A9D8F762B1}" srcOrd="0" destOrd="0" presId="urn:microsoft.com/office/officeart/2008/layout/LinedList"/>
    <dgm:cxn modelId="{55BFAD0D-F2CF-4054-86CA-9190328B5D7B}" type="presParOf" srcId="{902A7059-D829-4F65-8138-4AD769D6E1E6}" destId="{B98B7C1D-8CAB-4191-81DF-EEAB21F6792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5513E3-75A1-4B0B-928F-5D41D4030F71}" type="doc">
      <dgm:prSet loTypeId="urn:microsoft.com/office/officeart/2008/layout/PictureStrips" loCatId="picture" qsTypeId="urn:microsoft.com/office/officeart/2005/8/quickstyle/simple1" qsCatId="simple" csTypeId="urn:microsoft.com/office/officeart/2005/8/colors/accent0_1" csCatId="mainScheme" phldr="1"/>
      <dgm:spPr/>
      <dgm:t>
        <a:bodyPr/>
        <a:lstStyle/>
        <a:p>
          <a:endParaRPr lang="es-CR"/>
        </a:p>
      </dgm:t>
    </dgm:pt>
    <dgm:pt modelId="{3AA0D905-E11C-4015-A5A3-F04058149FC9}">
      <dgm:prSet custT="1"/>
      <dgm:spPr/>
      <dgm:t>
        <a:bodyPr/>
        <a:lstStyle/>
        <a:p>
          <a:r>
            <a:rPr lang="es-CR" sz="1600"/>
            <a:t>Proceso que consiste en todas las actividades del ciclo de vida, tanto estático como dinámico, que tiene que ver con planificación, preparación y evaluación de productos de software y productos relacionados al trabajo para determinar que satisfagan los requisitos especificados, para demostrar que son aptos para el propósito y para detectar defectos. (RBCS)</a:t>
          </a:r>
        </a:p>
      </dgm:t>
    </dgm:pt>
    <dgm:pt modelId="{8359AB99-3359-46CD-9FF3-FD71382BC954}" type="parTrans" cxnId="{1CEE2D89-513A-4CE3-95D9-9E33CA40AD26}">
      <dgm:prSet/>
      <dgm:spPr/>
      <dgm:t>
        <a:bodyPr/>
        <a:lstStyle/>
        <a:p>
          <a:endParaRPr lang="es-CR" sz="2400"/>
        </a:p>
      </dgm:t>
    </dgm:pt>
    <dgm:pt modelId="{C126D1AA-314A-4B6A-BDA1-3DE2549C45F3}" type="sibTrans" cxnId="{1CEE2D89-513A-4CE3-95D9-9E33CA40AD26}">
      <dgm:prSet/>
      <dgm:spPr/>
      <dgm:t>
        <a:bodyPr/>
        <a:lstStyle/>
        <a:p>
          <a:endParaRPr lang="es-CR" sz="2400"/>
        </a:p>
      </dgm:t>
    </dgm:pt>
    <dgm:pt modelId="{7F03DC73-8835-4922-8BBD-29AD7AC80F89}">
      <dgm:prSet custT="1"/>
      <dgm:spPr/>
      <dgm:t>
        <a:bodyPr/>
        <a:lstStyle/>
        <a:p>
          <a:r>
            <a:rPr lang="es-CR" sz="1600"/>
            <a:t>La prueba (testing) es el proceso de ejecutar un programa con la intención de encontrar fallos. .(Glenford J. Myers)</a:t>
          </a:r>
        </a:p>
      </dgm:t>
    </dgm:pt>
    <dgm:pt modelId="{B5CDE69C-68E9-4845-A642-6D775BC8B739}" type="parTrans" cxnId="{C1B956CC-85AC-4096-9475-8A8B7181438D}">
      <dgm:prSet/>
      <dgm:spPr/>
      <dgm:t>
        <a:bodyPr/>
        <a:lstStyle/>
        <a:p>
          <a:endParaRPr lang="es-CR" sz="2400"/>
        </a:p>
      </dgm:t>
    </dgm:pt>
    <dgm:pt modelId="{35251720-7790-4A5F-804D-1D3D23EA04D5}" type="sibTrans" cxnId="{C1B956CC-85AC-4096-9475-8A8B7181438D}">
      <dgm:prSet/>
      <dgm:spPr/>
      <dgm:t>
        <a:bodyPr/>
        <a:lstStyle/>
        <a:p>
          <a:endParaRPr lang="es-CR" sz="2400"/>
        </a:p>
      </dgm:t>
    </dgm:pt>
    <dgm:pt modelId="{5603CC62-4792-4DEF-B9F7-5AB35418F6A3}">
      <dgm:prSet custT="1"/>
      <dgm:spPr/>
      <dgm:t>
        <a:bodyPr/>
        <a:lstStyle/>
        <a:p>
          <a:r>
            <a:rPr lang="es-CR" sz="1600" dirty="0"/>
            <a:t>Una investigación técnica del producto bajo prueba para proporcionar a los interesados (</a:t>
          </a:r>
          <a:r>
            <a:rPr lang="es-CR" sz="1600" dirty="0" err="1"/>
            <a:t>stakeholders</a:t>
          </a:r>
          <a:r>
            <a:rPr lang="es-CR" sz="1600" dirty="0"/>
            <a:t>)  información relacionada con la calidad. (</a:t>
          </a:r>
          <a:r>
            <a:rPr lang="es-CR" sz="1600" dirty="0" err="1"/>
            <a:t>Cem</a:t>
          </a:r>
          <a:r>
            <a:rPr lang="es-CR" sz="1600" dirty="0"/>
            <a:t> </a:t>
          </a:r>
          <a:r>
            <a:rPr lang="es-CR" sz="1600" dirty="0" err="1"/>
            <a:t>Kaner</a:t>
          </a:r>
          <a:r>
            <a:rPr lang="es-CR" sz="1600" dirty="0"/>
            <a:t>)</a:t>
          </a:r>
        </a:p>
      </dgm:t>
    </dgm:pt>
    <dgm:pt modelId="{297FD405-C713-45E4-A19B-23E77507EA8C}" type="parTrans" cxnId="{7D3EB9C9-1CD3-4D74-9122-B1C546DAE150}">
      <dgm:prSet/>
      <dgm:spPr/>
      <dgm:t>
        <a:bodyPr/>
        <a:lstStyle/>
        <a:p>
          <a:endParaRPr lang="es-CR" sz="2400"/>
        </a:p>
      </dgm:t>
    </dgm:pt>
    <dgm:pt modelId="{49497E54-391A-4EDB-B689-BA1B2808BA31}" type="sibTrans" cxnId="{7D3EB9C9-1CD3-4D74-9122-B1C546DAE150}">
      <dgm:prSet/>
      <dgm:spPr/>
      <dgm:t>
        <a:bodyPr/>
        <a:lstStyle/>
        <a:p>
          <a:endParaRPr lang="es-CR" sz="2400"/>
        </a:p>
      </dgm:t>
    </dgm:pt>
    <dgm:pt modelId="{920A774F-3050-45C8-AE70-DCA6FC5B0B4E}" type="pres">
      <dgm:prSet presAssocID="{885513E3-75A1-4B0B-928F-5D41D4030F71}" presName="Name0" presStyleCnt="0">
        <dgm:presLayoutVars>
          <dgm:dir/>
          <dgm:resizeHandles val="exact"/>
        </dgm:presLayoutVars>
      </dgm:prSet>
      <dgm:spPr/>
    </dgm:pt>
    <dgm:pt modelId="{76BE2685-BE58-4116-8294-B71FE4932453}" type="pres">
      <dgm:prSet presAssocID="{3AA0D905-E11C-4015-A5A3-F04058149FC9}" presName="composite" presStyleCnt="0"/>
      <dgm:spPr/>
    </dgm:pt>
    <dgm:pt modelId="{012C17D5-52FE-45D5-8F0A-9A6ACBE1A6A4}" type="pres">
      <dgm:prSet presAssocID="{3AA0D905-E11C-4015-A5A3-F04058149FC9}" presName="rect1" presStyleLbl="trAlignAcc1" presStyleIdx="0" presStyleCnt="3" custScaleY="121348">
        <dgm:presLayoutVars>
          <dgm:bulletEnabled val="1"/>
        </dgm:presLayoutVars>
      </dgm:prSet>
      <dgm:spPr/>
    </dgm:pt>
    <dgm:pt modelId="{08B2CB51-2F8F-421E-A6F4-A2FF52FF5AD1}" type="pres">
      <dgm:prSet presAssocID="{3AA0D905-E11C-4015-A5A3-F04058149FC9}" presName="rect2" presStyleLbl="fgImgPlace1" presStyleIdx="0" presStyleCnt="3" custLinFactNeighborY="-312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l="-25000" r="-25000"/>
          </a:stretch>
        </a:blipFill>
      </dgm:spPr>
      <dgm:extLst>
        <a:ext uri="{E40237B7-FDA0-4F09-8148-C483321AD2D9}">
          <dgm14:cNvPr xmlns:dgm14="http://schemas.microsoft.com/office/drawing/2010/diagram" id="0" name="" descr="Portapapeles mezclado con relleno sólido"/>
        </a:ext>
      </dgm:extLst>
    </dgm:pt>
    <dgm:pt modelId="{D69464AF-CE4A-4EBA-A512-52A33531118D}" type="pres">
      <dgm:prSet presAssocID="{C126D1AA-314A-4B6A-BDA1-3DE2549C45F3}" presName="sibTrans" presStyleCnt="0"/>
      <dgm:spPr/>
    </dgm:pt>
    <dgm:pt modelId="{5D25E19A-0BB0-4852-ACB3-3F2B4EDF2A4B}" type="pres">
      <dgm:prSet presAssocID="{7F03DC73-8835-4922-8BBD-29AD7AC80F89}" presName="composite" presStyleCnt="0"/>
      <dgm:spPr/>
    </dgm:pt>
    <dgm:pt modelId="{3893270B-D123-452F-9F8F-2ACCB948A83B}" type="pres">
      <dgm:prSet presAssocID="{7F03DC73-8835-4922-8BBD-29AD7AC80F89}" presName="rect1" presStyleLbl="trAlignAcc1" presStyleIdx="1" presStyleCnt="3" custScaleY="121348">
        <dgm:presLayoutVars>
          <dgm:bulletEnabled val="1"/>
        </dgm:presLayoutVars>
      </dgm:prSet>
      <dgm:spPr/>
    </dgm:pt>
    <dgm:pt modelId="{6493161F-6B92-41E3-993E-87BC895E74DE}" type="pres">
      <dgm:prSet presAssocID="{7F03DC73-8835-4922-8BBD-29AD7AC80F89}" presName="rect2" presStyleLbl="fgImgPlace1" presStyleIdx="1" presStyleCnt="3" custLinFactNeighborY="-312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Insignia de cruz con relleno sólido"/>
        </a:ext>
      </dgm:extLst>
    </dgm:pt>
    <dgm:pt modelId="{73984AAD-3ADD-4D29-A14D-96092E5C6B62}" type="pres">
      <dgm:prSet presAssocID="{35251720-7790-4A5F-804D-1D3D23EA04D5}" presName="sibTrans" presStyleCnt="0"/>
      <dgm:spPr/>
    </dgm:pt>
    <dgm:pt modelId="{4EA96247-FEB7-4F61-A9FF-6E35DAA9BFA7}" type="pres">
      <dgm:prSet presAssocID="{5603CC62-4792-4DEF-B9F7-5AB35418F6A3}" presName="composite" presStyleCnt="0"/>
      <dgm:spPr/>
    </dgm:pt>
    <dgm:pt modelId="{D0229DFE-422B-4800-976C-FF67F86FBC27}" type="pres">
      <dgm:prSet presAssocID="{5603CC62-4792-4DEF-B9F7-5AB35418F6A3}" presName="rect1" presStyleLbl="trAlignAcc1" presStyleIdx="2" presStyleCnt="3" custScaleY="121348">
        <dgm:presLayoutVars>
          <dgm:bulletEnabled val="1"/>
        </dgm:presLayoutVars>
      </dgm:prSet>
      <dgm:spPr/>
    </dgm:pt>
    <dgm:pt modelId="{664C84D4-C1D9-41D5-BD40-8FAB1F00C121}" type="pres">
      <dgm:prSet presAssocID="{5603CC62-4792-4DEF-B9F7-5AB35418F6A3}" presName="rect2" presStyleLbl="fgImgPlace1" presStyleIdx="2" presStyleCnt="3" custLinFactNeighborY="-312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l="-25000" r="-25000"/>
          </a:stretch>
        </a:blipFill>
      </dgm:spPr>
      <dgm:extLst>
        <a:ext uri="{E40237B7-FDA0-4F09-8148-C483321AD2D9}">
          <dgm14:cNvPr xmlns:dgm14="http://schemas.microsoft.com/office/drawing/2010/diagram" id="0" name="" descr="Búsqueda de carpetas con relleno sólido"/>
        </a:ext>
      </dgm:extLst>
    </dgm:pt>
  </dgm:ptLst>
  <dgm:cxnLst>
    <dgm:cxn modelId="{1CEE2D89-513A-4CE3-95D9-9E33CA40AD26}" srcId="{885513E3-75A1-4B0B-928F-5D41D4030F71}" destId="{3AA0D905-E11C-4015-A5A3-F04058149FC9}" srcOrd="0" destOrd="0" parTransId="{8359AB99-3359-46CD-9FF3-FD71382BC954}" sibTransId="{C126D1AA-314A-4B6A-BDA1-3DE2549C45F3}"/>
    <dgm:cxn modelId="{53AA478B-C1BF-4058-9D53-D1AA99984341}" type="presOf" srcId="{3AA0D905-E11C-4015-A5A3-F04058149FC9}" destId="{012C17D5-52FE-45D5-8F0A-9A6ACBE1A6A4}" srcOrd="0" destOrd="0" presId="urn:microsoft.com/office/officeart/2008/layout/PictureStrips"/>
    <dgm:cxn modelId="{871007AF-4EB2-402E-9699-0299CA3D5C35}" type="presOf" srcId="{885513E3-75A1-4B0B-928F-5D41D4030F71}" destId="{920A774F-3050-45C8-AE70-DCA6FC5B0B4E}" srcOrd="0" destOrd="0" presId="urn:microsoft.com/office/officeart/2008/layout/PictureStrips"/>
    <dgm:cxn modelId="{F4F663B6-4CE3-4736-A6B8-3917A179CF36}" type="presOf" srcId="{5603CC62-4792-4DEF-B9F7-5AB35418F6A3}" destId="{D0229DFE-422B-4800-976C-FF67F86FBC27}" srcOrd="0" destOrd="0" presId="urn:microsoft.com/office/officeart/2008/layout/PictureStrips"/>
    <dgm:cxn modelId="{CBA1E3BB-DC0C-4310-BE0A-19FC53193948}" type="presOf" srcId="{7F03DC73-8835-4922-8BBD-29AD7AC80F89}" destId="{3893270B-D123-452F-9F8F-2ACCB948A83B}" srcOrd="0" destOrd="0" presId="urn:microsoft.com/office/officeart/2008/layout/PictureStrips"/>
    <dgm:cxn modelId="{7D3EB9C9-1CD3-4D74-9122-B1C546DAE150}" srcId="{885513E3-75A1-4B0B-928F-5D41D4030F71}" destId="{5603CC62-4792-4DEF-B9F7-5AB35418F6A3}" srcOrd="2" destOrd="0" parTransId="{297FD405-C713-45E4-A19B-23E77507EA8C}" sibTransId="{49497E54-391A-4EDB-B689-BA1B2808BA31}"/>
    <dgm:cxn modelId="{C1B956CC-85AC-4096-9475-8A8B7181438D}" srcId="{885513E3-75A1-4B0B-928F-5D41D4030F71}" destId="{7F03DC73-8835-4922-8BBD-29AD7AC80F89}" srcOrd="1" destOrd="0" parTransId="{B5CDE69C-68E9-4845-A642-6D775BC8B739}" sibTransId="{35251720-7790-4A5F-804D-1D3D23EA04D5}"/>
    <dgm:cxn modelId="{DF2F5A5D-9772-4A6C-970D-F3A0E396B6E7}" type="presParOf" srcId="{920A774F-3050-45C8-AE70-DCA6FC5B0B4E}" destId="{76BE2685-BE58-4116-8294-B71FE4932453}" srcOrd="0" destOrd="0" presId="urn:microsoft.com/office/officeart/2008/layout/PictureStrips"/>
    <dgm:cxn modelId="{67AA1F34-8E3B-4F88-A4F7-C930CD6D26E6}" type="presParOf" srcId="{76BE2685-BE58-4116-8294-B71FE4932453}" destId="{012C17D5-52FE-45D5-8F0A-9A6ACBE1A6A4}" srcOrd="0" destOrd="0" presId="urn:microsoft.com/office/officeart/2008/layout/PictureStrips"/>
    <dgm:cxn modelId="{B5FC01C6-E777-4218-84B5-C4BC9BE8259D}" type="presParOf" srcId="{76BE2685-BE58-4116-8294-B71FE4932453}" destId="{08B2CB51-2F8F-421E-A6F4-A2FF52FF5AD1}" srcOrd="1" destOrd="0" presId="urn:microsoft.com/office/officeart/2008/layout/PictureStrips"/>
    <dgm:cxn modelId="{47FDB797-500E-4DD3-B21F-384F61810002}" type="presParOf" srcId="{920A774F-3050-45C8-AE70-DCA6FC5B0B4E}" destId="{D69464AF-CE4A-4EBA-A512-52A33531118D}" srcOrd="1" destOrd="0" presId="urn:microsoft.com/office/officeart/2008/layout/PictureStrips"/>
    <dgm:cxn modelId="{AA4C979C-8187-4256-827F-6D5D7A051529}" type="presParOf" srcId="{920A774F-3050-45C8-AE70-DCA6FC5B0B4E}" destId="{5D25E19A-0BB0-4852-ACB3-3F2B4EDF2A4B}" srcOrd="2" destOrd="0" presId="urn:microsoft.com/office/officeart/2008/layout/PictureStrips"/>
    <dgm:cxn modelId="{D6C2F3DC-354D-4B60-A4E5-D46889D24FCC}" type="presParOf" srcId="{5D25E19A-0BB0-4852-ACB3-3F2B4EDF2A4B}" destId="{3893270B-D123-452F-9F8F-2ACCB948A83B}" srcOrd="0" destOrd="0" presId="urn:microsoft.com/office/officeart/2008/layout/PictureStrips"/>
    <dgm:cxn modelId="{8217B07C-FC5E-44D8-ACF6-C2A0005A1350}" type="presParOf" srcId="{5D25E19A-0BB0-4852-ACB3-3F2B4EDF2A4B}" destId="{6493161F-6B92-41E3-993E-87BC895E74DE}" srcOrd="1" destOrd="0" presId="urn:microsoft.com/office/officeart/2008/layout/PictureStrips"/>
    <dgm:cxn modelId="{475A370A-7AF6-45E0-A606-D22D08EB9BB1}" type="presParOf" srcId="{920A774F-3050-45C8-AE70-DCA6FC5B0B4E}" destId="{73984AAD-3ADD-4D29-A14D-96092E5C6B62}" srcOrd="3" destOrd="0" presId="urn:microsoft.com/office/officeart/2008/layout/PictureStrips"/>
    <dgm:cxn modelId="{69896ABB-685E-42BE-8D68-2328B892A77A}" type="presParOf" srcId="{920A774F-3050-45C8-AE70-DCA6FC5B0B4E}" destId="{4EA96247-FEB7-4F61-A9FF-6E35DAA9BFA7}" srcOrd="4" destOrd="0" presId="urn:microsoft.com/office/officeart/2008/layout/PictureStrips"/>
    <dgm:cxn modelId="{D104C456-E43A-4B89-9492-7AFCCF6534CB}" type="presParOf" srcId="{4EA96247-FEB7-4F61-A9FF-6E35DAA9BFA7}" destId="{D0229DFE-422B-4800-976C-FF67F86FBC27}" srcOrd="0" destOrd="0" presId="urn:microsoft.com/office/officeart/2008/layout/PictureStrips"/>
    <dgm:cxn modelId="{70DEF032-F063-4B2C-A25B-C127ED976EF1}" type="presParOf" srcId="{4EA96247-FEB7-4F61-A9FF-6E35DAA9BFA7}" destId="{664C84D4-C1D9-41D5-BD40-8FAB1F00C121}"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6E869F-2472-44FE-BAC2-9B9ADEAF96AF}"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s-CR"/>
        </a:p>
      </dgm:t>
    </dgm:pt>
    <dgm:pt modelId="{409CB734-1C2B-4277-A2F6-ED20C32FB35D}">
      <dgm:prSet phldrT="[Texto]" custT="1"/>
      <dgm:spPr/>
      <dgm:t>
        <a:bodyPr/>
        <a:lstStyle/>
        <a:p>
          <a:pPr algn="just">
            <a:lnSpc>
              <a:spcPct val="100000"/>
            </a:lnSpc>
          </a:pPr>
          <a:r>
            <a:rPr lang="es-CR" sz="1800" dirty="0"/>
            <a:t>Encontrar defectos y proporcionar a los programadores con la información que ellos necesitan para corregir defectos importantes</a:t>
          </a:r>
        </a:p>
      </dgm:t>
    </dgm:pt>
    <dgm:pt modelId="{D3FE1068-F77A-4C0C-8049-CF425349B2E6}" type="parTrans" cxnId="{D06CFDF9-CD10-4888-BB76-17F2B1357BE1}">
      <dgm:prSet/>
      <dgm:spPr/>
      <dgm:t>
        <a:bodyPr/>
        <a:lstStyle/>
        <a:p>
          <a:pPr algn="just"/>
          <a:endParaRPr lang="es-CR" sz="6000"/>
        </a:p>
      </dgm:t>
    </dgm:pt>
    <dgm:pt modelId="{41BC62E7-9AAE-44BA-B428-3B0F70652927}" type="sibTrans" cxnId="{D06CFDF9-CD10-4888-BB76-17F2B1357BE1}">
      <dgm:prSet/>
      <dgm:spPr/>
      <dgm:t>
        <a:bodyPr/>
        <a:lstStyle/>
        <a:p>
          <a:pPr algn="just">
            <a:lnSpc>
              <a:spcPct val="100000"/>
            </a:lnSpc>
          </a:pPr>
          <a:endParaRPr lang="es-CR" sz="2800"/>
        </a:p>
      </dgm:t>
    </dgm:pt>
    <dgm:pt modelId="{319D3FF1-ECAF-4077-A983-59FA94739C93}">
      <dgm:prSet phldrT="[Texto]" custT="1"/>
      <dgm:spPr/>
      <dgm:t>
        <a:bodyPr/>
        <a:lstStyle/>
        <a:p>
          <a:pPr algn="just">
            <a:lnSpc>
              <a:spcPct val="100000"/>
            </a:lnSpc>
          </a:pPr>
          <a:r>
            <a:rPr lang="es-CR" sz="1800" dirty="0"/>
            <a:t>Ganar confianza acerca del nivel de calidad del sistema</a:t>
          </a:r>
        </a:p>
      </dgm:t>
    </dgm:pt>
    <dgm:pt modelId="{D38A86FF-550E-41E2-A9F3-3A7CFC691C87}" type="parTrans" cxnId="{2DACBD28-4CB6-49D6-BB94-B0873830054A}">
      <dgm:prSet/>
      <dgm:spPr/>
      <dgm:t>
        <a:bodyPr/>
        <a:lstStyle/>
        <a:p>
          <a:pPr algn="just"/>
          <a:endParaRPr lang="es-CR" sz="6000"/>
        </a:p>
      </dgm:t>
    </dgm:pt>
    <dgm:pt modelId="{2B29EBD0-AD9E-4D91-992E-1162C01B5C26}" type="sibTrans" cxnId="{2DACBD28-4CB6-49D6-BB94-B0873830054A}">
      <dgm:prSet/>
      <dgm:spPr/>
      <dgm:t>
        <a:bodyPr/>
        <a:lstStyle/>
        <a:p>
          <a:pPr algn="just">
            <a:lnSpc>
              <a:spcPct val="100000"/>
            </a:lnSpc>
          </a:pPr>
          <a:endParaRPr lang="es-CR" sz="2800"/>
        </a:p>
      </dgm:t>
    </dgm:pt>
    <dgm:pt modelId="{0C45F3A5-8139-485F-8DEC-04FB1CE9D3EF}">
      <dgm:prSet phldrT="[Texto]" custT="1"/>
      <dgm:spPr/>
      <dgm:t>
        <a:bodyPr/>
        <a:lstStyle/>
        <a:p>
          <a:pPr algn="just">
            <a:lnSpc>
              <a:spcPct val="100000"/>
            </a:lnSpc>
          </a:pPr>
          <a:r>
            <a:rPr lang="es-CR" sz="1800"/>
            <a:t>Prevenir defectos (a través de la participación temprana en las revisiones y el diseño anticipado de las pruebas)</a:t>
          </a:r>
        </a:p>
      </dgm:t>
    </dgm:pt>
    <dgm:pt modelId="{C6CF8974-57A9-4B25-89FD-44F106CA7AB1}" type="parTrans" cxnId="{75312956-6D5F-48FA-B334-76B2B6AD39AB}">
      <dgm:prSet/>
      <dgm:spPr/>
      <dgm:t>
        <a:bodyPr/>
        <a:lstStyle/>
        <a:p>
          <a:pPr algn="just"/>
          <a:endParaRPr lang="es-CR" sz="6000"/>
        </a:p>
      </dgm:t>
    </dgm:pt>
    <dgm:pt modelId="{B0EF7D3B-C0BC-419C-BFBA-54CF6374B727}" type="sibTrans" cxnId="{75312956-6D5F-48FA-B334-76B2B6AD39AB}">
      <dgm:prSet/>
      <dgm:spPr/>
      <dgm:t>
        <a:bodyPr/>
        <a:lstStyle/>
        <a:p>
          <a:pPr algn="just">
            <a:lnSpc>
              <a:spcPct val="100000"/>
            </a:lnSpc>
          </a:pPr>
          <a:endParaRPr lang="es-CR" sz="2800"/>
        </a:p>
      </dgm:t>
    </dgm:pt>
    <dgm:pt modelId="{1D29F13E-B735-42B1-BC1E-810CF60FCC30}">
      <dgm:prSet phldrT="[Texto]" custT="1"/>
      <dgm:spPr/>
      <dgm:t>
        <a:bodyPr/>
        <a:lstStyle/>
        <a:p>
          <a:pPr algn="just">
            <a:lnSpc>
              <a:spcPct val="100000"/>
            </a:lnSpc>
          </a:pPr>
          <a:r>
            <a:rPr lang="es-CR" sz="1800"/>
            <a:t>Proporcionar la información acerca de los aspectos más importantes de la calidad del sistema sometido a prueba</a:t>
          </a:r>
        </a:p>
      </dgm:t>
    </dgm:pt>
    <dgm:pt modelId="{F019C8D8-3F82-4029-A41A-C251D238B53E}" type="parTrans" cxnId="{4C00FBE9-8D33-4CE6-8512-681801AF6C16}">
      <dgm:prSet/>
      <dgm:spPr/>
      <dgm:t>
        <a:bodyPr/>
        <a:lstStyle/>
        <a:p>
          <a:pPr algn="just"/>
          <a:endParaRPr lang="es-CR" sz="6000"/>
        </a:p>
      </dgm:t>
    </dgm:pt>
    <dgm:pt modelId="{D79320CC-6DC1-4ECA-A325-9B25C7D83A67}" type="sibTrans" cxnId="{4C00FBE9-8D33-4CE6-8512-681801AF6C16}">
      <dgm:prSet/>
      <dgm:spPr/>
      <dgm:t>
        <a:bodyPr/>
        <a:lstStyle/>
        <a:p>
          <a:pPr algn="just">
            <a:lnSpc>
              <a:spcPct val="100000"/>
            </a:lnSpc>
          </a:pPr>
          <a:endParaRPr lang="es-CR" sz="2800"/>
        </a:p>
      </dgm:t>
    </dgm:pt>
    <dgm:pt modelId="{8B318124-D745-4102-8887-8DCF6CDE27F6}">
      <dgm:prSet phldrT="[Texto]" custT="1"/>
      <dgm:spPr/>
      <dgm:t>
        <a:bodyPr/>
        <a:lstStyle/>
        <a:p>
          <a:pPr algn="just">
            <a:lnSpc>
              <a:spcPct val="100000"/>
            </a:lnSpc>
          </a:pPr>
          <a:r>
            <a:rPr lang="es-CR" sz="1800"/>
            <a:t>Ayudar a la gerencia a comprender la calidad del sistema</a:t>
          </a:r>
        </a:p>
      </dgm:t>
    </dgm:pt>
    <dgm:pt modelId="{E82C5565-2C9B-43FA-A0B7-9436A6CEBAA4}" type="parTrans" cxnId="{34424C44-B889-4A4E-B822-44A1F4882833}">
      <dgm:prSet/>
      <dgm:spPr/>
      <dgm:t>
        <a:bodyPr/>
        <a:lstStyle/>
        <a:p>
          <a:pPr algn="just"/>
          <a:endParaRPr lang="es-CR" sz="6000"/>
        </a:p>
      </dgm:t>
    </dgm:pt>
    <dgm:pt modelId="{5B168619-DBE2-423E-BC94-C4E259EDCE9A}" type="sibTrans" cxnId="{34424C44-B889-4A4E-B822-44A1F4882833}">
      <dgm:prSet/>
      <dgm:spPr/>
      <dgm:t>
        <a:bodyPr/>
        <a:lstStyle/>
        <a:p>
          <a:pPr algn="just"/>
          <a:endParaRPr lang="es-CR" sz="2800"/>
        </a:p>
      </dgm:t>
    </dgm:pt>
    <dgm:pt modelId="{8EE4EB36-7B39-4912-A7F3-850F2AB037BC}" type="pres">
      <dgm:prSet presAssocID="{046E869F-2472-44FE-BAC2-9B9ADEAF96AF}" presName="root" presStyleCnt="0">
        <dgm:presLayoutVars>
          <dgm:dir/>
          <dgm:resizeHandles val="exact"/>
        </dgm:presLayoutVars>
      </dgm:prSet>
      <dgm:spPr/>
    </dgm:pt>
    <dgm:pt modelId="{37E32FC3-3769-4294-A951-4120092B4E7E}" type="pres">
      <dgm:prSet presAssocID="{046E869F-2472-44FE-BAC2-9B9ADEAF96AF}" presName="container" presStyleCnt="0">
        <dgm:presLayoutVars>
          <dgm:dir/>
          <dgm:resizeHandles val="exact"/>
        </dgm:presLayoutVars>
      </dgm:prSet>
      <dgm:spPr/>
    </dgm:pt>
    <dgm:pt modelId="{7B0A6795-C8D2-4706-97E4-5BA7C42EE56B}" type="pres">
      <dgm:prSet presAssocID="{409CB734-1C2B-4277-A2F6-ED20C32FB35D}" presName="compNode" presStyleCnt="0"/>
      <dgm:spPr/>
    </dgm:pt>
    <dgm:pt modelId="{C622FE84-6B3A-4BAC-B9BB-D2F57728ACB0}" type="pres">
      <dgm:prSet presAssocID="{409CB734-1C2B-4277-A2F6-ED20C32FB35D}" presName="iconBgRect" presStyleLbl="bgShp" presStyleIdx="0" presStyleCnt="5"/>
      <dgm:spPr/>
    </dgm:pt>
    <dgm:pt modelId="{582517E1-4696-402D-9D23-BAA079936FB1}" type="pres">
      <dgm:prSet presAssocID="{409CB734-1C2B-4277-A2F6-ED20C32FB35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1A651276-9A44-4E3F-9F99-F049C812AAC7}" type="pres">
      <dgm:prSet presAssocID="{409CB734-1C2B-4277-A2F6-ED20C32FB35D}" presName="spaceRect" presStyleCnt="0"/>
      <dgm:spPr/>
    </dgm:pt>
    <dgm:pt modelId="{D7BAC8D3-EAA9-47D5-9E3A-5ACD33C8BD13}" type="pres">
      <dgm:prSet presAssocID="{409CB734-1C2B-4277-A2F6-ED20C32FB35D}" presName="textRect" presStyleLbl="revTx" presStyleIdx="0" presStyleCnt="5">
        <dgm:presLayoutVars>
          <dgm:chMax val="1"/>
          <dgm:chPref val="1"/>
        </dgm:presLayoutVars>
      </dgm:prSet>
      <dgm:spPr/>
    </dgm:pt>
    <dgm:pt modelId="{0063CE50-246B-4A0C-915C-F8D121C849FD}" type="pres">
      <dgm:prSet presAssocID="{41BC62E7-9AAE-44BA-B428-3B0F70652927}" presName="sibTrans" presStyleLbl="sibTrans2D1" presStyleIdx="0" presStyleCnt="0"/>
      <dgm:spPr/>
    </dgm:pt>
    <dgm:pt modelId="{FDBD5171-9BCD-4D59-A302-73711A91DAD1}" type="pres">
      <dgm:prSet presAssocID="{319D3FF1-ECAF-4077-A983-59FA94739C93}" presName="compNode" presStyleCnt="0"/>
      <dgm:spPr/>
    </dgm:pt>
    <dgm:pt modelId="{6ABC7EC0-5D6B-4A2D-85C8-507CA25CE000}" type="pres">
      <dgm:prSet presAssocID="{319D3FF1-ECAF-4077-A983-59FA94739C93}" presName="iconBgRect" presStyleLbl="bgShp" presStyleIdx="1" presStyleCnt="5"/>
      <dgm:spPr/>
    </dgm:pt>
    <dgm:pt modelId="{2821EBEE-1433-4456-968A-7D14678DAB0F}" type="pres">
      <dgm:prSet presAssocID="{319D3FF1-ECAF-4077-A983-59FA94739C9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pretón de manos"/>
        </a:ext>
      </dgm:extLst>
    </dgm:pt>
    <dgm:pt modelId="{905A077B-A6A7-436E-800C-0436AA4715F4}" type="pres">
      <dgm:prSet presAssocID="{319D3FF1-ECAF-4077-A983-59FA94739C93}" presName="spaceRect" presStyleCnt="0"/>
      <dgm:spPr/>
    </dgm:pt>
    <dgm:pt modelId="{26E24EE5-406E-40F2-BF05-CDA451504628}" type="pres">
      <dgm:prSet presAssocID="{319D3FF1-ECAF-4077-A983-59FA94739C93}" presName="textRect" presStyleLbl="revTx" presStyleIdx="1" presStyleCnt="5">
        <dgm:presLayoutVars>
          <dgm:chMax val="1"/>
          <dgm:chPref val="1"/>
        </dgm:presLayoutVars>
      </dgm:prSet>
      <dgm:spPr/>
    </dgm:pt>
    <dgm:pt modelId="{6E277513-4380-4938-B2A4-A885117DBB2B}" type="pres">
      <dgm:prSet presAssocID="{2B29EBD0-AD9E-4D91-992E-1162C01B5C26}" presName="sibTrans" presStyleLbl="sibTrans2D1" presStyleIdx="0" presStyleCnt="0"/>
      <dgm:spPr/>
    </dgm:pt>
    <dgm:pt modelId="{568758B2-CAF6-4935-A8BC-B6676DDC238F}" type="pres">
      <dgm:prSet presAssocID="{0C45F3A5-8139-485F-8DEC-04FB1CE9D3EF}" presName="compNode" presStyleCnt="0"/>
      <dgm:spPr/>
    </dgm:pt>
    <dgm:pt modelId="{B17E5D0C-FE5C-4552-9D27-E94A3915A593}" type="pres">
      <dgm:prSet presAssocID="{0C45F3A5-8139-485F-8DEC-04FB1CE9D3EF}" presName="iconBgRect" presStyleLbl="bgShp" presStyleIdx="2" presStyleCnt="5"/>
      <dgm:spPr/>
    </dgm:pt>
    <dgm:pt modelId="{B47AD8AE-BDBD-4F0B-9F21-1B17F74C64CC}" type="pres">
      <dgm:prSet presAssocID="{0C45F3A5-8139-485F-8DEC-04FB1CE9D3E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rca de verificación"/>
        </a:ext>
      </dgm:extLst>
    </dgm:pt>
    <dgm:pt modelId="{8A67B35D-9FB3-459B-A094-C69E8F95F8AA}" type="pres">
      <dgm:prSet presAssocID="{0C45F3A5-8139-485F-8DEC-04FB1CE9D3EF}" presName="spaceRect" presStyleCnt="0"/>
      <dgm:spPr/>
    </dgm:pt>
    <dgm:pt modelId="{06628F98-3316-4A1A-A32A-10A2AB4301F1}" type="pres">
      <dgm:prSet presAssocID="{0C45F3A5-8139-485F-8DEC-04FB1CE9D3EF}" presName="textRect" presStyleLbl="revTx" presStyleIdx="2" presStyleCnt="5">
        <dgm:presLayoutVars>
          <dgm:chMax val="1"/>
          <dgm:chPref val="1"/>
        </dgm:presLayoutVars>
      </dgm:prSet>
      <dgm:spPr/>
    </dgm:pt>
    <dgm:pt modelId="{20A52FED-6652-481E-BEF0-EEEA4B28E93F}" type="pres">
      <dgm:prSet presAssocID="{B0EF7D3B-C0BC-419C-BFBA-54CF6374B727}" presName="sibTrans" presStyleLbl="sibTrans2D1" presStyleIdx="0" presStyleCnt="0"/>
      <dgm:spPr/>
    </dgm:pt>
    <dgm:pt modelId="{53CEC782-04AF-4A18-98AB-1E5C8D8F186B}" type="pres">
      <dgm:prSet presAssocID="{1D29F13E-B735-42B1-BC1E-810CF60FCC30}" presName="compNode" presStyleCnt="0"/>
      <dgm:spPr/>
    </dgm:pt>
    <dgm:pt modelId="{28E32B67-5283-40D7-8A19-BFEC06E46173}" type="pres">
      <dgm:prSet presAssocID="{1D29F13E-B735-42B1-BC1E-810CF60FCC30}" presName="iconBgRect" presStyleLbl="bgShp" presStyleIdx="3" presStyleCnt="5"/>
      <dgm:spPr/>
    </dgm:pt>
    <dgm:pt modelId="{1D7447CD-659B-4755-B307-A4881CD7FA4F}" type="pres">
      <dgm:prSet presAssocID="{1D29F13E-B735-42B1-BC1E-810CF60FCC3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29E7C3BF-627F-4211-9198-C0030ABA4BE2}" type="pres">
      <dgm:prSet presAssocID="{1D29F13E-B735-42B1-BC1E-810CF60FCC30}" presName="spaceRect" presStyleCnt="0"/>
      <dgm:spPr/>
    </dgm:pt>
    <dgm:pt modelId="{EF093243-75FA-4616-B04D-675061904B21}" type="pres">
      <dgm:prSet presAssocID="{1D29F13E-B735-42B1-BC1E-810CF60FCC30}" presName="textRect" presStyleLbl="revTx" presStyleIdx="3" presStyleCnt="5">
        <dgm:presLayoutVars>
          <dgm:chMax val="1"/>
          <dgm:chPref val="1"/>
        </dgm:presLayoutVars>
      </dgm:prSet>
      <dgm:spPr/>
    </dgm:pt>
    <dgm:pt modelId="{716F0642-CA06-4DFE-BE7C-A7ED67CCDBB9}" type="pres">
      <dgm:prSet presAssocID="{D79320CC-6DC1-4ECA-A325-9B25C7D83A67}" presName="sibTrans" presStyleLbl="sibTrans2D1" presStyleIdx="0" presStyleCnt="0"/>
      <dgm:spPr/>
    </dgm:pt>
    <dgm:pt modelId="{7A1313D1-A8AF-432B-895B-026453381C55}" type="pres">
      <dgm:prSet presAssocID="{8B318124-D745-4102-8887-8DCF6CDE27F6}" presName="compNode" presStyleCnt="0"/>
      <dgm:spPr/>
    </dgm:pt>
    <dgm:pt modelId="{C54C346B-4E3A-4675-BFAF-CB161FC35DFD}" type="pres">
      <dgm:prSet presAssocID="{8B318124-D745-4102-8887-8DCF6CDE27F6}" presName="iconBgRect" presStyleLbl="bgShp" presStyleIdx="4" presStyleCnt="5"/>
      <dgm:spPr/>
    </dgm:pt>
    <dgm:pt modelId="{BB83909A-1442-4CFF-B1DC-E58C70FD6246}" type="pres">
      <dgm:prSet presAssocID="{8B318124-D745-4102-8887-8DCF6CDE27F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E8E46A92-C54C-4E64-9DD2-BEB5342A16B5}" type="pres">
      <dgm:prSet presAssocID="{8B318124-D745-4102-8887-8DCF6CDE27F6}" presName="spaceRect" presStyleCnt="0"/>
      <dgm:spPr/>
    </dgm:pt>
    <dgm:pt modelId="{49D36E98-4696-4078-9149-1165702FEF05}" type="pres">
      <dgm:prSet presAssocID="{8B318124-D745-4102-8887-8DCF6CDE27F6}" presName="textRect" presStyleLbl="revTx" presStyleIdx="4" presStyleCnt="5">
        <dgm:presLayoutVars>
          <dgm:chMax val="1"/>
          <dgm:chPref val="1"/>
        </dgm:presLayoutVars>
      </dgm:prSet>
      <dgm:spPr/>
    </dgm:pt>
  </dgm:ptLst>
  <dgm:cxnLst>
    <dgm:cxn modelId="{813A0A23-B59F-4815-AE5C-7926E6CE9224}" type="presOf" srcId="{D79320CC-6DC1-4ECA-A325-9B25C7D83A67}" destId="{716F0642-CA06-4DFE-BE7C-A7ED67CCDBB9}" srcOrd="0" destOrd="0" presId="urn:microsoft.com/office/officeart/2018/2/layout/IconCircleList"/>
    <dgm:cxn modelId="{2DACBD28-4CB6-49D6-BB94-B0873830054A}" srcId="{046E869F-2472-44FE-BAC2-9B9ADEAF96AF}" destId="{319D3FF1-ECAF-4077-A983-59FA94739C93}" srcOrd="1" destOrd="0" parTransId="{D38A86FF-550E-41E2-A9F3-3A7CFC691C87}" sibTransId="{2B29EBD0-AD9E-4D91-992E-1162C01B5C26}"/>
    <dgm:cxn modelId="{34424C44-B889-4A4E-B822-44A1F4882833}" srcId="{046E869F-2472-44FE-BAC2-9B9ADEAF96AF}" destId="{8B318124-D745-4102-8887-8DCF6CDE27F6}" srcOrd="4" destOrd="0" parTransId="{E82C5565-2C9B-43FA-A0B7-9436A6CEBAA4}" sibTransId="{5B168619-DBE2-423E-BC94-C4E259EDCE9A}"/>
    <dgm:cxn modelId="{F02FD254-580F-4ADF-929F-3B6228AE3FAE}" type="presOf" srcId="{B0EF7D3B-C0BC-419C-BFBA-54CF6374B727}" destId="{20A52FED-6652-481E-BEF0-EEEA4B28E93F}" srcOrd="0" destOrd="0" presId="urn:microsoft.com/office/officeart/2018/2/layout/IconCircleList"/>
    <dgm:cxn modelId="{75312956-6D5F-48FA-B334-76B2B6AD39AB}" srcId="{046E869F-2472-44FE-BAC2-9B9ADEAF96AF}" destId="{0C45F3A5-8139-485F-8DEC-04FB1CE9D3EF}" srcOrd="2" destOrd="0" parTransId="{C6CF8974-57A9-4B25-89FD-44F106CA7AB1}" sibTransId="{B0EF7D3B-C0BC-419C-BFBA-54CF6374B727}"/>
    <dgm:cxn modelId="{4F5D4180-C5DE-40AA-BB0E-4F9D14978C32}" type="presOf" srcId="{41BC62E7-9AAE-44BA-B428-3B0F70652927}" destId="{0063CE50-246B-4A0C-915C-F8D121C849FD}" srcOrd="0" destOrd="0" presId="urn:microsoft.com/office/officeart/2018/2/layout/IconCircleList"/>
    <dgm:cxn modelId="{0CA899A0-927B-4457-AEB8-3569A3FD1649}" type="presOf" srcId="{319D3FF1-ECAF-4077-A983-59FA94739C93}" destId="{26E24EE5-406E-40F2-BF05-CDA451504628}" srcOrd="0" destOrd="0" presId="urn:microsoft.com/office/officeart/2018/2/layout/IconCircleList"/>
    <dgm:cxn modelId="{8CF9DFAC-F5BD-4D73-9896-4DA49AAB44CD}" type="presOf" srcId="{8B318124-D745-4102-8887-8DCF6CDE27F6}" destId="{49D36E98-4696-4078-9149-1165702FEF05}" srcOrd="0" destOrd="0" presId="urn:microsoft.com/office/officeart/2018/2/layout/IconCircleList"/>
    <dgm:cxn modelId="{4F68CFC0-3877-4C5F-A680-0EC24FD67906}" type="presOf" srcId="{0C45F3A5-8139-485F-8DEC-04FB1CE9D3EF}" destId="{06628F98-3316-4A1A-A32A-10A2AB4301F1}" srcOrd="0" destOrd="0" presId="urn:microsoft.com/office/officeart/2018/2/layout/IconCircleList"/>
    <dgm:cxn modelId="{A05F35C4-E414-4D46-BB0D-3BCE759132EF}" type="presOf" srcId="{409CB734-1C2B-4277-A2F6-ED20C32FB35D}" destId="{D7BAC8D3-EAA9-47D5-9E3A-5ACD33C8BD13}" srcOrd="0" destOrd="0" presId="urn:microsoft.com/office/officeart/2018/2/layout/IconCircleList"/>
    <dgm:cxn modelId="{5D3E5DCC-8718-400D-AB11-D78EE578CA13}" type="presOf" srcId="{2B29EBD0-AD9E-4D91-992E-1162C01B5C26}" destId="{6E277513-4380-4938-B2A4-A885117DBB2B}" srcOrd="0" destOrd="0" presId="urn:microsoft.com/office/officeart/2018/2/layout/IconCircleList"/>
    <dgm:cxn modelId="{01B1ACDA-D6C0-4A60-9490-71F5E06BA5CC}" type="presOf" srcId="{046E869F-2472-44FE-BAC2-9B9ADEAF96AF}" destId="{8EE4EB36-7B39-4912-A7F3-850F2AB037BC}" srcOrd="0" destOrd="0" presId="urn:microsoft.com/office/officeart/2018/2/layout/IconCircleList"/>
    <dgm:cxn modelId="{4C00FBE9-8D33-4CE6-8512-681801AF6C16}" srcId="{046E869F-2472-44FE-BAC2-9B9ADEAF96AF}" destId="{1D29F13E-B735-42B1-BC1E-810CF60FCC30}" srcOrd="3" destOrd="0" parTransId="{F019C8D8-3F82-4029-A41A-C251D238B53E}" sibTransId="{D79320CC-6DC1-4ECA-A325-9B25C7D83A67}"/>
    <dgm:cxn modelId="{D06CFDF9-CD10-4888-BB76-17F2B1357BE1}" srcId="{046E869F-2472-44FE-BAC2-9B9ADEAF96AF}" destId="{409CB734-1C2B-4277-A2F6-ED20C32FB35D}" srcOrd="0" destOrd="0" parTransId="{D3FE1068-F77A-4C0C-8049-CF425349B2E6}" sibTransId="{41BC62E7-9AAE-44BA-B428-3B0F70652927}"/>
    <dgm:cxn modelId="{116290FE-7D0D-4FFB-8A41-9090E19AB2CA}" type="presOf" srcId="{1D29F13E-B735-42B1-BC1E-810CF60FCC30}" destId="{EF093243-75FA-4616-B04D-675061904B21}" srcOrd="0" destOrd="0" presId="urn:microsoft.com/office/officeart/2018/2/layout/IconCircleList"/>
    <dgm:cxn modelId="{A9DBEC1F-57D5-45DB-A0D6-D12C7289F8F2}" type="presParOf" srcId="{8EE4EB36-7B39-4912-A7F3-850F2AB037BC}" destId="{37E32FC3-3769-4294-A951-4120092B4E7E}" srcOrd="0" destOrd="0" presId="urn:microsoft.com/office/officeart/2018/2/layout/IconCircleList"/>
    <dgm:cxn modelId="{528C02CC-3998-4526-B0C5-811C4D47D8A4}" type="presParOf" srcId="{37E32FC3-3769-4294-A951-4120092B4E7E}" destId="{7B0A6795-C8D2-4706-97E4-5BA7C42EE56B}" srcOrd="0" destOrd="0" presId="urn:microsoft.com/office/officeart/2018/2/layout/IconCircleList"/>
    <dgm:cxn modelId="{FC4B8E61-A5E4-4CBB-9243-37BC704BF68D}" type="presParOf" srcId="{7B0A6795-C8D2-4706-97E4-5BA7C42EE56B}" destId="{C622FE84-6B3A-4BAC-B9BB-D2F57728ACB0}" srcOrd="0" destOrd="0" presId="urn:microsoft.com/office/officeart/2018/2/layout/IconCircleList"/>
    <dgm:cxn modelId="{F22F8BFE-0299-4EF5-81C8-235E86B12815}" type="presParOf" srcId="{7B0A6795-C8D2-4706-97E4-5BA7C42EE56B}" destId="{582517E1-4696-402D-9D23-BAA079936FB1}" srcOrd="1" destOrd="0" presId="urn:microsoft.com/office/officeart/2018/2/layout/IconCircleList"/>
    <dgm:cxn modelId="{5D9FE041-1E5B-4362-B92A-731C311022DE}" type="presParOf" srcId="{7B0A6795-C8D2-4706-97E4-5BA7C42EE56B}" destId="{1A651276-9A44-4E3F-9F99-F049C812AAC7}" srcOrd="2" destOrd="0" presId="urn:microsoft.com/office/officeart/2018/2/layout/IconCircleList"/>
    <dgm:cxn modelId="{B48433DB-E550-4DF0-B8F7-D492B2ED423A}" type="presParOf" srcId="{7B0A6795-C8D2-4706-97E4-5BA7C42EE56B}" destId="{D7BAC8D3-EAA9-47D5-9E3A-5ACD33C8BD13}" srcOrd="3" destOrd="0" presId="urn:microsoft.com/office/officeart/2018/2/layout/IconCircleList"/>
    <dgm:cxn modelId="{EE244ADD-6C50-4CC0-B538-25BE2C1A6CF2}" type="presParOf" srcId="{37E32FC3-3769-4294-A951-4120092B4E7E}" destId="{0063CE50-246B-4A0C-915C-F8D121C849FD}" srcOrd="1" destOrd="0" presId="urn:microsoft.com/office/officeart/2018/2/layout/IconCircleList"/>
    <dgm:cxn modelId="{694F30F6-4B7A-4F52-A4E0-5F0482D3DF1B}" type="presParOf" srcId="{37E32FC3-3769-4294-A951-4120092B4E7E}" destId="{FDBD5171-9BCD-4D59-A302-73711A91DAD1}" srcOrd="2" destOrd="0" presId="urn:microsoft.com/office/officeart/2018/2/layout/IconCircleList"/>
    <dgm:cxn modelId="{60750F54-05DA-4D8D-8DC1-9362D7DB564B}" type="presParOf" srcId="{FDBD5171-9BCD-4D59-A302-73711A91DAD1}" destId="{6ABC7EC0-5D6B-4A2D-85C8-507CA25CE000}" srcOrd="0" destOrd="0" presId="urn:microsoft.com/office/officeart/2018/2/layout/IconCircleList"/>
    <dgm:cxn modelId="{D642EBAA-21EE-47DE-9EC5-3ADBEDADAB7F}" type="presParOf" srcId="{FDBD5171-9BCD-4D59-A302-73711A91DAD1}" destId="{2821EBEE-1433-4456-968A-7D14678DAB0F}" srcOrd="1" destOrd="0" presId="urn:microsoft.com/office/officeart/2018/2/layout/IconCircleList"/>
    <dgm:cxn modelId="{2C7A7CAC-C226-4222-9229-7F946F75F739}" type="presParOf" srcId="{FDBD5171-9BCD-4D59-A302-73711A91DAD1}" destId="{905A077B-A6A7-436E-800C-0436AA4715F4}" srcOrd="2" destOrd="0" presId="urn:microsoft.com/office/officeart/2018/2/layout/IconCircleList"/>
    <dgm:cxn modelId="{B2E18BD5-DBC7-4DE2-99A1-3AA49B4FE0B8}" type="presParOf" srcId="{FDBD5171-9BCD-4D59-A302-73711A91DAD1}" destId="{26E24EE5-406E-40F2-BF05-CDA451504628}" srcOrd="3" destOrd="0" presId="urn:microsoft.com/office/officeart/2018/2/layout/IconCircleList"/>
    <dgm:cxn modelId="{18F27828-4A37-478C-87D4-226919822A02}" type="presParOf" srcId="{37E32FC3-3769-4294-A951-4120092B4E7E}" destId="{6E277513-4380-4938-B2A4-A885117DBB2B}" srcOrd="3" destOrd="0" presId="urn:microsoft.com/office/officeart/2018/2/layout/IconCircleList"/>
    <dgm:cxn modelId="{4B75CDDC-962C-4876-9FE6-E8D417229CA6}" type="presParOf" srcId="{37E32FC3-3769-4294-A951-4120092B4E7E}" destId="{568758B2-CAF6-4935-A8BC-B6676DDC238F}" srcOrd="4" destOrd="0" presId="urn:microsoft.com/office/officeart/2018/2/layout/IconCircleList"/>
    <dgm:cxn modelId="{FCA882E9-DA32-44A5-9F39-91BEE238F902}" type="presParOf" srcId="{568758B2-CAF6-4935-A8BC-B6676DDC238F}" destId="{B17E5D0C-FE5C-4552-9D27-E94A3915A593}" srcOrd="0" destOrd="0" presId="urn:microsoft.com/office/officeart/2018/2/layout/IconCircleList"/>
    <dgm:cxn modelId="{3735CF09-60B1-4879-B186-2AFFEB943B8F}" type="presParOf" srcId="{568758B2-CAF6-4935-A8BC-B6676DDC238F}" destId="{B47AD8AE-BDBD-4F0B-9F21-1B17F74C64CC}" srcOrd="1" destOrd="0" presId="urn:microsoft.com/office/officeart/2018/2/layout/IconCircleList"/>
    <dgm:cxn modelId="{59B3EAE1-CBC9-4AFD-998D-D2756A643CEA}" type="presParOf" srcId="{568758B2-CAF6-4935-A8BC-B6676DDC238F}" destId="{8A67B35D-9FB3-459B-A094-C69E8F95F8AA}" srcOrd="2" destOrd="0" presId="urn:microsoft.com/office/officeart/2018/2/layout/IconCircleList"/>
    <dgm:cxn modelId="{19FD4B5A-B4E2-4419-B294-7BB5CDED2493}" type="presParOf" srcId="{568758B2-CAF6-4935-A8BC-B6676DDC238F}" destId="{06628F98-3316-4A1A-A32A-10A2AB4301F1}" srcOrd="3" destOrd="0" presId="urn:microsoft.com/office/officeart/2018/2/layout/IconCircleList"/>
    <dgm:cxn modelId="{CE413E55-9CE2-40EB-93D4-F1E68C7CC6B7}" type="presParOf" srcId="{37E32FC3-3769-4294-A951-4120092B4E7E}" destId="{20A52FED-6652-481E-BEF0-EEEA4B28E93F}" srcOrd="5" destOrd="0" presId="urn:microsoft.com/office/officeart/2018/2/layout/IconCircleList"/>
    <dgm:cxn modelId="{B8029B82-FD82-4028-908B-6A726FC7BCD9}" type="presParOf" srcId="{37E32FC3-3769-4294-A951-4120092B4E7E}" destId="{53CEC782-04AF-4A18-98AB-1E5C8D8F186B}" srcOrd="6" destOrd="0" presId="urn:microsoft.com/office/officeart/2018/2/layout/IconCircleList"/>
    <dgm:cxn modelId="{8F7330DE-B471-456E-A584-315D7330D3F4}" type="presParOf" srcId="{53CEC782-04AF-4A18-98AB-1E5C8D8F186B}" destId="{28E32B67-5283-40D7-8A19-BFEC06E46173}" srcOrd="0" destOrd="0" presId="urn:microsoft.com/office/officeart/2018/2/layout/IconCircleList"/>
    <dgm:cxn modelId="{14FAB584-22A1-40B4-9DFC-500B10A6BE47}" type="presParOf" srcId="{53CEC782-04AF-4A18-98AB-1E5C8D8F186B}" destId="{1D7447CD-659B-4755-B307-A4881CD7FA4F}" srcOrd="1" destOrd="0" presId="urn:microsoft.com/office/officeart/2018/2/layout/IconCircleList"/>
    <dgm:cxn modelId="{F5788A5F-AA06-4FCE-9CC4-79A460A1EDBF}" type="presParOf" srcId="{53CEC782-04AF-4A18-98AB-1E5C8D8F186B}" destId="{29E7C3BF-627F-4211-9198-C0030ABA4BE2}" srcOrd="2" destOrd="0" presId="urn:microsoft.com/office/officeart/2018/2/layout/IconCircleList"/>
    <dgm:cxn modelId="{4D6553E1-A739-4177-BEB7-22467676E545}" type="presParOf" srcId="{53CEC782-04AF-4A18-98AB-1E5C8D8F186B}" destId="{EF093243-75FA-4616-B04D-675061904B21}" srcOrd="3" destOrd="0" presId="urn:microsoft.com/office/officeart/2018/2/layout/IconCircleList"/>
    <dgm:cxn modelId="{D6602615-28D5-4B00-A779-6D421B80E438}" type="presParOf" srcId="{37E32FC3-3769-4294-A951-4120092B4E7E}" destId="{716F0642-CA06-4DFE-BE7C-A7ED67CCDBB9}" srcOrd="7" destOrd="0" presId="urn:microsoft.com/office/officeart/2018/2/layout/IconCircleList"/>
    <dgm:cxn modelId="{46104434-E40F-4F1D-A90A-A49AB8642FB9}" type="presParOf" srcId="{37E32FC3-3769-4294-A951-4120092B4E7E}" destId="{7A1313D1-A8AF-432B-895B-026453381C55}" srcOrd="8" destOrd="0" presId="urn:microsoft.com/office/officeart/2018/2/layout/IconCircleList"/>
    <dgm:cxn modelId="{E78515C2-13F8-47BA-9624-70CCD25AC7D1}" type="presParOf" srcId="{7A1313D1-A8AF-432B-895B-026453381C55}" destId="{C54C346B-4E3A-4675-BFAF-CB161FC35DFD}" srcOrd="0" destOrd="0" presId="urn:microsoft.com/office/officeart/2018/2/layout/IconCircleList"/>
    <dgm:cxn modelId="{80EE2B9F-D3E9-4825-8A43-D93F9C148762}" type="presParOf" srcId="{7A1313D1-A8AF-432B-895B-026453381C55}" destId="{BB83909A-1442-4CFF-B1DC-E58C70FD6246}" srcOrd="1" destOrd="0" presId="urn:microsoft.com/office/officeart/2018/2/layout/IconCircleList"/>
    <dgm:cxn modelId="{DBB3616D-3E86-4991-8009-1E7DB4CDBBDD}" type="presParOf" srcId="{7A1313D1-A8AF-432B-895B-026453381C55}" destId="{E8E46A92-C54C-4E64-9DD2-BEB5342A16B5}" srcOrd="2" destOrd="0" presId="urn:microsoft.com/office/officeart/2018/2/layout/IconCircleList"/>
    <dgm:cxn modelId="{75EF186B-AEE7-42EE-98B7-AC1D4D818698}" type="presParOf" srcId="{7A1313D1-A8AF-432B-895B-026453381C55}" destId="{49D36E98-4696-4078-9149-1165702FEF0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75B597-4ABC-4FB5-BFE4-EE8CEA0E9F46}"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es-CR"/>
        </a:p>
      </dgm:t>
    </dgm:pt>
    <dgm:pt modelId="{F807151A-2AA9-45F2-90A9-7F0A8D720B3E}">
      <dgm:prSet custT="1"/>
      <dgm:spPr/>
      <dgm:t>
        <a:bodyPr/>
        <a:lstStyle/>
        <a:p>
          <a:r>
            <a:rPr lang="es-CR" sz="1700" dirty="0"/>
            <a:t>Nuevo</a:t>
          </a:r>
        </a:p>
      </dgm:t>
    </dgm:pt>
    <dgm:pt modelId="{7077C531-90C9-4C26-9544-2D1111E9EC28}" type="parTrans" cxnId="{C2C6C30E-F10C-4CB3-8373-BC146EE32174}">
      <dgm:prSet/>
      <dgm:spPr/>
      <dgm:t>
        <a:bodyPr/>
        <a:lstStyle/>
        <a:p>
          <a:endParaRPr lang="es-CR" sz="1700"/>
        </a:p>
      </dgm:t>
    </dgm:pt>
    <dgm:pt modelId="{1F0FDF72-EB3F-47E4-AED8-A8BDD6EDD3BF}" type="sibTrans" cxnId="{C2C6C30E-F10C-4CB3-8373-BC146EE32174}">
      <dgm:prSet/>
      <dgm:spPr/>
      <dgm:t>
        <a:bodyPr/>
        <a:lstStyle/>
        <a:p>
          <a:endParaRPr lang="es-CR" sz="1700"/>
        </a:p>
      </dgm:t>
    </dgm:pt>
    <dgm:pt modelId="{4B168585-8A6B-42C1-8597-55D830F1CE7F}">
      <dgm:prSet custT="1"/>
      <dgm:spPr/>
      <dgm:t>
        <a:bodyPr/>
        <a:lstStyle/>
        <a:p>
          <a:r>
            <a:rPr lang="es-CR" sz="1700" dirty="0"/>
            <a:t>Automatizado</a:t>
          </a:r>
        </a:p>
      </dgm:t>
    </dgm:pt>
    <dgm:pt modelId="{897A7A76-90B3-42C1-9807-B37E346AF87D}" type="parTrans" cxnId="{BACDAD5A-A2DF-4E95-A284-604D69614000}">
      <dgm:prSet/>
      <dgm:spPr/>
      <dgm:t>
        <a:bodyPr/>
        <a:lstStyle/>
        <a:p>
          <a:endParaRPr lang="es-CR" sz="1700"/>
        </a:p>
      </dgm:t>
    </dgm:pt>
    <dgm:pt modelId="{18614460-2C6F-4327-9C94-721D23BC885F}" type="sibTrans" cxnId="{BACDAD5A-A2DF-4E95-A284-604D69614000}">
      <dgm:prSet/>
      <dgm:spPr/>
      <dgm:t>
        <a:bodyPr/>
        <a:lstStyle/>
        <a:p>
          <a:endParaRPr lang="es-CR" sz="1700"/>
        </a:p>
      </dgm:t>
    </dgm:pt>
    <dgm:pt modelId="{43EFDE3C-9D68-4EC3-A097-05D19ED5F7CF}">
      <dgm:prSet custT="1"/>
      <dgm:spPr/>
      <dgm:t>
        <a:bodyPr/>
        <a:lstStyle/>
        <a:p>
          <a:r>
            <a:rPr lang="es-CR" sz="1700" dirty="0"/>
            <a:t>Ejecutado</a:t>
          </a:r>
        </a:p>
      </dgm:t>
    </dgm:pt>
    <dgm:pt modelId="{28FC3311-3B0F-41E0-AB9E-100D10100C0E}" type="parTrans" cxnId="{5B5095D4-57D4-4297-9A13-F1EF7494DA1E}">
      <dgm:prSet/>
      <dgm:spPr/>
      <dgm:t>
        <a:bodyPr/>
        <a:lstStyle/>
        <a:p>
          <a:endParaRPr lang="es-CR" sz="1700"/>
        </a:p>
      </dgm:t>
    </dgm:pt>
    <dgm:pt modelId="{1D34B0F5-6B98-41B6-BC9C-E34EA2EAC293}" type="sibTrans" cxnId="{5B5095D4-57D4-4297-9A13-F1EF7494DA1E}">
      <dgm:prSet/>
      <dgm:spPr/>
      <dgm:t>
        <a:bodyPr/>
        <a:lstStyle/>
        <a:p>
          <a:endParaRPr lang="es-CR" sz="1700"/>
        </a:p>
      </dgm:t>
    </dgm:pt>
    <dgm:pt modelId="{DC2EFAFC-354C-46DD-9265-4DFA6A70CB82}" type="pres">
      <dgm:prSet presAssocID="{3D75B597-4ABC-4FB5-BFE4-EE8CEA0E9F46}" presName="compositeShape" presStyleCnt="0">
        <dgm:presLayoutVars>
          <dgm:chMax val="7"/>
          <dgm:dir/>
          <dgm:resizeHandles val="exact"/>
        </dgm:presLayoutVars>
      </dgm:prSet>
      <dgm:spPr/>
    </dgm:pt>
    <dgm:pt modelId="{50F06E69-4CA2-4B1B-A338-481F7066E69B}" type="pres">
      <dgm:prSet presAssocID="{3D75B597-4ABC-4FB5-BFE4-EE8CEA0E9F46}" presName="wedge1" presStyleLbl="node1" presStyleIdx="0" presStyleCnt="3"/>
      <dgm:spPr/>
    </dgm:pt>
    <dgm:pt modelId="{EEE8F262-6382-4BAB-8092-D8B0EFEC691E}" type="pres">
      <dgm:prSet presAssocID="{3D75B597-4ABC-4FB5-BFE4-EE8CEA0E9F46}" presName="dummy1a" presStyleCnt="0"/>
      <dgm:spPr/>
    </dgm:pt>
    <dgm:pt modelId="{F8CDAC87-894C-406E-92EB-DD31BCB91879}" type="pres">
      <dgm:prSet presAssocID="{3D75B597-4ABC-4FB5-BFE4-EE8CEA0E9F46}" presName="dummy1b" presStyleCnt="0"/>
      <dgm:spPr/>
    </dgm:pt>
    <dgm:pt modelId="{F41A94D0-FEE1-4C44-B33A-5260E5C66E2F}" type="pres">
      <dgm:prSet presAssocID="{3D75B597-4ABC-4FB5-BFE4-EE8CEA0E9F46}" presName="wedge1Tx" presStyleLbl="node1" presStyleIdx="0" presStyleCnt="3">
        <dgm:presLayoutVars>
          <dgm:chMax val="0"/>
          <dgm:chPref val="0"/>
          <dgm:bulletEnabled val="1"/>
        </dgm:presLayoutVars>
      </dgm:prSet>
      <dgm:spPr/>
    </dgm:pt>
    <dgm:pt modelId="{CB1CA37F-E151-4372-98BE-3314298DFDC3}" type="pres">
      <dgm:prSet presAssocID="{3D75B597-4ABC-4FB5-BFE4-EE8CEA0E9F46}" presName="wedge2" presStyleLbl="node1" presStyleIdx="1" presStyleCnt="3"/>
      <dgm:spPr/>
    </dgm:pt>
    <dgm:pt modelId="{81A48053-5407-4C87-BD86-A43B3714FEAA}" type="pres">
      <dgm:prSet presAssocID="{3D75B597-4ABC-4FB5-BFE4-EE8CEA0E9F46}" presName="dummy2a" presStyleCnt="0"/>
      <dgm:spPr/>
    </dgm:pt>
    <dgm:pt modelId="{AFFF17DF-A351-4FA7-834F-37FF73554239}" type="pres">
      <dgm:prSet presAssocID="{3D75B597-4ABC-4FB5-BFE4-EE8CEA0E9F46}" presName="dummy2b" presStyleCnt="0"/>
      <dgm:spPr/>
    </dgm:pt>
    <dgm:pt modelId="{825CAB23-350F-4204-AD41-0B6DC8078D0F}" type="pres">
      <dgm:prSet presAssocID="{3D75B597-4ABC-4FB5-BFE4-EE8CEA0E9F46}" presName="wedge2Tx" presStyleLbl="node1" presStyleIdx="1" presStyleCnt="3">
        <dgm:presLayoutVars>
          <dgm:chMax val="0"/>
          <dgm:chPref val="0"/>
          <dgm:bulletEnabled val="1"/>
        </dgm:presLayoutVars>
      </dgm:prSet>
      <dgm:spPr/>
    </dgm:pt>
    <dgm:pt modelId="{3AA7D8BF-612A-4DE6-951A-643B6E15AFEE}" type="pres">
      <dgm:prSet presAssocID="{3D75B597-4ABC-4FB5-BFE4-EE8CEA0E9F46}" presName="wedge3" presStyleLbl="node1" presStyleIdx="2" presStyleCnt="3"/>
      <dgm:spPr/>
    </dgm:pt>
    <dgm:pt modelId="{AC7A7FE4-77E0-497D-9FD4-0430A035C998}" type="pres">
      <dgm:prSet presAssocID="{3D75B597-4ABC-4FB5-BFE4-EE8CEA0E9F46}" presName="dummy3a" presStyleCnt="0"/>
      <dgm:spPr/>
    </dgm:pt>
    <dgm:pt modelId="{FF815FCA-CC33-4044-9DC6-32132F9C7318}" type="pres">
      <dgm:prSet presAssocID="{3D75B597-4ABC-4FB5-BFE4-EE8CEA0E9F46}" presName="dummy3b" presStyleCnt="0"/>
      <dgm:spPr/>
    </dgm:pt>
    <dgm:pt modelId="{DF5B3CBC-5316-4423-8419-461E51E6AF27}" type="pres">
      <dgm:prSet presAssocID="{3D75B597-4ABC-4FB5-BFE4-EE8CEA0E9F46}" presName="wedge3Tx" presStyleLbl="node1" presStyleIdx="2" presStyleCnt="3">
        <dgm:presLayoutVars>
          <dgm:chMax val="0"/>
          <dgm:chPref val="0"/>
          <dgm:bulletEnabled val="1"/>
        </dgm:presLayoutVars>
      </dgm:prSet>
      <dgm:spPr/>
    </dgm:pt>
    <dgm:pt modelId="{BED20560-F0A3-48A3-9916-8CFB100AAF1D}" type="pres">
      <dgm:prSet presAssocID="{1F0FDF72-EB3F-47E4-AED8-A8BDD6EDD3BF}" presName="arrowWedge1" presStyleLbl="fgSibTrans2D1" presStyleIdx="0" presStyleCnt="3"/>
      <dgm:spPr/>
    </dgm:pt>
    <dgm:pt modelId="{25628CCE-D291-45DF-AE95-7D81A62B8B78}" type="pres">
      <dgm:prSet presAssocID="{18614460-2C6F-4327-9C94-721D23BC885F}" presName="arrowWedge2" presStyleLbl="fgSibTrans2D1" presStyleIdx="1" presStyleCnt="3"/>
      <dgm:spPr/>
    </dgm:pt>
    <dgm:pt modelId="{4DDFC2DC-1A32-4C91-BD47-B01C78DE99A5}" type="pres">
      <dgm:prSet presAssocID="{1D34B0F5-6B98-41B6-BC9C-E34EA2EAC293}" presName="arrowWedge3" presStyleLbl="fgSibTrans2D1" presStyleIdx="2" presStyleCnt="3"/>
      <dgm:spPr/>
    </dgm:pt>
  </dgm:ptLst>
  <dgm:cxnLst>
    <dgm:cxn modelId="{C2C6C30E-F10C-4CB3-8373-BC146EE32174}" srcId="{3D75B597-4ABC-4FB5-BFE4-EE8CEA0E9F46}" destId="{F807151A-2AA9-45F2-90A9-7F0A8D720B3E}" srcOrd="0" destOrd="0" parTransId="{7077C531-90C9-4C26-9544-2D1111E9EC28}" sibTransId="{1F0FDF72-EB3F-47E4-AED8-A8BDD6EDD3BF}"/>
    <dgm:cxn modelId="{67298E10-5FCC-4F55-9291-56B11A236CFF}" type="presOf" srcId="{43EFDE3C-9D68-4EC3-A097-05D19ED5F7CF}" destId="{3AA7D8BF-612A-4DE6-951A-643B6E15AFEE}" srcOrd="0" destOrd="0" presId="urn:microsoft.com/office/officeart/2005/8/layout/cycle8"/>
    <dgm:cxn modelId="{D1A25246-2FB7-4B49-A5A1-A61348D785AA}" type="presOf" srcId="{4B168585-8A6B-42C1-8597-55D830F1CE7F}" destId="{CB1CA37F-E151-4372-98BE-3314298DFDC3}" srcOrd="0" destOrd="0" presId="urn:microsoft.com/office/officeart/2005/8/layout/cycle8"/>
    <dgm:cxn modelId="{6C357A6A-3AAE-46D7-BD41-CC7016ED4C94}" type="presOf" srcId="{F807151A-2AA9-45F2-90A9-7F0A8D720B3E}" destId="{F41A94D0-FEE1-4C44-B33A-5260E5C66E2F}" srcOrd="1" destOrd="0" presId="urn:microsoft.com/office/officeart/2005/8/layout/cycle8"/>
    <dgm:cxn modelId="{CB1C9F4A-2E31-492A-B7A4-2841AC79B748}" type="presOf" srcId="{4B168585-8A6B-42C1-8597-55D830F1CE7F}" destId="{825CAB23-350F-4204-AD41-0B6DC8078D0F}" srcOrd="1" destOrd="0" presId="urn:microsoft.com/office/officeart/2005/8/layout/cycle8"/>
    <dgm:cxn modelId="{BACDAD5A-A2DF-4E95-A284-604D69614000}" srcId="{3D75B597-4ABC-4FB5-BFE4-EE8CEA0E9F46}" destId="{4B168585-8A6B-42C1-8597-55D830F1CE7F}" srcOrd="1" destOrd="0" parTransId="{897A7A76-90B3-42C1-9807-B37E346AF87D}" sibTransId="{18614460-2C6F-4327-9C94-721D23BC885F}"/>
    <dgm:cxn modelId="{139DF788-3189-47DF-9023-B230BCE88DD9}" type="presOf" srcId="{3D75B597-4ABC-4FB5-BFE4-EE8CEA0E9F46}" destId="{DC2EFAFC-354C-46DD-9265-4DFA6A70CB82}" srcOrd="0" destOrd="0" presId="urn:microsoft.com/office/officeart/2005/8/layout/cycle8"/>
    <dgm:cxn modelId="{E021C293-85B3-4596-BDF1-1E2E8304FA87}" type="presOf" srcId="{43EFDE3C-9D68-4EC3-A097-05D19ED5F7CF}" destId="{DF5B3CBC-5316-4423-8419-461E51E6AF27}" srcOrd="1" destOrd="0" presId="urn:microsoft.com/office/officeart/2005/8/layout/cycle8"/>
    <dgm:cxn modelId="{1ECA5AC2-D6C2-4AC0-8F2A-C472692CA0E1}" type="presOf" srcId="{F807151A-2AA9-45F2-90A9-7F0A8D720B3E}" destId="{50F06E69-4CA2-4B1B-A338-481F7066E69B}" srcOrd="0" destOrd="0" presId="urn:microsoft.com/office/officeart/2005/8/layout/cycle8"/>
    <dgm:cxn modelId="{5B5095D4-57D4-4297-9A13-F1EF7494DA1E}" srcId="{3D75B597-4ABC-4FB5-BFE4-EE8CEA0E9F46}" destId="{43EFDE3C-9D68-4EC3-A097-05D19ED5F7CF}" srcOrd="2" destOrd="0" parTransId="{28FC3311-3B0F-41E0-AB9E-100D10100C0E}" sibTransId="{1D34B0F5-6B98-41B6-BC9C-E34EA2EAC293}"/>
    <dgm:cxn modelId="{1D3AE051-35D3-42CD-B0F4-9C162DB9EA5D}" type="presParOf" srcId="{DC2EFAFC-354C-46DD-9265-4DFA6A70CB82}" destId="{50F06E69-4CA2-4B1B-A338-481F7066E69B}" srcOrd="0" destOrd="0" presId="urn:microsoft.com/office/officeart/2005/8/layout/cycle8"/>
    <dgm:cxn modelId="{CDF37A06-B034-4CAC-8A0E-95B16D781A34}" type="presParOf" srcId="{DC2EFAFC-354C-46DD-9265-4DFA6A70CB82}" destId="{EEE8F262-6382-4BAB-8092-D8B0EFEC691E}" srcOrd="1" destOrd="0" presId="urn:microsoft.com/office/officeart/2005/8/layout/cycle8"/>
    <dgm:cxn modelId="{1684E7D2-5E80-472F-9209-EE9C3A7A2E3F}" type="presParOf" srcId="{DC2EFAFC-354C-46DD-9265-4DFA6A70CB82}" destId="{F8CDAC87-894C-406E-92EB-DD31BCB91879}" srcOrd="2" destOrd="0" presId="urn:microsoft.com/office/officeart/2005/8/layout/cycle8"/>
    <dgm:cxn modelId="{F0932784-115F-4EBD-9EE1-A53768DE0039}" type="presParOf" srcId="{DC2EFAFC-354C-46DD-9265-4DFA6A70CB82}" destId="{F41A94D0-FEE1-4C44-B33A-5260E5C66E2F}" srcOrd="3" destOrd="0" presId="urn:microsoft.com/office/officeart/2005/8/layout/cycle8"/>
    <dgm:cxn modelId="{D4C359B9-3FF4-495C-AC3F-DAE0A9B3DA8B}" type="presParOf" srcId="{DC2EFAFC-354C-46DD-9265-4DFA6A70CB82}" destId="{CB1CA37F-E151-4372-98BE-3314298DFDC3}" srcOrd="4" destOrd="0" presId="urn:microsoft.com/office/officeart/2005/8/layout/cycle8"/>
    <dgm:cxn modelId="{4DCBDE35-FB1D-4E07-A260-A9C1436C8275}" type="presParOf" srcId="{DC2EFAFC-354C-46DD-9265-4DFA6A70CB82}" destId="{81A48053-5407-4C87-BD86-A43B3714FEAA}" srcOrd="5" destOrd="0" presId="urn:microsoft.com/office/officeart/2005/8/layout/cycle8"/>
    <dgm:cxn modelId="{E31317B1-D36E-4986-BB44-6B208AA58E3F}" type="presParOf" srcId="{DC2EFAFC-354C-46DD-9265-4DFA6A70CB82}" destId="{AFFF17DF-A351-4FA7-834F-37FF73554239}" srcOrd="6" destOrd="0" presId="urn:microsoft.com/office/officeart/2005/8/layout/cycle8"/>
    <dgm:cxn modelId="{BEE7EFC4-F47D-431C-B397-CEE5F2D13616}" type="presParOf" srcId="{DC2EFAFC-354C-46DD-9265-4DFA6A70CB82}" destId="{825CAB23-350F-4204-AD41-0B6DC8078D0F}" srcOrd="7" destOrd="0" presId="urn:microsoft.com/office/officeart/2005/8/layout/cycle8"/>
    <dgm:cxn modelId="{25EA60F1-4753-42FE-8BE2-3F7E5DAAC5C5}" type="presParOf" srcId="{DC2EFAFC-354C-46DD-9265-4DFA6A70CB82}" destId="{3AA7D8BF-612A-4DE6-951A-643B6E15AFEE}" srcOrd="8" destOrd="0" presId="urn:microsoft.com/office/officeart/2005/8/layout/cycle8"/>
    <dgm:cxn modelId="{F2C4092A-4D06-426B-8571-1BFB4E926D04}" type="presParOf" srcId="{DC2EFAFC-354C-46DD-9265-4DFA6A70CB82}" destId="{AC7A7FE4-77E0-497D-9FD4-0430A035C998}" srcOrd="9" destOrd="0" presId="urn:microsoft.com/office/officeart/2005/8/layout/cycle8"/>
    <dgm:cxn modelId="{7390A485-4B69-41A0-8B6A-6AA79D0D347A}" type="presParOf" srcId="{DC2EFAFC-354C-46DD-9265-4DFA6A70CB82}" destId="{FF815FCA-CC33-4044-9DC6-32132F9C7318}" srcOrd="10" destOrd="0" presId="urn:microsoft.com/office/officeart/2005/8/layout/cycle8"/>
    <dgm:cxn modelId="{1D4930D6-99BC-48ED-995E-3779E4430500}" type="presParOf" srcId="{DC2EFAFC-354C-46DD-9265-4DFA6A70CB82}" destId="{DF5B3CBC-5316-4423-8419-461E51E6AF27}" srcOrd="11" destOrd="0" presId="urn:microsoft.com/office/officeart/2005/8/layout/cycle8"/>
    <dgm:cxn modelId="{0F8BECE1-7D87-4151-BF4B-13AC125884A8}" type="presParOf" srcId="{DC2EFAFC-354C-46DD-9265-4DFA6A70CB82}" destId="{BED20560-F0A3-48A3-9916-8CFB100AAF1D}" srcOrd="12" destOrd="0" presId="urn:microsoft.com/office/officeart/2005/8/layout/cycle8"/>
    <dgm:cxn modelId="{7123C3FC-DDB7-46AF-AE22-DE55D2526E44}" type="presParOf" srcId="{DC2EFAFC-354C-46DD-9265-4DFA6A70CB82}" destId="{25628CCE-D291-45DF-AE95-7D81A62B8B78}" srcOrd="13" destOrd="0" presId="urn:microsoft.com/office/officeart/2005/8/layout/cycle8"/>
    <dgm:cxn modelId="{290D46BF-3836-497F-BA89-969A475FDA4C}" type="presParOf" srcId="{DC2EFAFC-354C-46DD-9265-4DFA6A70CB82}" destId="{4DDFC2DC-1A32-4C91-BD47-B01C78DE99A5}"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F41F0B-5B1C-4E3C-968D-886538B59B05}"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AE0D42C-0118-434D-B40E-2F49CDD44624}">
      <dgm:prSet custT="1"/>
      <dgm:spPr/>
      <dgm:t>
        <a:bodyPr/>
        <a:lstStyle/>
        <a:p>
          <a:pPr algn="just">
            <a:defRPr cap="all"/>
          </a:pPr>
          <a:r>
            <a:rPr lang="es-CR" sz="1600" cap="none" baseline="0" dirty="0">
              <a:solidFill>
                <a:schemeClr val="tx1"/>
              </a:solidFill>
            </a:rPr>
            <a:t>Producto probado: y listo para su implantación.</a:t>
          </a:r>
          <a:endParaRPr lang="en-US" sz="1600" cap="none" baseline="0" dirty="0">
            <a:solidFill>
              <a:schemeClr val="tx1"/>
            </a:solidFill>
          </a:endParaRPr>
        </a:p>
      </dgm:t>
    </dgm:pt>
    <dgm:pt modelId="{06A529E8-A3B8-4D84-BC17-6FD2330CC7C5}" type="parTrans" cxnId="{AF3C2742-2772-405C-99CF-B80EA478CBCE}">
      <dgm:prSet/>
      <dgm:spPr/>
      <dgm:t>
        <a:bodyPr/>
        <a:lstStyle/>
        <a:p>
          <a:pPr algn="just"/>
          <a:endParaRPr lang="en-US" sz="2000"/>
        </a:p>
      </dgm:t>
    </dgm:pt>
    <dgm:pt modelId="{7CBEA9C8-FB36-449F-BC86-8E1CAC4CF092}" type="sibTrans" cxnId="{AF3C2742-2772-405C-99CF-B80EA478CBCE}">
      <dgm:prSet/>
      <dgm:spPr/>
      <dgm:t>
        <a:bodyPr/>
        <a:lstStyle/>
        <a:p>
          <a:pPr algn="just"/>
          <a:endParaRPr lang="en-US" sz="2000"/>
        </a:p>
      </dgm:t>
    </dgm:pt>
    <dgm:pt modelId="{5FF119F2-7620-40EE-AC4A-741B4CC7A547}">
      <dgm:prSet custT="1"/>
      <dgm:spPr/>
      <dgm:t>
        <a:bodyPr/>
        <a:lstStyle/>
        <a:p>
          <a:pPr algn="just">
            <a:defRPr cap="all"/>
          </a:pPr>
          <a:r>
            <a:rPr lang="es-CR" sz="1600" cap="none" baseline="0">
              <a:solidFill>
                <a:schemeClr val="tx1"/>
              </a:solidFill>
            </a:rPr>
            <a:t>Planes de prueba con los casos de prueba identificados.</a:t>
          </a:r>
          <a:endParaRPr lang="en-US" sz="1600" cap="none" baseline="0">
            <a:solidFill>
              <a:schemeClr val="tx1"/>
            </a:solidFill>
          </a:endParaRPr>
        </a:p>
      </dgm:t>
    </dgm:pt>
    <dgm:pt modelId="{B54F1DB6-DC85-4598-8805-6EE45A18219C}" type="parTrans" cxnId="{CB99A680-F692-4410-B6F0-112536C6BDC0}">
      <dgm:prSet/>
      <dgm:spPr/>
      <dgm:t>
        <a:bodyPr/>
        <a:lstStyle/>
        <a:p>
          <a:pPr algn="just"/>
          <a:endParaRPr lang="en-US" sz="2000"/>
        </a:p>
      </dgm:t>
    </dgm:pt>
    <dgm:pt modelId="{8740BE52-0B59-4784-A555-976256DFE4A9}" type="sibTrans" cxnId="{CB99A680-F692-4410-B6F0-112536C6BDC0}">
      <dgm:prSet/>
      <dgm:spPr/>
      <dgm:t>
        <a:bodyPr/>
        <a:lstStyle/>
        <a:p>
          <a:pPr algn="just"/>
          <a:endParaRPr lang="en-US" sz="2000"/>
        </a:p>
      </dgm:t>
    </dgm:pt>
    <dgm:pt modelId="{44FACCCB-4D2A-43A0-8D99-65D7B1ECC3C7}">
      <dgm:prSet custT="1"/>
      <dgm:spPr/>
      <dgm:t>
        <a:bodyPr/>
        <a:lstStyle/>
        <a:p>
          <a:pPr algn="just">
            <a:defRPr cap="all"/>
          </a:pPr>
          <a:r>
            <a:rPr lang="es-CR" sz="1600" cap="none" baseline="0">
              <a:solidFill>
                <a:schemeClr val="tx1"/>
              </a:solidFill>
            </a:rPr>
            <a:t>Informes de pruebas, con los resultados obtenidos de las pruebas, los errores detectados, las acciones llevadas a cabo para su corrección y la evidencia final de superación de todas las pruebas.</a:t>
          </a:r>
          <a:endParaRPr lang="en-US" sz="1600" cap="none" baseline="0">
            <a:solidFill>
              <a:schemeClr val="tx1"/>
            </a:solidFill>
          </a:endParaRPr>
        </a:p>
      </dgm:t>
    </dgm:pt>
    <dgm:pt modelId="{8B528517-F8E2-4D4B-A2FF-C5B6C731A6DB}" type="parTrans" cxnId="{BEC8392E-A99B-45A0-9073-52BFC9ED4BDD}">
      <dgm:prSet/>
      <dgm:spPr/>
      <dgm:t>
        <a:bodyPr/>
        <a:lstStyle/>
        <a:p>
          <a:pPr algn="just"/>
          <a:endParaRPr lang="en-US" sz="2000"/>
        </a:p>
      </dgm:t>
    </dgm:pt>
    <dgm:pt modelId="{0412E2F4-69C1-4890-BA86-F820F8F884E9}" type="sibTrans" cxnId="{BEC8392E-A99B-45A0-9073-52BFC9ED4BDD}">
      <dgm:prSet/>
      <dgm:spPr/>
      <dgm:t>
        <a:bodyPr/>
        <a:lstStyle/>
        <a:p>
          <a:pPr algn="just"/>
          <a:endParaRPr lang="en-US" sz="2000"/>
        </a:p>
      </dgm:t>
    </dgm:pt>
    <dgm:pt modelId="{60A329C3-69FE-4DEA-B555-3CDEA90E8CF6}">
      <dgm:prSet custT="1"/>
      <dgm:spPr/>
      <dgm:t>
        <a:bodyPr/>
        <a:lstStyle/>
        <a:p>
          <a:pPr algn="just">
            <a:defRPr cap="all"/>
          </a:pPr>
          <a:r>
            <a:rPr lang="es-CR" sz="1600" cap="none" baseline="0">
              <a:solidFill>
                <a:schemeClr val="tx1"/>
              </a:solidFill>
            </a:rPr>
            <a:t>Elementos de prueba, con distintos scripts, programas de prueba, datos de prueba,..., desarrollados para la ejecución y reproducción de las pruebas.</a:t>
          </a:r>
          <a:endParaRPr lang="en-US" sz="1600" cap="none" baseline="0">
            <a:solidFill>
              <a:schemeClr val="tx1"/>
            </a:solidFill>
          </a:endParaRPr>
        </a:p>
      </dgm:t>
    </dgm:pt>
    <dgm:pt modelId="{14C445F6-1133-4A19-8ECE-2293D5F33B63}" type="parTrans" cxnId="{AC5DA979-2034-4CAF-856D-4880C4BCF03A}">
      <dgm:prSet/>
      <dgm:spPr/>
      <dgm:t>
        <a:bodyPr/>
        <a:lstStyle/>
        <a:p>
          <a:pPr algn="just"/>
          <a:endParaRPr lang="en-US" sz="2000"/>
        </a:p>
      </dgm:t>
    </dgm:pt>
    <dgm:pt modelId="{3A197749-D033-4935-B654-B6CCE341A53B}" type="sibTrans" cxnId="{AC5DA979-2034-4CAF-856D-4880C4BCF03A}">
      <dgm:prSet/>
      <dgm:spPr/>
      <dgm:t>
        <a:bodyPr/>
        <a:lstStyle/>
        <a:p>
          <a:pPr algn="just"/>
          <a:endParaRPr lang="en-US" sz="2000"/>
        </a:p>
      </dgm:t>
    </dgm:pt>
    <dgm:pt modelId="{FC331A2D-85C8-4F01-977A-45D57C78A4CE}" type="pres">
      <dgm:prSet presAssocID="{CEF41F0B-5B1C-4E3C-968D-886538B59B05}" presName="root" presStyleCnt="0">
        <dgm:presLayoutVars>
          <dgm:dir/>
          <dgm:resizeHandles val="exact"/>
        </dgm:presLayoutVars>
      </dgm:prSet>
      <dgm:spPr/>
    </dgm:pt>
    <dgm:pt modelId="{CAD9E587-C0B4-4253-A1FF-48C523EEF5E3}" type="pres">
      <dgm:prSet presAssocID="{7AE0D42C-0118-434D-B40E-2F49CDD44624}" presName="compNode" presStyleCnt="0"/>
      <dgm:spPr/>
    </dgm:pt>
    <dgm:pt modelId="{EC1D83FB-3D85-4E74-A716-3BB25AC3B748}" type="pres">
      <dgm:prSet presAssocID="{7AE0D42C-0118-434D-B40E-2F49CDD44624}" presName="iconBgRect" presStyleLbl="bgShp" presStyleIdx="0" presStyleCnt="4"/>
      <dgm:spPr>
        <a:prstGeom prst="round2DiagRect">
          <a:avLst>
            <a:gd name="adj1" fmla="val 29727"/>
            <a:gd name="adj2" fmla="val 0"/>
          </a:avLst>
        </a:prstGeom>
      </dgm:spPr>
    </dgm:pt>
    <dgm:pt modelId="{3079FD13-8590-4500-AEC8-31C1CAC284B3}" type="pres">
      <dgm:prSet presAssocID="{7AE0D42C-0118-434D-B40E-2F49CDD4462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ientífico"/>
        </a:ext>
      </dgm:extLst>
    </dgm:pt>
    <dgm:pt modelId="{D9DB2925-DD62-458B-809F-BE869A818DC4}" type="pres">
      <dgm:prSet presAssocID="{7AE0D42C-0118-434D-B40E-2F49CDD44624}" presName="spaceRect" presStyleCnt="0"/>
      <dgm:spPr/>
    </dgm:pt>
    <dgm:pt modelId="{4F53043F-0C75-4371-8AA1-835C42AF664B}" type="pres">
      <dgm:prSet presAssocID="{7AE0D42C-0118-434D-B40E-2F49CDD44624}" presName="textRect" presStyleLbl="revTx" presStyleIdx="0" presStyleCnt="4">
        <dgm:presLayoutVars>
          <dgm:chMax val="1"/>
          <dgm:chPref val="1"/>
        </dgm:presLayoutVars>
      </dgm:prSet>
      <dgm:spPr/>
    </dgm:pt>
    <dgm:pt modelId="{479CD71D-2E31-4861-9D07-B8A16A96049C}" type="pres">
      <dgm:prSet presAssocID="{7CBEA9C8-FB36-449F-BC86-8E1CAC4CF092}" presName="sibTrans" presStyleCnt="0"/>
      <dgm:spPr/>
    </dgm:pt>
    <dgm:pt modelId="{5AE38413-0706-4896-8C6F-A15B0A8BDB6C}" type="pres">
      <dgm:prSet presAssocID="{5FF119F2-7620-40EE-AC4A-741B4CC7A547}" presName="compNode" presStyleCnt="0"/>
      <dgm:spPr/>
    </dgm:pt>
    <dgm:pt modelId="{653B3E75-44A5-4B1C-A73E-AD8490DCE817}" type="pres">
      <dgm:prSet presAssocID="{5FF119F2-7620-40EE-AC4A-741B4CC7A547}" presName="iconBgRect" presStyleLbl="bgShp" presStyleIdx="1" presStyleCnt="4"/>
      <dgm:spPr>
        <a:prstGeom prst="round2DiagRect">
          <a:avLst>
            <a:gd name="adj1" fmla="val 29727"/>
            <a:gd name="adj2" fmla="val 0"/>
          </a:avLst>
        </a:prstGeom>
      </dgm:spPr>
    </dgm:pt>
    <dgm:pt modelId="{18F7D6FD-4820-4F7B-A69A-4EAF95702DF9}" type="pres">
      <dgm:prSet presAssocID="{5FF119F2-7620-40EE-AC4A-741B4CC7A54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io"/>
        </a:ext>
      </dgm:extLst>
    </dgm:pt>
    <dgm:pt modelId="{570DFA64-2DB5-477B-AC4B-52A7E11866CA}" type="pres">
      <dgm:prSet presAssocID="{5FF119F2-7620-40EE-AC4A-741B4CC7A547}" presName="spaceRect" presStyleCnt="0"/>
      <dgm:spPr/>
    </dgm:pt>
    <dgm:pt modelId="{B1EF907B-9EEE-48D9-B3F2-11CEE47C52A7}" type="pres">
      <dgm:prSet presAssocID="{5FF119F2-7620-40EE-AC4A-741B4CC7A547}" presName="textRect" presStyleLbl="revTx" presStyleIdx="1" presStyleCnt="4">
        <dgm:presLayoutVars>
          <dgm:chMax val="1"/>
          <dgm:chPref val="1"/>
        </dgm:presLayoutVars>
      </dgm:prSet>
      <dgm:spPr/>
    </dgm:pt>
    <dgm:pt modelId="{AD3E9C26-5B7B-4BF9-8A42-FBB59BB38E5F}" type="pres">
      <dgm:prSet presAssocID="{8740BE52-0B59-4784-A555-976256DFE4A9}" presName="sibTrans" presStyleCnt="0"/>
      <dgm:spPr/>
    </dgm:pt>
    <dgm:pt modelId="{19ADD3A2-6E8D-4201-BBF8-D7CFBC50589B}" type="pres">
      <dgm:prSet presAssocID="{44FACCCB-4D2A-43A0-8D99-65D7B1ECC3C7}" presName="compNode" presStyleCnt="0"/>
      <dgm:spPr/>
    </dgm:pt>
    <dgm:pt modelId="{435A75E7-9A00-4608-954A-7A07E64B3D95}" type="pres">
      <dgm:prSet presAssocID="{44FACCCB-4D2A-43A0-8D99-65D7B1ECC3C7}" presName="iconBgRect" presStyleLbl="bgShp" presStyleIdx="2" presStyleCnt="4"/>
      <dgm:spPr>
        <a:prstGeom prst="round2DiagRect">
          <a:avLst>
            <a:gd name="adj1" fmla="val 29727"/>
            <a:gd name="adj2" fmla="val 0"/>
          </a:avLst>
        </a:prstGeom>
      </dgm:spPr>
    </dgm:pt>
    <dgm:pt modelId="{25FCFAF7-45B6-4EE1-98C4-89B34F7662D2}" type="pres">
      <dgm:prSet presAssocID="{44FACCCB-4D2A-43A0-8D99-65D7B1ECC3C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st tubes"/>
        </a:ext>
      </dgm:extLst>
    </dgm:pt>
    <dgm:pt modelId="{C80F5D3A-F252-4FBC-A216-10FF69404D80}" type="pres">
      <dgm:prSet presAssocID="{44FACCCB-4D2A-43A0-8D99-65D7B1ECC3C7}" presName="spaceRect" presStyleCnt="0"/>
      <dgm:spPr/>
    </dgm:pt>
    <dgm:pt modelId="{36ABF032-2C71-441E-97B4-1C0E5C4010B5}" type="pres">
      <dgm:prSet presAssocID="{44FACCCB-4D2A-43A0-8D99-65D7B1ECC3C7}" presName="textRect" presStyleLbl="revTx" presStyleIdx="2" presStyleCnt="4">
        <dgm:presLayoutVars>
          <dgm:chMax val="1"/>
          <dgm:chPref val="1"/>
        </dgm:presLayoutVars>
      </dgm:prSet>
      <dgm:spPr/>
    </dgm:pt>
    <dgm:pt modelId="{CC752233-336C-4301-8F0E-0ECE80EE1741}" type="pres">
      <dgm:prSet presAssocID="{0412E2F4-69C1-4890-BA86-F820F8F884E9}" presName="sibTrans" presStyleCnt="0"/>
      <dgm:spPr/>
    </dgm:pt>
    <dgm:pt modelId="{AE79E218-320C-449F-821C-8593147456BA}" type="pres">
      <dgm:prSet presAssocID="{60A329C3-69FE-4DEA-B555-3CDEA90E8CF6}" presName="compNode" presStyleCnt="0"/>
      <dgm:spPr/>
    </dgm:pt>
    <dgm:pt modelId="{0FD1C54C-36D9-45F5-8CCE-F4DBE2B33335}" type="pres">
      <dgm:prSet presAssocID="{60A329C3-69FE-4DEA-B555-3CDEA90E8CF6}" presName="iconBgRect" presStyleLbl="bgShp" presStyleIdx="3" presStyleCnt="4"/>
      <dgm:spPr>
        <a:prstGeom prst="round2DiagRect">
          <a:avLst>
            <a:gd name="adj1" fmla="val 29727"/>
            <a:gd name="adj2" fmla="val 0"/>
          </a:avLst>
        </a:prstGeom>
      </dgm:spPr>
    </dgm:pt>
    <dgm:pt modelId="{E1D0F745-5E0B-4AEC-B3D9-F4B6D5D4DFDE}" type="pres">
      <dgm:prSet presAssocID="{60A329C3-69FE-4DEA-B555-3CDEA90E8CF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o"/>
        </a:ext>
      </dgm:extLst>
    </dgm:pt>
    <dgm:pt modelId="{49F92547-5118-4A1A-841C-DEC077859651}" type="pres">
      <dgm:prSet presAssocID="{60A329C3-69FE-4DEA-B555-3CDEA90E8CF6}" presName="spaceRect" presStyleCnt="0"/>
      <dgm:spPr/>
    </dgm:pt>
    <dgm:pt modelId="{98E20A91-B33A-4D27-9EB0-699514BCA6C5}" type="pres">
      <dgm:prSet presAssocID="{60A329C3-69FE-4DEA-B555-3CDEA90E8CF6}" presName="textRect" presStyleLbl="revTx" presStyleIdx="3" presStyleCnt="4">
        <dgm:presLayoutVars>
          <dgm:chMax val="1"/>
          <dgm:chPref val="1"/>
        </dgm:presLayoutVars>
      </dgm:prSet>
      <dgm:spPr/>
    </dgm:pt>
  </dgm:ptLst>
  <dgm:cxnLst>
    <dgm:cxn modelId="{BEC8392E-A99B-45A0-9073-52BFC9ED4BDD}" srcId="{CEF41F0B-5B1C-4E3C-968D-886538B59B05}" destId="{44FACCCB-4D2A-43A0-8D99-65D7B1ECC3C7}" srcOrd="2" destOrd="0" parTransId="{8B528517-F8E2-4D4B-A2FF-C5B6C731A6DB}" sibTransId="{0412E2F4-69C1-4890-BA86-F820F8F884E9}"/>
    <dgm:cxn modelId="{AF3C2742-2772-405C-99CF-B80EA478CBCE}" srcId="{CEF41F0B-5B1C-4E3C-968D-886538B59B05}" destId="{7AE0D42C-0118-434D-B40E-2F49CDD44624}" srcOrd="0" destOrd="0" parTransId="{06A529E8-A3B8-4D84-BC17-6FD2330CC7C5}" sibTransId="{7CBEA9C8-FB36-449F-BC86-8E1CAC4CF092}"/>
    <dgm:cxn modelId="{AC5DA979-2034-4CAF-856D-4880C4BCF03A}" srcId="{CEF41F0B-5B1C-4E3C-968D-886538B59B05}" destId="{60A329C3-69FE-4DEA-B555-3CDEA90E8CF6}" srcOrd="3" destOrd="0" parTransId="{14C445F6-1133-4A19-8ECE-2293D5F33B63}" sibTransId="{3A197749-D033-4935-B654-B6CCE341A53B}"/>
    <dgm:cxn modelId="{EB5AD47F-5BC7-4E62-9A3B-85202C222560}" type="presOf" srcId="{44FACCCB-4D2A-43A0-8D99-65D7B1ECC3C7}" destId="{36ABF032-2C71-441E-97B4-1C0E5C4010B5}" srcOrd="0" destOrd="0" presId="urn:microsoft.com/office/officeart/2018/5/layout/IconLeafLabelList"/>
    <dgm:cxn modelId="{CB99A680-F692-4410-B6F0-112536C6BDC0}" srcId="{CEF41F0B-5B1C-4E3C-968D-886538B59B05}" destId="{5FF119F2-7620-40EE-AC4A-741B4CC7A547}" srcOrd="1" destOrd="0" parTransId="{B54F1DB6-DC85-4598-8805-6EE45A18219C}" sibTransId="{8740BE52-0B59-4784-A555-976256DFE4A9}"/>
    <dgm:cxn modelId="{F7B0BE89-C115-42B3-9999-B3117D118F85}" type="presOf" srcId="{5FF119F2-7620-40EE-AC4A-741B4CC7A547}" destId="{B1EF907B-9EEE-48D9-B3F2-11CEE47C52A7}" srcOrd="0" destOrd="0" presId="urn:microsoft.com/office/officeart/2018/5/layout/IconLeafLabelList"/>
    <dgm:cxn modelId="{6AC0D295-8233-40F7-9888-8F977803C6D7}" type="presOf" srcId="{CEF41F0B-5B1C-4E3C-968D-886538B59B05}" destId="{FC331A2D-85C8-4F01-977A-45D57C78A4CE}" srcOrd="0" destOrd="0" presId="urn:microsoft.com/office/officeart/2018/5/layout/IconLeafLabelList"/>
    <dgm:cxn modelId="{E4929CC0-8B83-4F5E-8466-FE6611F9841F}" type="presOf" srcId="{7AE0D42C-0118-434D-B40E-2F49CDD44624}" destId="{4F53043F-0C75-4371-8AA1-835C42AF664B}" srcOrd="0" destOrd="0" presId="urn:microsoft.com/office/officeart/2018/5/layout/IconLeafLabelList"/>
    <dgm:cxn modelId="{8F8501ED-BFC5-4B4E-B330-AAFD21605B28}" type="presOf" srcId="{60A329C3-69FE-4DEA-B555-3CDEA90E8CF6}" destId="{98E20A91-B33A-4D27-9EB0-699514BCA6C5}" srcOrd="0" destOrd="0" presId="urn:microsoft.com/office/officeart/2018/5/layout/IconLeafLabelList"/>
    <dgm:cxn modelId="{CFB56474-6B20-4A29-9DD4-BC80E2F04898}" type="presParOf" srcId="{FC331A2D-85C8-4F01-977A-45D57C78A4CE}" destId="{CAD9E587-C0B4-4253-A1FF-48C523EEF5E3}" srcOrd="0" destOrd="0" presId="urn:microsoft.com/office/officeart/2018/5/layout/IconLeafLabelList"/>
    <dgm:cxn modelId="{9EE4D860-766B-4486-BBE9-41FAE2591FBB}" type="presParOf" srcId="{CAD9E587-C0B4-4253-A1FF-48C523EEF5E3}" destId="{EC1D83FB-3D85-4E74-A716-3BB25AC3B748}" srcOrd="0" destOrd="0" presId="urn:microsoft.com/office/officeart/2018/5/layout/IconLeafLabelList"/>
    <dgm:cxn modelId="{CE432A25-0A65-479E-AC7F-6AEB9639DEE5}" type="presParOf" srcId="{CAD9E587-C0B4-4253-A1FF-48C523EEF5E3}" destId="{3079FD13-8590-4500-AEC8-31C1CAC284B3}" srcOrd="1" destOrd="0" presId="urn:microsoft.com/office/officeart/2018/5/layout/IconLeafLabelList"/>
    <dgm:cxn modelId="{C25F8067-9EB0-494A-8082-0BBACAD0A4C3}" type="presParOf" srcId="{CAD9E587-C0B4-4253-A1FF-48C523EEF5E3}" destId="{D9DB2925-DD62-458B-809F-BE869A818DC4}" srcOrd="2" destOrd="0" presId="urn:microsoft.com/office/officeart/2018/5/layout/IconLeafLabelList"/>
    <dgm:cxn modelId="{92F5015A-B9FA-4E1F-A8D3-D49A600A602F}" type="presParOf" srcId="{CAD9E587-C0B4-4253-A1FF-48C523EEF5E3}" destId="{4F53043F-0C75-4371-8AA1-835C42AF664B}" srcOrd="3" destOrd="0" presId="urn:microsoft.com/office/officeart/2018/5/layout/IconLeafLabelList"/>
    <dgm:cxn modelId="{DA1D9635-B8CE-4CE5-9856-56A9F53CC0E8}" type="presParOf" srcId="{FC331A2D-85C8-4F01-977A-45D57C78A4CE}" destId="{479CD71D-2E31-4861-9D07-B8A16A96049C}" srcOrd="1" destOrd="0" presId="urn:microsoft.com/office/officeart/2018/5/layout/IconLeafLabelList"/>
    <dgm:cxn modelId="{EF08E3FE-9EA4-469C-9CE8-75B21C5A0357}" type="presParOf" srcId="{FC331A2D-85C8-4F01-977A-45D57C78A4CE}" destId="{5AE38413-0706-4896-8C6F-A15B0A8BDB6C}" srcOrd="2" destOrd="0" presId="urn:microsoft.com/office/officeart/2018/5/layout/IconLeafLabelList"/>
    <dgm:cxn modelId="{6FFE9048-F30C-4F41-8A30-611899014D17}" type="presParOf" srcId="{5AE38413-0706-4896-8C6F-A15B0A8BDB6C}" destId="{653B3E75-44A5-4B1C-A73E-AD8490DCE817}" srcOrd="0" destOrd="0" presId="urn:microsoft.com/office/officeart/2018/5/layout/IconLeafLabelList"/>
    <dgm:cxn modelId="{48B7A39A-9E26-46FF-BB43-15F34801B823}" type="presParOf" srcId="{5AE38413-0706-4896-8C6F-A15B0A8BDB6C}" destId="{18F7D6FD-4820-4F7B-A69A-4EAF95702DF9}" srcOrd="1" destOrd="0" presId="urn:microsoft.com/office/officeart/2018/5/layout/IconLeafLabelList"/>
    <dgm:cxn modelId="{6332B5E8-F2DB-4F3D-B669-3D5B2671F574}" type="presParOf" srcId="{5AE38413-0706-4896-8C6F-A15B0A8BDB6C}" destId="{570DFA64-2DB5-477B-AC4B-52A7E11866CA}" srcOrd="2" destOrd="0" presId="urn:microsoft.com/office/officeart/2018/5/layout/IconLeafLabelList"/>
    <dgm:cxn modelId="{37066D04-E6E8-49E3-8692-71E621664091}" type="presParOf" srcId="{5AE38413-0706-4896-8C6F-A15B0A8BDB6C}" destId="{B1EF907B-9EEE-48D9-B3F2-11CEE47C52A7}" srcOrd="3" destOrd="0" presId="urn:microsoft.com/office/officeart/2018/5/layout/IconLeafLabelList"/>
    <dgm:cxn modelId="{D5EBE2FB-5DE6-4013-A895-40068427939A}" type="presParOf" srcId="{FC331A2D-85C8-4F01-977A-45D57C78A4CE}" destId="{AD3E9C26-5B7B-4BF9-8A42-FBB59BB38E5F}" srcOrd="3" destOrd="0" presId="urn:microsoft.com/office/officeart/2018/5/layout/IconLeafLabelList"/>
    <dgm:cxn modelId="{E77B3C11-822D-4933-8EA5-C4C5B17E39F2}" type="presParOf" srcId="{FC331A2D-85C8-4F01-977A-45D57C78A4CE}" destId="{19ADD3A2-6E8D-4201-BBF8-D7CFBC50589B}" srcOrd="4" destOrd="0" presId="urn:microsoft.com/office/officeart/2018/5/layout/IconLeafLabelList"/>
    <dgm:cxn modelId="{8747A996-C78F-49BB-9E6D-F2A81964711E}" type="presParOf" srcId="{19ADD3A2-6E8D-4201-BBF8-D7CFBC50589B}" destId="{435A75E7-9A00-4608-954A-7A07E64B3D95}" srcOrd="0" destOrd="0" presId="urn:microsoft.com/office/officeart/2018/5/layout/IconLeafLabelList"/>
    <dgm:cxn modelId="{6D6E2D11-0F10-4376-944C-2E2D6E45B15F}" type="presParOf" srcId="{19ADD3A2-6E8D-4201-BBF8-D7CFBC50589B}" destId="{25FCFAF7-45B6-4EE1-98C4-89B34F7662D2}" srcOrd="1" destOrd="0" presId="urn:microsoft.com/office/officeart/2018/5/layout/IconLeafLabelList"/>
    <dgm:cxn modelId="{6EAE1079-38DA-45B3-9247-A39BB8E8E617}" type="presParOf" srcId="{19ADD3A2-6E8D-4201-BBF8-D7CFBC50589B}" destId="{C80F5D3A-F252-4FBC-A216-10FF69404D80}" srcOrd="2" destOrd="0" presId="urn:microsoft.com/office/officeart/2018/5/layout/IconLeafLabelList"/>
    <dgm:cxn modelId="{F24845A1-5227-46A9-97EA-3BEA9C89C5C8}" type="presParOf" srcId="{19ADD3A2-6E8D-4201-BBF8-D7CFBC50589B}" destId="{36ABF032-2C71-441E-97B4-1C0E5C4010B5}" srcOrd="3" destOrd="0" presId="urn:microsoft.com/office/officeart/2018/5/layout/IconLeafLabelList"/>
    <dgm:cxn modelId="{AAE8F25C-2B33-4D59-B3CC-3D3F92EAB82D}" type="presParOf" srcId="{FC331A2D-85C8-4F01-977A-45D57C78A4CE}" destId="{CC752233-336C-4301-8F0E-0ECE80EE1741}" srcOrd="5" destOrd="0" presId="urn:microsoft.com/office/officeart/2018/5/layout/IconLeafLabelList"/>
    <dgm:cxn modelId="{FD872A8B-34BE-40F8-8B8E-C92578C42561}" type="presParOf" srcId="{FC331A2D-85C8-4F01-977A-45D57C78A4CE}" destId="{AE79E218-320C-449F-821C-8593147456BA}" srcOrd="6" destOrd="0" presId="urn:microsoft.com/office/officeart/2018/5/layout/IconLeafLabelList"/>
    <dgm:cxn modelId="{70A23E68-6955-418E-B474-43770DC22CC2}" type="presParOf" srcId="{AE79E218-320C-449F-821C-8593147456BA}" destId="{0FD1C54C-36D9-45F5-8CCE-F4DBE2B33335}" srcOrd="0" destOrd="0" presId="urn:microsoft.com/office/officeart/2018/5/layout/IconLeafLabelList"/>
    <dgm:cxn modelId="{9D8BDA92-C8CB-4503-8759-732EA38CAB99}" type="presParOf" srcId="{AE79E218-320C-449F-821C-8593147456BA}" destId="{E1D0F745-5E0B-4AEC-B3D9-F4B6D5D4DFDE}" srcOrd="1" destOrd="0" presId="urn:microsoft.com/office/officeart/2018/5/layout/IconLeafLabelList"/>
    <dgm:cxn modelId="{DA9B9495-368A-4321-8AEF-CDCA314D2469}" type="presParOf" srcId="{AE79E218-320C-449F-821C-8593147456BA}" destId="{49F92547-5118-4A1A-841C-DEC077859651}" srcOrd="2" destOrd="0" presId="urn:microsoft.com/office/officeart/2018/5/layout/IconLeafLabelList"/>
    <dgm:cxn modelId="{11F94DD9-8D1F-4F84-93E8-03DA024EA998}" type="presParOf" srcId="{AE79E218-320C-449F-821C-8593147456BA}" destId="{98E20A91-B33A-4D27-9EB0-699514BCA6C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256957F-A0C7-4C3E-98CB-1C207FFB516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s-CR"/>
        </a:p>
      </dgm:t>
    </dgm:pt>
    <dgm:pt modelId="{EBF44D5C-BCA3-487B-8177-6954B3FE8A5F}">
      <dgm:prSet custT="1"/>
      <dgm:spPr/>
      <dgm:t>
        <a:bodyPr/>
        <a:lstStyle/>
        <a:p>
          <a:pPr algn="just"/>
          <a:r>
            <a:rPr lang="es-CR" sz="2000" b="1" dirty="0"/>
            <a:t>Objetivos</a:t>
          </a:r>
          <a:endParaRPr lang="es-CR" sz="2400" dirty="0"/>
        </a:p>
      </dgm:t>
    </dgm:pt>
    <dgm:pt modelId="{A164029E-4A30-472C-B1F9-94E807075E33}" type="parTrans" cxnId="{CDA3E4CC-32E4-4BBF-97BF-0502853AB612}">
      <dgm:prSet/>
      <dgm:spPr/>
      <dgm:t>
        <a:bodyPr/>
        <a:lstStyle/>
        <a:p>
          <a:pPr algn="just"/>
          <a:endParaRPr lang="es-CR" sz="2000"/>
        </a:p>
      </dgm:t>
    </dgm:pt>
    <dgm:pt modelId="{8297C59A-B987-4E1B-9B89-5A3CDE075E6A}" type="sibTrans" cxnId="{CDA3E4CC-32E4-4BBF-97BF-0502853AB612}">
      <dgm:prSet/>
      <dgm:spPr/>
      <dgm:t>
        <a:bodyPr/>
        <a:lstStyle/>
        <a:p>
          <a:pPr algn="just"/>
          <a:endParaRPr lang="es-CR" sz="2000"/>
        </a:p>
      </dgm:t>
    </dgm:pt>
    <dgm:pt modelId="{2C526510-7C0B-41A2-A824-D002B6724FFD}">
      <dgm:prSet custT="1"/>
      <dgm:spPr/>
      <dgm:t>
        <a:bodyPr/>
        <a:lstStyle/>
        <a:p>
          <a:pPr algn="just"/>
          <a:r>
            <a:rPr lang="es-CR" sz="1500" dirty="0"/>
            <a:t>Establecer la participación de los roles implicados.</a:t>
          </a:r>
        </a:p>
      </dgm:t>
    </dgm:pt>
    <dgm:pt modelId="{0BD979AE-6B12-4433-8A3D-7AFAE19FBFF7}" type="parTrans" cxnId="{123DB847-CB68-4553-B6C5-870976A6739F}">
      <dgm:prSet/>
      <dgm:spPr/>
      <dgm:t>
        <a:bodyPr/>
        <a:lstStyle/>
        <a:p>
          <a:pPr algn="just"/>
          <a:endParaRPr lang="es-CR" sz="2000"/>
        </a:p>
      </dgm:t>
    </dgm:pt>
    <dgm:pt modelId="{A63CD23F-AA79-4747-93D1-23F7D40C5C42}" type="sibTrans" cxnId="{123DB847-CB68-4553-B6C5-870976A6739F}">
      <dgm:prSet/>
      <dgm:spPr/>
      <dgm:t>
        <a:bodyPr/>
        <a:lstStyle/>
        <a:p>
          <a:pPr algn="just"/>
          <a:endParaRPr lang="es-CR" sz="2000"/>
        </a:p>
      </dgm:t>
    </dgm:pt>
    <dgm:pt modelId="{91D2057F-5D27-4A7C-8086-1D11C3A2003E}">
      <dgm:prSet custT="1"/>
      <dgm:spPr/>
      <dgm:t>
        <a:bodyPr/>
        <a:lstStyle/>
        <a:p>
          <a:pPr algn="just"/>
          <a:r>
            <a:rPr lang="es-CR" sz="1500" dirty="0"/>
            <a:t>Definir el alcance, momento y características de las diferentes pruebas a realizar.</a:t>
          </a:r>
        </a:p>
      </dgm:t>
    </dgm:pt>
    <dgm:pt modelId="{9E6FE787-8C91-408E-9CA6-86D87C9E296D}" type="parTrans" cxnId="{B00AE27B-D12D-4276-9133-E316AD33A4EA}">
      <dgm:prSet/>
      <dgm:spPr/>
      <dgm:t>
        <a:bodyPr/>
        <a:lstStyle/>
        <a:p>
          <a:pPr algn="just"/>
          <a:endParaRPr lang="es-CR" sz="2000"/>
        </a:p>
      </dgm:t>
    </dgm:pt>
    <dgm:pt modelId="{28A2652B-10AE-4E58-AE11-E4D711D632B6}" type="sibTrans" cxnId="{B00AE27B-D12D-4276-9133-E316AD33A4EA}">
      <dgm:prSet/>
      <dgm:spPr/>
      <dgm:t>
        <a:bodyPr/>
        <a:lstStyle/>
        <a:p>
          <a:pPr algn="just"/>
          <a:endParaRPr lang="es-CR" sz="2000"/>
        </a:p>
      </dgm:t>
    </dgm:pt>
    <dgm:pt modelId="{97802600-27AA-4E07-8287-947AD40E2E94}">
      <dgm:prSet custT="1"/>
      <dgm:spPr/>
      <dgm:t>
        <a:bodyPr/>
        <a:lstStyle/>
        <a:p>
          <a:pPr algn="just"/>
          <a:r>
            <a:rPr lang="es-CR" sz="1500"/>
            <a:t>Definir los contenidos de los manuales de usuario y de administración.</a:t>
          </a:r>
        </a:p>
      </dgm:t>
    </dgm:pt>
    <dgm:pt modelId="{73B71ED5-988C-40F1-960C-7407269D9398}" type="parTrans" cxnId="{00433948-1D43-4963-8242-88429EC956C7}">
      <dgm:prSet/>
      <dgm:spPr/>
      <dgm:t>
        <a:bodyPr/>
        <a:lstStyle/>
        <a:p>
          <a:pPr algn="just"/>
          <a:endParaRPr lang="es-CR" sz="2000"/>
        </a:p>
      </dgm:t>
    </dgm:pt>
    <dgm:pt modelId="{5E8A40F0-A3C6-4940-BCAD-4BCE36DFC767}" type="sibTrans" cxnId="{00433948-1D43-4963-8242-88429EC956C7}">
      <dgm:prSet/>
      <dgm:spPr/>
      <dgm:t>
        <a:bodyPr/>
        <a:lstStyle/>
        <a:p>
          <a:pPr algn="just"/>
          <a:endParaRPr lang="es-CR" sz="2000"/>
        </a:p>
      </dgm:t>
    </dgm:pt>
    <dgm:pt modelId="{CBD4027D-FCF4-4A84-B3C0-34E5A2BCFD55}">
      <dgm:prSet custT="1"/>
      <dgm:spPr/>
      <dgm:t>
        <a:bodyPr/>
        <a:lstStyle/>
        <a:p>
          <a:pPr algn="just"/>
          <a:r>
            <a:rPr lang="es-CR" sz="1500" dirty="0"/>
            <a:t>Establecer los requisitos necesarios para la aceptación del producto antes de su promoción a la siguiente fase del ciclo de vida de desarrollo.</a:t>
          </a:r>
        </a:p>
      </dgm:t>
    </dgm:pt>
    <dgm:pt modelId="{D3F6BDF9-E971-4E13-9FF3-0A147C92A59D}" type="parTrans" cxnId="{65ED07D6-94EE-4B0D-A9F8-DB0CFFBDC0D2}">
      <dgm:prSet/>
      <dgm:spPr/>
      <dgm:t>
        <a:bodyPr/>
        <a:lstStyle/>
        <a:p>
          <a:pPr algn="just"/>
          <a:endParaRPr lang="es-CR" sz="2000"/>
        </a:p>
      </dgm:t>
    </dgm:pt>
    <dgm:pt modelId="{E0AF28D8-35EC-4B4B-9C08-1A09C132482B}" type="sibTrans" cxnId="{65ED07D6-94EE-4B0D-A9F8-DB0CFFBDC0D2}">
      <dgm:prSet/>
      <dgm:spPr/>
      <dgm:t>
        <a:bodyPr/>
        <a:lstStyle/>
        <a:p>
          <a:pPr algn="just"/>
          <a:endParaRPr lang="es-CR" sz="2000"/>
        </a:p>
      </dgm:t>
    </dgm:pt>
    <dgm:pt modelId="{CFE99708-096D-4770-B4C3-730440A466C7}">
      <dgm:prSet custT="1"/>
      <dgm:spPr/>
      <dgm:t>
        <a:bodyPr/>
        <a:lstStyle/>
        <a:p>
          <a:pPr algn="just"/>
          <a:r>
            <a:rPr lang="es-CR" sz="1500"/>
            <a:t>Definir el ciclo de vida de gestión de un caso de prueba.</a:t>
          </a:r>
        </a:p>
      </dgm:t>
    </dgm:pt>
    <dgm:pt modelId="{C02832DB-709C-4390-A497-73FCA4A1F198}" type="parTrans" cxnId="{71969610-45AF-45AB-B10B-D12B24151776}">
      <dgm:prSet/>
      <dgm:spPr/>
      <dgm:t>
        <a:bodyPr/>
        <a:lstStyle/>
        <a:p>
          <a:pPr algn="just"/>
          <a:endParaRPr lang="es-CR" sz="2000"/>
        </a:p>
      </dgm:t>
    </dgm:pt>
    <dgm:pt modelId="{75ACB384-6539-4152-B2A1-2089AAAA9C3F}" type="sibTrans" cxnId="{71969610-45AF-45AB-B10B-D12B24151776}">
      <dgm:prSet/>
      <dgm:spPr/>
      <dgm:t>
        <a:bodyPr/>
        <a:lstStyle/>
        <a:p>
          <a:pPr algn="just"/>
          <a:endParaRPr lang="es-CR" sz="2000"/>
        </a:p>
      </dgm:t>
    </dgm:pt>
    <dgm:pt modelId="{2C9371F5-5443-41C9-A602-C149A98524D8}">
      <dgm:prSet custT="1"/>
      <dgm:spPr/>
      <dgm:t>
        <a:bodyPr/>
        <a:lstStyle/>
        <a:p>
          <a:pPr algn="just"/>
          <a:r>
            <a:rPr lang="es-CR" sz="1500"/>
            <a:t>Establecer los mecanismos de resolución de casos fallidos producidos en las pruebas del software.</a:t>
          </a:r>
        </a:p>
      </dgm:t>
    </dgm:pt>
    <dgm:pt modelId="{2E76EA1C-6FE9-4178-850E-5EF9D09AEABB}" type="parTrans" cxnId="{2AA2722C-2821-400B-BABF-DC42E3F0CAAD}">
      <dgm:prSet/>
      <dgm:spPr/>
      <dgm:t>
        <a:bodyPr/>
        <a:lstStyle/>
        <a:p>
          <a:pPr algn="just"/>
          <a:endParaRPr lang="es-CR" sz="2000"/>
        </a:p>
      </dgm:t>
    </dgm:pt>
    <dgm:pt modelId="{F8F5B91F-4313-4DAC-AF9D-5A8A7D639BFD}" type="sibTrans" cxnId="{2AA2722C-2821-400B-BABF-DC42E3F0CAAD}">
      <dgm:prSet/>
      <dgm:spPr/>
      <dgm:t>
        <a:bodyPr/>
        <a:lstStyle/>
        <a:p>
          <a:pPr algn="just"/>
          <a:endParaRPr lang="es-CR" sz="2000"/>
        </a:p>
      </dgm:t>
    </dgm:pt>
    <dgm:pt modelId="{1FE643C4-D5AF-47CE-AB6C-572875B9161B}">
      <dgm:prSet custT="1"/>
      <dgm:spPr/>
      <dgm:t>
        <a:bodyPr/>
        <a:lstStyle/>
        <a:p>
          <a:pPr algn="just"/>
          <a:r>
            <a:rPr lang="es-CR" sz="1500"/>
            <a:t>Presentar técnicas y estrategias aplicables en la elaboración y ejecución de las pruebas del software.</a:t>
          </a:r>
        </a:p>
      </dgm:t>
    </dgm:pt>
    <dgm:pt modelId="{B89D71CD-31FF-4FC1-AC8A-CD2C08741114}" type="parTrans" cxnId="{7F1775D5-F7AD-4963-8877-22CD3FF5D4F5}">
      <dgm:prSet/>
      <dgm:spPr/>
      <dgm:t>
        <a:bodyPr/>
        <a:lstStyle/>
        <a:p>
          <a:pPr algn="just"/>
          <a:endParaRPr lang="es-CR" sz="2000"/>
        </a:p>
      </dgm:t>
    </dgm:pt>
    <dgm:pt modelId="{D1CD44CA-EC3C-4D2B-9869-24C57FAB85C2}" type="sibTrans" cxnId="{7F1775D5-F7AD-4963-8877-22CD3FF5D4F5}">
      <dgm:prSet/>
      <dgm:spPr/>
      <dgm:t>
        <a:bodyPr/>
        <a:lstStyle/>
        <a:p>
          <a:pPr algn="just"/>
          <a:endParaRPr lang="es-CR" sz="2000"/>
        </a:p>
      </dgm:t>
    </dgm:pt>
    <dgm:pt modelId="{61B210A9-B257-4AB4-8D5E-04958FABC9C4}" type="pres">
      <dgm:prSet presAssocID="{D256957F-A0C7-4C3E-98CB-1C207FFB516A}" presName="vert0" presStyleCnt="0">
        <dgm:presLayoutVars>
          <dgm:dir/>
          <dgm:animOne val="branch"/>
          <dgm:animLvl val="lvl"/>
        </dgm:presLayoutVars>
      </dgm:prSet>
      <dgm:spPr/>
    </dgm:pt>
    <dgm:pt modelId="{B9AD426C-C831-4486-A0E4-64CB989E2365}" type="pres">
      <dgm:prSet presAssocID="{EBF44D5C-BCA3-487B-8177-6954B3FE8A5F}" presName="thickLine" presStyleLbl="alignNode1" presStyleIdx="0" presStyleCnt="1"/>
      <dgm:spPr/>
    </dgm:pt>
    <dgm:pt modelId="{ABAF8254-75C7-4CB5-ADFD-92006A35349A}" type="pres">
      <dgm:prSet presAssocID="{EBF44D5C-BCA3-487B-8177-6954B3FE8A5F}" presName="horz1" presStyleCnt="0"/>
      <dgm:spPr/>
    </dgm:pt>
    <dgm:pt modelId="{EAD79333-11E8-4EE4-9B8A-F2ED178C3EEB}" type="pres">
      <dgm:prSet presAssocID="{EBF44D5C-BCA3-487B-8177-6954B3FE8A5F}" presName="tx1" presStyleLbl="revTx" presStyleIdx="0" presStyleCnt="8"/>
      <dgm:spPr/>
    </dgm:pt>
    <dgm:pt modelId="{D677042E-51EC-4976-83A0-7786BD505205}" type="pres">
      <dgm:prSet presAssocID="{EBF44D5C-BCA3-487B-8177-6954B3FE8A5F}" presName="vert1" presStyleCnt="0"/>
      <dgm:spPr/>
    </dgm:pt>
    <dgm:pt modelId="{C5FCF8AC-2FFA-4AA0-8CE5-5F0B9AA9AE06}" type="pres">
      <dgm:prSet presAssocID="{2C526510-7C0B-41A2-A824-D002B6724FFD}" presName="vertSpace2a" presStyleCnt="0"/>
      <dgm:spPr/>
    </dgm:pt>
    <dgm:pt modelId="{714EA5F0-002F-4C78-8B36-2D9CAC093DAB}" type="pres">
      <dgm:prSet presAssocID="{2C526510-7C0B-41A2-A824-D002B6724FFD}" presName="horz2" presStyleCnt="0"/>
      <dgm:spPr/>
    </dgm:pt>
    <dgm:pt modelId="{D74A4727-9EB6-4632-946D-998FE76734D3}" type="pres">
      <dgm:prSet presAssocID="{2C526510-7C0B-41A2-A824-D002B6724FFD}" presName="horzSpace2" presStyleCnt="0"/>
      <dgm:spPr/>
    </dgm:pt>
    <dgm:pt modelId="{3DFD2DD4-F803-43AA-8A23-32C7EBEA8258}" type="pres">
      <dgm:prSet presAssocID="{2C526510-7C0B-41A2-A824-D002B6724FFD}" presName="tx2" presStyleLbl="revTx" presStyleIdx="1" presStyleCnt="8"/>
      <dgm:spPr/>
    </dgm:pt>
    <dgm:pt modelId="{77156F81-134A-4B29-B1E4-4C16887119C3}" type="pres">
      <dgm:prSet presAssocID="{2C526510-7C0B-41A2-A824-D002B6724FFD}" presName="vert2" presStyleCnt="0"/>
      <dgm:spPr/>
    </dgm:pt>
    <dgm:pt modelId="{864B551A-A025-4092-8565-14725E56036A}" type="pres">
      <dgm:prSet presAssocID="{2C526510-7C0B-41A2-A824-D002B6724FFD}" presName="thinLine2b" presStyleLbl="callout" presStyleIdx="0" presStyleCnt="7"/>
      <dgm:spPr/>
    </dgm:pt>
    <dgm:pt modelId="{C38E549B-D38B-4A02-ACCA-595CFD660CFB}" type="pres">
      <dgm:prSet presAssocID="{2C526510-7C0B-41A2-A824-D002B6724FFD}" presName="vertSpace2b" presStyleCnt="0"/>
      <dgm:spPr/>
    </dgm:pt>
    <dgm:pt modelId="{51BDD9C9-B6A0-4DEC-81D8-E18F5FA435FB}" type="pres">
      <dgm:prSet presAssocID="{91D2057F-5D27-4A7C-8086-1D11C3A2003E}" presName="horz2" presStyleCnt="0"/>
      <dgm:spPr/>
    </dgm:pt>
    <dgm:pt modelId="{5666B867-7DA8-4336-A7AB-D16072B4E225}" type="pres">
      <dgm:prSet presAssocID="{91D2057F-5D27-4A7C-8086-1D11C3A2003E}" presName="horzSpace2" presStyleCnt="0"/>
      <dgm:spPr/>
    </dgm:pt>
    <dgm:pt modelId="{12C37D3C-5242-471E-AA7C-F12F31BB502B}" type="pres">
      <dgm:prSet presAssocID="{91D2057F-5D27-4A7C-8086-1D11C3A2003E}" presName="tx2" presStyleLbl="revTx" presStyleIdx="2" presStyleCnt="8"/>
      <dgm:spPr/>
    </dgm:pt>
    <dgm:pt modelId="{3D2105EE-CCD7-4A00-8B8D-90854371350F}" type="pres">
      <dgm:prSet presAssocID="{91D2057F-5D27-4A7C-8086-1D11C3A2003E}" presName="vert2" presStyleCnt="0"/>
      <dgm:spPr/>
    </dgm:pt>
    <dgm:pt modelId="{1EDCB114-CF4D-4D99-B716-BE8F10909237}" type="pres">
      <dgm:prSet presAssocID="{91D2057F-5D27-4A7C-8086-1D11C3A2003E}" presName="thinLine2b" presStyleLbl="callout" presStyleIdx="1" presStyleCnt="7"/>
      <dgm:spPr/>
    </dgm:pt>
    <dgm:pt modelId="{E053CECF-48BC-481A-99E2-64C3FED5A207}" type="pres">
      <dgm:prSet presAssocID="{91D2057F-5D27-4A7C-8086-1D11C3A2003E}" presName="vertSpace2b" presStyleCnt="0"/>
      <dgm:spPr/>
    </dgm:pt>
    <dgm:pt modelId="{3D1F79E7-C77D-4042-B836-5700073208C3}" type="pres">
      <dgm:prSet presAssocID="{97802600-27AA-4E07-8287-947AD40E2E94}" presName="horz2" presStyleCnt="0"/>
      <dgm:spPr/>
    </dgm:pt>
    <dgm:pt modelId="{7EAB5E35-EA3B-4967-B78E-8F095C2475E0}" type="pres">
      <dgm:prSet presAssocID="{97802600-27AA-4E07-8287-947AD40E2E94}" presName="horzSpace2" presStyleCnt="0"/>
      <dgm:spPr/>
    </dgm:pt>
    <dgm:pt modelId="{EDD88601-588D-430D-9989-83BB5F80E34C}" type="pres">
      <dgm:prSet presAssocID="{97802600-27AA-4E07-8287-947AD40E2E94}" presName="tx2" presStyleLbl="revTx" presStyleIdx="3" presStyleCnt="8"/>
      <dgm:spPr/>
    </dgm:pt>
    <dgm:pt modelId="{FDB2DB74-4551-4679-8E7D-8ED304B60D90}" type="pres">
      <dgm:prSet presAssocID="{97802600-27AA-4E07-8287-947AD40E2E94}" presName="vert2" presStyleCnt="0"/>
      <dgm:spPr/>
    </dgm:pt>
    <dgm:pt modelId="{2EC37A1F-64DC-4134-9F14-C92F147131FA}" type="pres">
      <dgm:prSet presAssocID="{97802600-27AA-4E07-8287-947AD40E2E94}" presName="thinLine2b" presStyleLbl="callout" presStyleIdx="2" presStyleCnt="7"/>
      <dgm:spPr/>
    </dgm:pt>
    <dgm:pt modelId="{B68E0DA6-BBAE-4A11-A252-57CE689FD52F}" type="pres">
      <dgm:prSet presAssocID="{97802600-27AA-4E07-8287-947AD40E2E94}" presName="vertSpace2b" presStyleCnt="0"/>
      <dgm:spPr/>
    </dgm:pt>
    <dgm:pt modelId="{5D0FB97D-17D3-4105-9F25-A6AA54EB9F7B}" type="pres">
      <dgm:prSet presAssocID="{CBD4027D-FCF4-4A84-B3C0-34E5A2BCFD55}" presName="horz2" presStyleCnt="0"/>
      <dgm:spPr/>
    </dgm:pt>
    <dgm:pt modelId="{7D1A0A5C-5F9F-42B7-A6AA-D3C7BCA2A3C3}" type="pres">
      <dgm:prSet presAssocID="{CBD4027D-FCF4-4A84-B3C0-34E5A2BCFD55}" presName="horzSpace2" presStyleCnt="0"/>
      <dgm:spPr/>
    </dgm:pt>
    <dgm:pt modelId="{13B23A8C-8284-4AFF-97DE-70BABEA3CC5F}" type="pres">
      <dgm:prSet presAssocID="{CBD4027D-FCF4-4A84-B3C0-34E5A2BCFD55}" presName="tx2" presStyleLbl="revTx" presStyleIdx="4" presStyleCnt="8"/>
      <dgm:spPr/>
    </dgm:pt>
    <dgm:pt modelId="{19B5D745-866E-498B-875F-52422BC6DA6F}" type="pres">
      <dgm:prSet presAssocID="{CBD4027D-FCF4-4A84-B3C0-34E5A2BCFD55}" presName="vert2" presStyleCnt="0"/>
      <dgm:spPr/>
    </dgm:pt>
    <dgm:pt modelId="{46EA025D-4478-423E-81D8-692189C51821}" type="pres">
      <dgm:prSet presAssocID="{CBD4027D-FCF4-4A84-B3C0-34E5A2BCFD55}" presName="thinLine2b" presStyleLbl="callout" presStyleIdx="3" presStyleCnt="7"/>
      <dgm:spPr/>
    </dgm:pt>
    <dgm:pt modelId="{73ABE18A-DE68-425B-8F5C-8D35AD065FD8}" type="pres">
      <dgm:prSet presAssocID="{CBD4027D-FCF4-4A84-B3C0-34E5A2BCFD55}" presName="vertSpace2b" presStyleCnt="0"/>
      <dgm:spPr/>
    </dgm:pt>
    <dgm:pt modelId="{6FC00E75-147E-442B-98B5-03449767ADA0}" type="pres">
      <dgm:prSet presAssocID="{CFE99708-096D-4770-B4C3-730440A466C7}" presName="horz2" presStyleCnt="0"/>
      <dgm:spPr/>
    </dgm:pt>
    <dgm:pt modelId="{C8D53184-2257-4157-A05B-8FF3128DC11E}" type="pres">
      <dgm:prSet presAssocID="{CFE99708-096D-4770-B4C3-730440A466C7}" presName="horzSpace2" presStyleCnt="0"/>
      <dgm:spPr/>
    </dgm:pt>
    <dgm:pt modelId="{34D31ECE-8A99-43EF-AE68-7980281656C7}" type="pres">
      <dgm:prSet presAssocID="{CFE99708-096D-4770-B4C3-730440A466C7}" presName="tx2" presStyleLbl="revTx" presStyleIdx="5" presStyleCnt="8"/>
      <dgm:spPr/>
    </dgm:pt>
    <dgm:pt modelId="{BC7297C0-FB20-43F6-8A5E-A5C396FC5340}" type="pres">
      <dgm:prSet presAssocID="{CFE99708-096D-4770-B4C3-730440A466C7}" presName="vert2" presStyleCnt="0"/>
      <dgm:spPr/>
    </dgm:pt>
    <dgm:pt modelId="{F9CA0F4C-434E-48A2-814D-C6F684FF7C19}" type="pres">
      <dgm:prSet presAssocID="{CFE99708-096D-4770-B4C3-730440A466C7}" presName="thinLine2b" presStyleLbl="callout" presStyleIdx="4" presStyleCnt="7"/>
      <dgm:spPr/>
    </dgm:pt>
    <dgm:pt modelId="{456C2C0F-46B0-43C3-A6F2-FCFBEA38816E}" type="pres">
      <dgm:prSet presAssocID="{CFE99708-096D-4770-B4C3-730440A466C7}" presName="vertSpace2b" presStyleCnt="0"/>
      <dgm:spPr/>
    </dgm:pt>
    <dgm:pt modelId="{128D9D06-2EB9-4595-9013-CB970AC96FFF}" type="pres">
      <dgm:prSet presAssocID="{2C9371F5-5443-41C9-A602-C149A98524D8}" presName="horz2" presStyleCnt="0"/>
      <dgm:spPr/>
    </dgm:pt>
    <dgm:pt modelId="{83C6FFC7-82E7-4EF8-8AD2-E3AA84E40CF1}" type="pres">
      <dgm:prSet presAssocID="{2C9371F5-5443-41C9-A602-C149A98524D8}" presName="horzSpace2" presStyleCnt="0"/>
      <dgm:spPr/>
    </dgm:pt>
    <dgm:pt modelId="{B36F0A8D-49A2-46F5-B11D-D5B8409BB900}" type="pres">
      <dgm:prSet presAssocID="{2C9371F5-5443-41C9-A602-C149A98524D8}" presName="tx2" presStyleLbl="revTx" presStyleIdx="6" presStyleCnt="8"/>
      <dgm:spPr/>
    </dgm:pt>
    <dgm:pt modelId="{E655EECA-1890-4321-8AC6-D0F0B0520AD0}" type="pres">
      <dgm:prSet presAssocID="{2C9371F5-5443-41C9-A602-C149A98524D8}" presName="vert2" presStyleCnt="0"/>
      <dgm:spPr/>
    </dgm:pt>
    <dgm:pt modelId="{DBE58385-C852-4025-BD27-3DFE1C34A3F7}" type="pres">
      <dgm:prSet presAssocID="{2C9371F5-5443-41C9-A602-C149A98524D8}" presName="thinLine2b" presStyleLbl="callout" presStyleIdx="5" presStyleCnt="7"/>
      <dgm:spPr/>
    </dgm:pt>
    <dgm:pt modelId="{14270FB0-E2A6-4C13-9100-057363A2B3D4}" type="pres">
      <dgm:prSet presAssocID="{2C9371F5-5443-41C9-A602-C149A98524D8}" presName="vertSpace2b" presStyleCnt="0"/>
      <dgm:spPr/>
    </dgm:pt>
    <dgm:pt modelId="{A853B631-F335-4E71-84EF-6219BBA893D9}" type="pres">
      <dgm:prSet presAssocID="{1FE643C4-D5AF-47CE-AB6C-572875B9161B}" presName="horz2" presStyleCnt="0"/>
      <dgm:spPr/>
    </dgm:pt>
    <dgm:pt modelId="{8880F4C9-B2B4-4B74-ADF6-2351F2605FBB}" type="pres">
      <dgm:prSet presAssocID="{1FE643C4-D5AF-47CE-AB6C-572875B9161B}" presName="horzSpace2" presStyleCnt="0"/>
      <dgm:spPr/>
    </dgm:pt>
    <dgm:pt modelId="{ED7039C7-F12E-4FF5-9E5E-5B5365510246}" type="pres">
      <dgm:prSet presAssocID="{1FE643C4-D5AF-47CE-AB6C-572875B9161B}" presName="tx2" presStyleLbl="revTx" presStyleIdx="7" presStyleCnt="8"/>
      <dgm:spPr/>
    </dgm:pt>
    <dgm:pt modelId="{0B6F072B-9CC9-49B3-B319-C0CAC10CEB71}" type="pres">
      <dgm:prSet presAssocID="{1FE643C4-D5AF-47CE-AB6C-572875B9161B}" presName="vert2" presStyleCnt="0"/>
      <dgm:spPr/>
    </dgm:pt>
    <dgm:pt modelId="{40105115-08B0-4784-B2B4-0C9FDFC90BBD}" type="pres">
      <dgm:prSet presAssocID="{1FE643C4-D5AF-47CE-AB6C-572875B9161B}" presName="thinLine2b" presStyleLbl="callout" presStyleIdx="6" presStyleCnt="7"/>
      <dgm:spPr/>
    </dgm:pt>
    <dgm:pt modelId="{C5B77B3D-03E0-410B-9E0D-BE1E0A128B56}" type="pres">
      <dgm:prSet presAssocID="{1FE643C4-D5AF-47CE-AB6C-572875B9161B}" presName="vertSpace2b" presStyleCnt="0"/>
      <dgm:spPr/>
    </dgm:pt>
  </dgm:ptLst>
  <dgm:cxnLst>
    <dgm:cxn modelId="{F401E906-9B4F-4EAB-B2E1-3DC1C6AA5B37}" type="presOf" srcId="{CBD4027D-FCF4-4A84-B3C0-34E5A2BCFD55}" destId="{13B23A8C-8284-4AFF-97DE-70BABEA3CC5F}" srcOrd="0" destOrd="0" presId="urn:microsoft.com/office/officeart/2008/layout/LinedList"/>
    <dgm:cxn modelId="{D56A850A-056B-4366-AC4C-B0530E15DD63}" type="presOf" srcId="{91D2057F-5D27-4A7C-8086-1D11C3A2003E}" destId="{12C37D3C-5242-471E-AA7C-F12F31BB502B}" srcOrd="0" destOrd="0" presId="urn:microsoft.com/office/officeart/2008/layout/LinedList"/>
    <dgm:cxn modelId="{5CCCF10A-ADB4-4FE8-BD70-C1514B8336BE}" type="presOf" srcId="{D256957F-A0C7-4C3E-98CB-1C207FFB516A}" destId="{61B210A9-B257-4AB4-8D5E-04958FABC9C4}" srcOrd="0" destOrd="0" presId="urn:microsoft.com/office/officeart/2008/layout/LinedList"/>
    <dgm:cxn modelId="{71969610-45AF-45AB-B10B-D12B24151776}" srcId="{EBF44D5C-BCA3-487B-8177-6954B3FE8A5F}" destId="{CFE99708-096D-4770-B4C3-730440A466C7}" srcOrd="4" destOrd="0" parTransId="{C02832DB-709C-4390-A497-73FCA4A1F198}" sibTransId="{75ACB384-6539-4152-B2A1-2089AAAA9C3F}"/>
    <dgm:cxn modelId="{2FB7DF15-69DE-4197-8D16-7B6109AAA814}" type="presOf" srcId="{2C9371F5-5443-41C9-A602-C149A98524D8}" destId="{B36F0A8D-49A2-46F5-B11D-D5B8409BB900}" srcOrd="0" destOrd="0" presId="urn:microsoft.com/office/officeart/2008/layout/LinedList"/>
    <dgm:cxn modelId="{0B43C823-60E5-4BE2-B4E7-0AD58023D8B6}" type="presOf" srcId="{EBF44D5C-BCA3-487B-8177-6954B3FE8A5F}" destId="{EAD79333-11E8-4EE4-9B8A-F2ED178C3EEB}" srcOrd="0" destOrd="0" presId="urn:microsoft.com/office/officeart/2008/layout/LinedList"/>
    <dgm:cxn modelId="{2AA2722C-2821-400B-BABF-DC42E3F0CAAD}" srcId="{EBF44D5C-BCA3-487B-8177-6954B3FE8A5F}" destId="{2C9371F5-5443-41C9-A602-C149A98524D8}" srcOrd="5" destOrd="0" parTransId="{2E76EA1C-6FE9-4178-850E-5EF9D09AEABB}" sibTransId="{F8F5B91F-4313-4DAC-AF9D-5A8A7D639BFD}"/>
    <dgm:cxn modelId="{123DB847-CB68-4553-B6C5-870976A6739F}" srcId="{EBF44D5C-BCA3-487B-8177-6954B3FE8A5F}" destId="{2C526510-7C0B-41A2-A824-D002B6724FFD}" srcOrd="0" destOrd="0" parTransId="{0BD979AE-6B12-4433-8A3D-7AFAE19FBFF7}" sibTransId="{A63CD23F-AA79-4747-93D1-23F7D40C5C42}"/>
    <dgm:cxn modelId="{00433948-1D43-4963-8242-88429EC956C7}" srcId="{EBF44D5C-BCA3-487B-8177-6954B3FE8A5F}" destId="{97802600-27AA-4E07-8287-947AD40E2E94}" srcOrd="2" destOrd="0" parTransId="{73B71ED5-988C-40F1-960C-7407269D9398}" sibTransId="{5E8A40F0-A3C6-4940-BCAD-4BCE36DFC767}"/>
    <dgm:cxn modelId="{3F03095A-6334-45B9-811B-FD3CAF9C9529}" type="presOf" srcId="{97802600-27AA-4E07-8287-947AD40E2E94}" destId="{EDD88601-588D-430D-9989-83BB5F80E34C}" srcOrd="0" destOrd="0" presId="urn:microsoft.com/office/officeart/2008/layout/LinedList"/>
    <dgm:cxn modelId="{B00AE27B-D12D-4276-9133-E316AD33A4EA}" srcId="{EBF44D5C-BCA3-487B-8177-6954B3FE8A5F}" destId="{91D2057F-5D27-4A7C-8086-1D11C3A2003E}" srcOrd="1" destOrd="0" parTransId="{9E6FE787-8C91-408E-9CA6-86D87C9E296D}" sibTransId="{28A2652B-10AE-4E58-AE11-E4D711D632B6}"/>
    <dgm:cxn modelId="{42A88E99-1B41-4528-B790-F138C7E7721F}" type="presOf" srcId="{2C526510-7C0B-41A2-A824-D002B6724FFD}" destId="{3DFD2DD4-F803-43AA-8A23-32C7EBEA8258}" srcOrd="0" destOrd="0" presId="urn:microsoft.com/office/officeart/2008/layout/LinedList"/>
    <dgm:cxn modelId="{D7B72BB5-291C-4C12-832C-C75D388EF307}" type="presOf" srcId="{1FE643C4-D5AF-47CE-AB6C-572875B9161B}" destId="{ED7039C7-F12E-4FF5-9E5E-5B5365510246}" srcOrd="0" destOrd="0" presId="urn:microsoft.com/office/officeart/2008/layout/LinedList"/>
    <dgm:cxn modelId="{CDA3E4CC-32E4-4BBF-97BF-0502853AB612}" srcId="{D256957F-A0C7-4C3E-98CB-1C207FFB516A}" destId="{EBF44D5C-BCA3-487B-8177-6954B3FE8A5F}" srcOrd="0" destOrd="0" parTransId="{A164029E-4A30-472C-B1F9-94E807075E33}" sibTransId="{8297C59A-B987-4E1B-9B89-5A3CDE075E6A}"/>
    <dgm:cxn modelId="{7F1775D5-F7AD-4963-8877-22CD3FF5D4F5}" srcId="{EBF44D5C-BCA3-487B-8177-6954B3FE8A5F}" destId="{1FE643C4-D5AF-47CE-AB6C-572875B9161B}" srcOrd="6" destOrd="0" parTransId="{B89D71CD-31FF-4FC1-AC8A-CD2C08741114}" sibTransId="{D1CD44CA-EC3C-4D2B-9869-24C57FAB85C2}"/>
    <dgm:cxn modelId="{65ED07D6-94EE-4B0D-A9F8-DB0CFFBDC0D2}" srcId="{EBF44D5C-BCA3-487B-8177-6954B3FE8A5F}" destId="{CBD4027D-FCF4-4A84-B3C0-34E5A2BCFD55}" srcOrd="3" destOrd="0" parTransId="{D3F6BDF9-E971-4E13-9FF3-0A147C92A59D}" sibTransId="{E0AF28D8-35EC-4B4B-9C08-1A09C132482B}"/>
    <dgm:cxn modelId="{A9003DFB-2146-4A5B-84CD-91A9CADF6542}" type="presOf" srcId="{CFE99708-096D-4770-B4C3-730440A466C7}" destId="{34D31ECE-8A99-43EF-AE68-7980281656C7}" srcOrd="0" destOrd="0" presId="urn:microsoft.com/office/officeart/2008/layout/LinedList"/>
    <dgm:cxn modelId="{1FFDC35E-5D4C-4C86-9C3E-EFA31E5FBD2D}" type="presParOf" srcId="{61B210A9-B257-4AB4-8D5E-04958FABC9C4}" destId="{B9AD426C-C831-4486-A0E4-64CB989E2365}" srcOrd="0" destOrd="0" presId="urn:microsoft.com/office/officeart/2008/layout/LinedList"/>
    <dgm:cxn modelId="{6B7F2777-9BB5-4E5F-B833-43222A49413F}" type="presParOf" srcId="{61B210A9-B257-4AB4-8D5E-04958FABC9C4}" destId="{ABAF8254-75C7-4CB5-ADFD-92006A35349A}" srcOrd="1" destOrd="0" presId="urn:microsoft.com/office/officeart/2008/layout/LinedList"/>
    <dgm:cxn modelId="{67541BD2-0E31-41BE-A47C-826F56BAA09F}" type="presParOf" srcId="{ABAF8254-75C7-4CB5-ADFD-92006A35349A}" destId="{EAD79333-11E8-4EE4-9B8A-F2ED178C3EEB}" srcOrd="0" destOrd="0" presId="urn:microsoft.com/office/officeart/2008/layout/LinedList"/>
    <dgm:cxn modelId="{DCEE9B35-A12C-4DDD-A464-32CE103A4F7F}" type="presParOf" srcId="{ABAF8254-75C7-4CB5-ADFD-92006A35349A}" destId="{D677042E-51EC-4976-83A0-7786BD505205}" srcOrd="1" destOrd="0" presId="urn:microsoft.com/office/officeart/2008/layout/LinedList"/>
    <dgm:cxn modelId="{234EFC77-583A-4BA7-A5F0-4AC877CEDA44}" type="presParOf" srcId="{D677042E-51EC-4976-83A0-7786BD505205}" destId="{C5FCF8AC-2FFA-4AA0-8CE5-5F0B9AA9AE06}" srcOrd="0" destOrd="0" presId="urn:microsoft.com/office/officeart/2008/layout/LinedList"/>
    <dgm:cxn modelId="{0570CB53-D53B-4B59-AA4A-F22C685DFDFF}" type="presParOf" srcId="{D677042E-51EC-4976-83A0-7786BD505205}" destId="{714EA5F0-002F-4C78-8B36-2D9CAC093DAB}" srcOrd="1" destOrd="0" presId="urn:microsoft.com/office/officeart/2008/layout/LinedList"/>
    <dgm:cxn modelId="{7BFE7A5F-1611-48FA-BC3C-59FCD9C4C98C}" type="presParOf" srcId="{714EA5F0-002F-4C78-8B36-2D9CAC093DAB}" destId="{D74A4727-9EB6-4632-946D-998FE76734D3}" srcOrd="0" destOrd="0" presId="urn:microsoft.com/office/officeart/2008/layout/LinedList"/>
    <dgm:cxn modelId="{B19753FF-BD3B-4501-8852-2733CC4B9A30}" type="presParOf" srcId="{714EA5F0-002F-4C78-8B36-2D9CAC093DAB}" destId="{3DFD2DD4-F803-43AA-8A23-32C7EBEA8258}" srcOrd="1" destOrd="0" presId="urn:microsoft.com/office/officeart/2008/layout/LinedList"/>
    <dgm:cxn modelId="{BF1E852D-4BAB-4665-8656-0C8F440631E2}" type="presParOf" srcId="{714EA5F0-002F-4C78-8B36-2D9CAC093DAB}" destId="{77156F81-134A-4B29-B1E4-4C16887119C3}" srcOrd="2" destOrd="0" presId="urn:microsoft.com/office/officeart/2008/layout/LinedList"/>
    <dgm:cxn modelId="{CD406B87-A82B-4D04-8504-608A749CE934}" type="presParOf" srcId="{D677042E-51EC-4976-83A0-7786BD505205}" destId="{864B551A-A025-4092-8565-14725E56036A}" srcOrd="2" destOrd="0" presId="urn:microsoft.com/office/officeart/2008/layout/LinedList"/>
    <dgm:cxn modelId="{1B35AE32-4263-4934-8D97-EFE469429075}" type="presParOf" srcId="{D677042E-51EC-4976-83A0-7786BD505205}" destId="{C38E549B-D38B-4A02-ACCA-595CFD660CFB}" srcOrd="3" destOrd="0" presId="urn:microsoft.com/office/officeart/2008/layout/LinedList"/>
    <dgm:cxn modelId="{97B5F13F-089C-4745-A6BC-CCD6FBE78A89}" type="presParOf" srcId="{D677042E-51EC-4976-83A0-7786BD505205}" destId="{51BDD9C9-B6A0-4DEC-81D8-E18F5FA435FB}" srcOrd="4" destOrd="0" presId="urn:microsoft.com/office/officeart/2008/layout/LinedList"/>
    <dgm:cxn modelId="{4D197DE9-7CA9-4042-8C8E-56D1638EBC56}" type="presParOf" srcId="{51BDD9C9-B6A0-4DEC-81D8-E18F5FA435FB}" destId="{5666B867-7DA8-4336-A7AB-D16072B4E225}" srcOrd="0" destOrd="0" presId="urn:microsoft.com/office/officeart/2008/layout/LinedList"/>
    <dgm:cxn modelId="{C83EF1EA-E16F-4047-9E3C-98FA688FC81F}" type="presParOf" srcId="{51BDD9C9-B6A0-4DEC-81D8-E18F5FA435FB}" destId="{12C37D3C-5242-471E-AA7C-F12F31BB502B}" srcOrd="1" destOrd="0" presId="urn:microsoft.com/office/officeart/2008/layout/LinedList"/>
    <dgm:cxn modelId="{1648EBB4-ECED-4A4D-820A-26193BEE8A04}" type="presParOf" srcId="{51BDD9C9-B6A0-4DEC-81D8-E18F5FA435FB}" destId="{3D2105EE-CCD7-4A00-8B8D-90854371350F}" srcOrd="2" destOrd="0" presId="urn:microsoft.com/office/officeart/2008/layout/LinedList"/>
    <dgm:cxn modelId="{50685D95-CE6D-409D-9D68-91483D309D31}" type="presParOf" srcId="{D677042E-51EC-4976-83A0-7786BD505205}" destId="{1EDCB114-CF4D-4D99-B716-BE8F10909237}" srcOrd="5" destOrd="0" presId="urn:microsoft.com/office/officeart/2008/layout/LinedList"/>
    <dgm:cxn modelId="{5CF4E53F-56AC-48D6-A0AB-E4BD9DAA0847}" type="presParOf" srcId="{D677042E-51EC-4976-83A0-7786BD505205}" destId="{E053CECF-48BC-481A-99E2-64C3FED5A207}" srcOrd="6" destOrd="0" presId="urn:microsoft.com/office/officeart/2008/layout/LinedList"/>
    <dgm:cxn modelId="{3D4D101B-2449-40EB-AD51-1AC9AF47AF51}" type="presParOf" srcId="{D677042E-51EC-4976-83A0-7786BD505205}" destId="{3D1F79E7-C77D-4042-B836-5700073208C3}" srcOrd="7" destOrd="0" presId="urn:microsoft.com/office/officeart/2008/layout/LinedList"/>
    <dgm:cxn modelId="{47B3D7A2-7C4B-4A55-BBEA-5D9531FB248E}" type="presParOf" srcId="{3D1F79E7-C77D-4042-B836-5700073208C3}" destId="{7EAB5E35-EA3B-4967-B78E-8F095C2475E0}" srcOrd="0" destOrd="0" presId="urn:microsoft.com/office/officeart/2008/layout/LinedList"/>
    <dgm:cxn modelId="{BBD59831-1EDB-4BEA-8FB6-150EE9F43269}" type="presParOf" srcId="{3D1F79E7-C77D-4042-B836-5700073208C3}" destId="{EDD88601-588D-430D-9989-83BB5F80E34C}" srcOrd="1" destOrd="0" presId="urn:microsoft.com/office/officeart/2008/layout/LinedList"/>
    <dgm:cxn modelId="{DD489A91-7C28-4639-A5F3-862FCB9053B3}" type="presParOf" srcId="{3D1F79E7-C77D-4042-B836-5700073208C3}" destId="{FDB2DB74-4551-4679-8E7D-8ED304B60D90}" srcOrd="2" destOrd="0" presId="urn:microsoft.com/office/officeart/2008/layout/LinedList"/>
    <dgm:cxn modelId="{E515CD49-2493-4824-8C64-52147E4E9000}" type="presParOf" srcId="{D677042E-51EC-4976-83A0-7786BD505205}" destId="{2EC37A1F-64DC-4134-9F14-C92F147131FA}" srcOrd="8" destOrd="0" presId="urn:microsoft.com/office/officeart/2008/layout/LinedList"/>
    <dgm:cxn modelId="{5742693B-6281-452C-8257-09D24C50E8C1}" type="presParOf" srcId="{D677042E-51EC-4976-83A0-7786BD505205}" destId="{B68E0DA6-BBAE-4A11-A252-57CE689FD52F}" srcOrd="9" destOrd="0" presId="urn:microsoft.com/office/officeart/2008/layout/LinedList"/>
    <dgm:cxn modelId="{CF956AE6-A21A-45C4-A868-DED45BCCA186}" type="presParOf" srcId="{D677042E-51EC-4976-83A0-7786BD505205}" destId="{5D0FB97D-17D3-4105-9F25-A6AA54EB9F7B}" srcOrd="10" destOrd="0" presId="urn:microsoft.com/office/officeart/2008/layout/LinedList"/>
    <dgm:cxn modelId="{D7013DE6-0903-44C3-A34E-B99169F9425E}" type="presParOf" srcId="{5D0FB97D-17D3-4105-9F25-A6AA54EB9F7B}" destId="{7D1A0A5C-5F9F-42B7-A6AA-D3C7BCA2A3C3}" srcOrd="0" destOrd="0" presId="urn:microsoft.com/office/officeart/2008/layout/LinedList"/>
    <dgm:cxn modelId="{63A354B0-7846-47E9-A454-EC3B348166BB}" type="presParOf" srcId="{5D0FB97D-17D3-4105-9F25-A6AA54EB9F7B}" destId="{13B23A8C-8284-4AFF-97DE-70BABEA3CC5F}" srcOrd="1" destOrd="0" presId="urn:microsoft.com/office/officeart/2008/layout/LinedList"/>
    <dgm:cxn modelId="{0AA2C7DA-9AE1-4E0C-8499-2F47739E8E42}" type="presParOf" srcId="{5D0FB97D-17D3-4105-9F25-A6AA54EB9F7B}" destId="{19B5D745-866E-498B-875F-52422BC6DA6F}" srcOrd="2" destOrd="0" presId="urn:microsoft.com/office/officeart/2008/layout/LinedList"/>
    <dgm:cxn modelId="{5F40B063-DF25-4B3A-9CF3-407349732731}" type="presParOf" srcId="{D677042E-51EC-4976-83A0-7786BD505205}" destId="{46EA025D-4478-423E-81D8-692189C51821}" srcOrd="11" destOrd="0" presId="urn:microsoft.com/office/officeart/2008/layout/LinedList"/>
    <dgm:cxn modelId="{3B3E4F8E-9125-43A6-9DE0-FE7737B50E92}" type="presParOf" srcId="{D677042E-51EC-4976-83A0-7786BD505205}" destId="{73ABE18A-DE68-425B-8F5C-8D35AD065FD8}" srcOrd="12" destOrd="0" presId="urn:microsoft.com/office/officeart/2008/layout/LinedList"/>
    <dgm:cxn modelId="{80D304C8-E8E1-401C-9BC2-54F30D29BA06}" type="presParOf" srcId="{D677042E-51EC-4976-83A0-7786BD505205}" destId="{6FC00E75-147E-442B-98B5-03449767ADA0}" srcOrd="13" destOrd="0" presId="urn:microsoft.com/office/officeart/2008/layout/LinedList"/>
    <dgm:cxn modelId="{98875C45-8E35-4757-983A-6C7A7E89DCE3}" type="presParOf" srcId="{6FC00E75-147E-442B-98B5-03449767ADA0}" destId="{C8D53184-2257-4157-A05B-8FF3128DC11E}" srcOrd="0" destOrd="0" presId="urn:microsoft.com/office/officeart/2008/layout/LinedList"/>
    <dgm:cxn modelId="{5D879C82-E905-446C-B7E5-52AF51539301}" type="presParOf" srcId="{6FC00E75-147E-442B-98B5-03449767ADA0}" destId="{34D31ECE-8A99-43EF-AE68-7980281656C7}" srcOrd="1" destOrd="0" presId="urn:microsoft.com/office/officeart/2008/layout/LinedList"/>
    <dgm:cxn modelId="{B000E7E3-D7C1-4A21-BAB3-04C079AEE59B}" type="presParOf" srcId="{6FC00E75-147E-442B-98B5-03449767ADA0}" destId="{BC7297C0-FB20-43F6-8A5E-A5C396FC5340}" srcOrd="2" destOrd="0" presId="urn:microsoft.com/office/officeart/2008/layout/LinedList"/>
    <dgm:cxn modelId="{3AEB593E-8666-4364-8127-7A4D8CC644E6}" type="presParOf" srcId="{D677042E-51EC-4976-83A0-7786BD505205}" destId="{F9CA0F4C-434E-48A2-814D-C6F684FF7C19}" srcOrd="14" destOrd="0" presId="urn:microsoft.com/office/officeart/2008/layout/LinedList"/>
    <dgm:cxn modelId="{955C6C53-B04C-4ADD-A565-EB1AC275B669}" type="presParOf" srcId="{D677042E-51EC-4976-83A0-7786BD505205}" destId="{456C2C0F-46B0-43C3-A6F2-FCFBEA38816E}" srcOrd="15" destOrd="0" presId="urn:microsoft.com/office/officeart/2008/layout/LinedList"/>
    <dgm:cxn modelId="{2C6AC925-609D-48E0-A8DB-C6700F4F6AF8}" type="presParOf" srcId="{D677042E-51EC-4976-83A0-7786BD505205}" destId="{128D9D06-2EB9-4595-9013-CB970AC96FFF}" srcOrd="16" destOrd="0" presId="urn:microsoft.com/office/officeart/2008/layout/LinedList"/>
    <dgm:cxn modelId="{CE70720F-A142-4A50-B253-E96EAC3AFB24}" type="presParOf" srcId="{128D9D06-2EB9-4595-9013-CB970AC96FFF}" destId="{83C6FFC7-82E7-4EF8-8AD2-E3AA84E40CF1}" srcOrd="0" destOrd="0" presId="urn:microsoft.com/office/officeart/2008/layout/LinedList"/>
    <dgm:cxn modelId="{87D64E14-51A4-47D7-84FC-9D9423BE2467}" type="presParOf" srcId="{128D9D06-2EB9-4595-9013-CB970AC96FFF}" destId="{B36F0A8D-49A2-46F5-B11D-D5B8409BB900}" srcOrd="1" destOrd="0" presId="urn:microsoft.com/office/officeart/2008/layout/LinedList"/>
    <dgm:cxn modelId="{10E63446-CC14-4556-8F95-8BC354792B15}" type="presParOf" srcId="{128D9D06-2EB9-4595-9013-CB970AC96FFF}" destId="{E655EECA-1890-4321-8AC6-D0F0B0520AD0}" srcOrd="2" destOrd="0" presId="urn:microsoft.com/office/officeart/2008/layout/LinedList"/>
    <dgm:cxn modelId="{A340A6B8-E7E3-4D8C-BA44-A6ED1096D778}" type="presParOf" srcId="{D677042E-51EC-4976-83A0-7786BD505205}" destId="{DBE58385-C852-4025-BD27-3DFE1C34A3F7}" srcOrd="17" destOrd="0" presId="urn:microsoft.com/office/officeart/2008/layout/LinedList"/>
    <dgm:cxn modelId="{03CC47F0-E0F4-4E38-B0C2-DA1A9B24F361}" type="presParOf" srcId="{D677042E-51EC-4976-83A0-7786BD505205}" destId="{14270FB0-E2A6-4C13-9100-057363A2B3D4}" srcOrd="18" destOrd="0" presId="urn:microsoft.com/office/officeart/2008/layout/LinedList"/>
    <dgm:cxn modelId="{006E2108-5FD4-43BB-A68E-41FF3E4F357A}" type="presParOf" srcId="{D677042E-51EC-4976-83A0-7786BD505205}" destId="{A853B631-F335-4E71-84EF-6219BBA893D9}" srcOrd="19" destOrd="0" presId="urn:microsoft.com/office/officeart/2008/layout/LinedList"/>
    <dgm:cxn modelId="{035977CC-9290-459A-8931-631F1835304F}" type="presParOf" srcId="{A853B631-F335-4E71-84EF-6219BBA893D9}" destId="{8880F4C9-B2B4-4B74-ADF6-2351F2605FBB}" srcOrd="0" destOrd="0" presId="urn:microsoft.com/office/officeart/2008/layout/LinedList"/>
    <dgm:cxn modelId="{76702005-B34A-48B9-9D90-8F87513CFC87}" type="presParOf" srcId="{A853B631-F335-4E71-84EF-6219BBA893D9}" destId="{ED7039C7-F12E-4FF5-9E5E-5B5365510246}" srcOrd="1" destOrd="0" presId="urn:microsoft.com/office/officeart/2008/layout/LinedList"/>
    <dgm:cxn modelId="{3F3D24EB-8290-498E-84F8-6A4CADD3268D}" type="presParOf" srcId="{A853B631-F335-4E71-84EF-6219BBA893D9}" destId="{0B6F072B-9CC9-49B3-B319-C0CAC10CEB71}" srcOrd="2" destOrd="0" presId="urn:microsoft.com/office/officeart/2008/layout/LinedList"/>
    <dgm:cxn modelId="{FC5F7278-C63B-4538-9610-596D7F997F60}" type="presParOf" srcId="{D677042E-51EC-4976-83A0-7786BD505205}" destId="{40105115-08B0-4784-B2B4-0C9FDFC90BBD}" srcOrd="20" destOrd="0" presId="urn:microsoft.com/office/officeart/2008/layout/LinedList"/>
    <dgm:cxn modelId="{643EBDE0-9C2C-47CD-8626-F21B00143B32}" type="presParOf" srcId="{D677042E-51EC-4976-83A0-7786BD505205}" destId="{C5B77B3D-03E0-410B-9E0D-BE1E0A128B56}" srcOrd="2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1E69010-2191-469F-97D4-62BE4E705EE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s-CR"/>
        </a:p>
      </dgm:t>
    </dgm:pt>
    <dgm:pt modelId="{9D828297-CE31-429A-B32B-C8C18753BD78}">
      <dgm:prSet phldrT="[Texto]"/>
      <dgm:spPr/>
      <dgm:t>
        <a:bodyPr/>
        <a:lstStyle/>
        <a:p>
          <a:r>
            <a:rPr lang="es-CR" b="1"/>
            <a:t>Plan de pruebas</a:t>
          </a:r>
        </a:p>
      </dgm:t>
    </dgm:pt>
    <dgm:pt modelId="{BBC39BF2-3EB7-4ECA-884F-0378002DA269}" type="parTrans" cxnId="{D9C099FE-95D5-4DA9-B063-2FFE24784A8E}">
      <dgm:prSet/>
      <dgm:spPr/>
      <dgm:t>
        <a:bodyPr/>
        <a:lstStyle/>
        <a:p>
          <a:endParaRPr lang="es-CR"/>
        </a:p>
      </dgm:t>
    </dgm:pt>
    <dgm:pt modelId="{11A5633B-455E-4FB6-82C1-686A8556DB17}" type="sibTrans" cxnId="{D9C099FE-95D5-4DA9-B063-2FFE24784A8E}">
      <dgm:prSet/>
      <dgm:spPr/>
      <dgm:t>
        <a:bodyPr/>
        <a:lstStyle/>
        <a:p>
          <a:endParaRPr lang="es-CR"/>
        </a:p>
      </dgm:t>
    </dgm:pt>
    <dgm:pt modelId="{968FB0D7-265F-483E-8410-D0154FC9FEEE}">
      <dgm:prSet phldrT="[Texto]"/>
      <dgm:spPr/>
      <dgm:t>
        <a:bodyPr/>
        <a:lstStyle/>
        <a:p>
          <a:r>
            <a:rPr lang="es-CR" dirty="0"/>
            <a:t>El plan de pruebas es un documento que describe el alcance, enfoque, recursos y planificación de las actividades de prueba.
Mediante la creación y uso de planes de pruebas se va a definir:
La </a:t>
          </a:r>
          <a:r>
            <a:rPr lang="es-CR" b="1" dirty="0"/>
            <a:t>forma</a:t>
          </a:r>
          <a:r>
            <a:rPr lang="es-CR" dirty="0"/>
            <a:t> en la que las pruebas se van a realizar
El </a:t>
          </a:r>
          <a:r>
            <a:rPr lang="es-CR" b="1" dirty="0"/>
            <a:t>nivel de cobertura </a:t>
          </a:r>
          <a:r>
            <a:rPr lang="es-CR" dirty="0"/>
            <a:t>del ciclo de pruebas a ejecutar
Diferentes </a:t>
          </a:r>
          <a:r>
            <a:rPr lang="es-CR" b="1" dirty="0"/>
            <a:t>estrategias</a:t>
          </a:r>
          <a:r>
            <a:rPr lang="es-CR" dirty="0"/>
            <a:t> a seguir según el estado en el que se encuentre el producto a probar</a:t>
          </a:r>
        </a:p>
      </dgm:t>
    </dgm:pt>
    <dgm:pt modelId="{19807397-4CC1-4A3D-8100-8E87D778DD7D}" type="parTrans" cxnId="{79D06585-3A01-4DC5-BFDD-04F708356F17}">
      <dgm:prSet/>
      <dgm:spPr/>
      <dgm:t>
        <a:bodyPr/>
        <a:lstStyle/>
        <a:p>
          <a:endParaRPr lang="es-CR"/>
        </a:p>
      </dgm:t>
    </dgm:pt>
    <dgm:pt modelId="{14B4819A-0541-4E63-AD04-5C66A6DE4CBF}" type="sibTrans" cxnId="{79D06585-3A01-4DC5-BFDD-04F708356F17}">
      <dgm:prSet/>
      <dgm:spPr/>
      <dgm:t>
        <a:bodyPr/>
        <a:lstStyle/>
        <a:p>
          <a:endParaRPr lang="es-CR"/>
        </a:p>
      </dgm:t>
    </dgm:pt>
    <dgm:pt modelId="{EE1D2932-EEA3-4CCC-AFB0-7636DE8F240C}">
      <dgm:prSet phldrT="[Texto]"/>
      <dgm:spPr/>
      <dgm:t>
        <a:bodyPr/>
        <a:lstStyle/>
        <a:p>
          <a:r>
            <a:rPr lang="es-CR" b="1"/>
            <a:t>Informe de pruebas</a:t>
          </a:r>
        </a:p>
      </dgm:t>
    </dgm:pt>
    <dgm:pt modelId="{16B6C864-5462-4646-BF20-446DBA6B4E10}" type="parTrans" cxnId="{D3B17E55-C1C6-4F15-8346-9C626A906410}">
      <dgm:prSet/>
      <dgm:spPr/>
      <dgm:t>
        <a:bodyPr/>
        <a:lstStyle/>
        <a:p>
          <a:endParaRPr lang="es-CR"/>
        </a:p>
      </dgm:t>
    </dgm:pt>
    <dgm:pt modelId="{CB872886-ADAB-4D20-A2BD-8648AFC4737C}" type="sibTrans" cxnId="{D3B17E55-C1C6-4F15-8346-9C626A906410}">
      <dgm:prSet/>
      <dgm:spPr/>
      <dgm:t>
        <a:bodyPr/>
        <a:lstStyle/>
        <a:p>
          <a:endParaRPr lang="es-CR"/>
        </a:p>
      </dgm:t>
    </dgm:pt>
    <dgm:pt modelId="{81267E6A-B482-4204-8B48-7435E1B88BFD}">
      <dgm:prSet phldrT="[Texto]"/>
      <dgm:spPr/>
      <dgm:t>
        <a:bodyPr/>
        <a:lstStyle/>
        <a:p>
          <a:r>
            <a:rPr lang="es-CR"/>
            <a:t>Son documentos que recogen información del tipo: objetivo y alcance de las pruebas, resultados obtenidos durante la realización de pruebas, evaluaciones de los elementos de pruebas respecto a sus correspondientes criterios de salida, resultado final de las pruebas</a:t>
          </a:r>
        </a:p>
      </dgm:t>
    </dgm:pt>
    <dgm:pt modelId="{723A8F21-D919-42DF-80B5-2FEE2EB8C67D}" type="parTrans" cxnId="{D8EDCC2A-15DC-4C45-A2AF-FADEF4310180}">
      <dgm:prSet/>
      <dgm:spPr/>
      <dgm:t>
        <a:bodyPr/>
        <a:lstStyle/>
        <a:p>
          <a:endParaRPr lang="es-CR"/>
        </a:p>
      </dgm:t>
    </dgm:pt>
    <dgm:pt modelId="{9B62349E-89B6-482E-BB57-F4D0D497BE93}" type="sibTrans" cxnId="{D8EDCC2A-15DC-4C45-A2AF-FADEF4310180}">
      <dgm:prSet/>
      <dgm:spPr/>
      <dgm:t>
        <a:bodyPr/>
        <a:lstStyle/>
        <a:p>
          <a:endParaRPr lang="es-CR"/>
        </a:p>
      </dgm:t>
    </dgm:pt>
    <dgm:pt modelId="{6939CF0B-4DCD-4DAF-AF1B-4C888E2AB75F}" type="pres">
      <dgm:prSet presAssocID="{11E69010-2191-469F-97D4-62BE4E705EEE}" presName="linear" presStyleCnt="0">
        <dgm:presLayoutVars>
          <dgm:animLvl val="lvl"/>
          <dgm:resizeHandles val="exact"/>
        </dgm:presLayoutVars>
      </dgm:prSet>
      <dgm:spPr/>
    </dgm:pt>
    <dgm:pt modelId="{6CF8AB17-D428-4544-8E05-AC45058E1038}" type="pres">
      <dgm:prSet presAssocID="{9D828297-CE31-429A-B32B-C8C18753BD78}" presName="parentText" presStyleLbl="node1" presStyleIdx="0" presStyleCnt="2">
        <dgm:presLayoutVars>
          <dgm:chMax val="0"/>
          <dgm:bulletEnabled val="1"/>
        </dgm:presLayoutVars>
      </dgm:prSet>
      <dgm:spPr/>
    </dgm:pt>
    <dgm:pt modelId="{D9FBE6D9-910C-47F0-878F-159DEB3C9ACE}" type="pres">
      <dgm:prSet presAssocID="{9D828297-CE31-429A-B32B-C8C18753BD78}" presName="childText" presStyleLbl="revTx" presStyleIdx="0" presStyleCnt="2">
        <dgm:presLayoutVars>
          <dgm:bulletEnabled val="1"/>
        </dgm:presLayoutVars>
      </dgm:prSet>
      <dgm:spPr/>
    </dgm:pt>
    <dgm:pt modelId="{B9A8C52C-8EE4-4EF4-AF7D-72DD49A9AE0B}" type="pres">
      <dgm:prSet presAssocID="{EE1D2932-EEA3-4CCC-AFB0-7636DE8F240C}" presName="parentText" presStyleLbl="node1" presStyleIdx="1" presStyleCnt="2">
        <dgm:presLayoutVars>
          <dgm:chMax val="0"/>
          <dgm:bulletEnabled val="1"/>
        </dgm:presLayoutVars>
      </dgm:prSet>
      <dgm:spPr/>
    </dgm:pt>
    <dgm:pt modelId="{AC203A08-1DF9-462E-B298-711E66C308A3}" type="pres">
      <dgm:prSet presAssocID="{EE1D2932-EEA3-4CCC-AFB0-7636DE8F240C}" presName="childText" presStyleLbl="revTx" presStyleIdx="1" presStyleCnt="2">
        <dgm:presLayoutVars>
          <dgm:bulletEnabled val="1"/>
        </dgm:presLayoutVars>
      </dgm:prSet>
      <dgm:spPr/>
    </dgm:pt>
  </dgm:ptLst>
  <dgm:cxnLst>
    <dgm:cxn modelId="{1FCC9E20-6C47-457E-A232-7DAC54DCC2B9}" type="presOf" srcId="{EE1D2932-EEA3-4CCC-AFB0-7636DE8F240C}" destId="{B9A8C52C-8EE4-4EF4-AF7D-72DD49A9AE0B}" srcOrd="0" destOrd="0" presId="urn:microsoft.com/office/officeart/2005/8/layout/vList2"/>
    <dgm:cxn modelId="{D8EDCC2A-15DC-4C45-A2AF-FADEF4310180}" srcId="{EE1D2932-EEA3-4CCC-AFB0-7636DE8F240C}" destId="{81267E6A-B482-4204-8B48-7435E1B88BFD}" srcOrd="0" destOrd="0" parTransId="{723A8F21-D919-42DF-80B5-2FEE2EB8C67D}" sibTransId="{9B62349E-89B6-482E-BB57-F4D0D497BE93}"/>
    <dgm:cxn modelId="{07CCDD42-A576-4F2D-A326-09F4B5EFDAAC}" type="presOf" srcId="{968FB0D7-265F-483E-8410-D0154FC9FEEE}" destId="{D9FBE6D9-910C-47F0-878F-159DEB3C9ACE}" srcOrd="0" destOrd="0" presId="urn:microsoft.com/office/officeart/2005/8/layout/vList2"/>
    <dgm:cxn modelId="{D3B17E55-C1C6-4F15-8346-9C626A906410}" srcId="{11E69010-2191-469F-97D4-62BE4E705EEE}" destId="{EE1D2932-EEA3-4CCC-AFB0-7636DE8F240C}" srcOrd="1" destOrd="0" parTransId="{16B6C864-5462-4646-BF20-446DBA6B4E10}" sibTransId="{CB872886-ADAB-4D20-A2BD-8648AFC4737C}"/>
    <dgm:cxn modelId="{79D06585-3A01-4DC5-BFDD-04F708356F17}" srcId="{9D828297-CE31-429A-B32B-C8C18753BD78}" destId="{968FB0D7-265F-483E-8410-D0154FC9FEEE}" srcOrd="0" destOrd="0" parTransId="{19807397-4CC1-4A3D-8100-8E87D778DD7D}" sibTransId="{14B4819A-0541-4E63-AD04-5C66A6DE4CBF}"/>
    <dgm:cxn modelId="{E8DA7D89-42D7-4FF0-B1C9-9BBA17D968A9}" type="presOf" srcId="{9D828297-CE31-429A-B32B-C8C18753BD78}" destId="{6CF8AB17-D428-4544-8E05-AC45058E1038}" srcOrd="0" destOrd="0" presId="urn:microsoft.com/office/officeart/2005/8/layout/vList2"/>
    <dgm:cxn modelId="{46601695-F367-44BD-B341-C6594B0585ED}" type="presOf" srcId="{81267E6A-B482-4204-8B48-7435E1B88BFD}" destId="{AC203A08-1DF9-462E-B298-711E66C308A3}" srcOrd="0" destOrd="0" presId="urn:microsoft.com/office/officeart/2005/8/layout/vList2"/>
    <dgm:cxn modelId="{E76B8AA7-65C3-41B8-979B-5874AF0E7948}" type="presOf" srcId="{11E69010-2191-469F-97D4-62BE4E705EEE}" destId="{6939CF0B-4DCD-4DAF-AF1B-4C888E2AB75F}" srcOrd="0" destOrd="0" presId="urn:microsoft.com/office/officeart/2005/8/layout/vList2"/>
    <dgm:cxn modelId="{D9C099FE-95D5-4DA9-B063-2FFE24784A8E}" srcId="{11E69010-2191-469F-97D4-62BE4E705EEE}" destId="{9D828297-CE31-429A-B32B-C8C18753BD78}" srcOrd="0" destOrd="0" parTransId="{BBC39BF2-3EB7-4ECA-884F-0378002DA269}" sibTransId="{11A5633B-455E-4FB6-82C1-686A8556DB17}"/>
    <dgm:cxn modelId="{C4B69553-ADF2-44FC-80C0-685B3C650876}" type="presParOf" srcId="{6939CF0B-4DCD-4DAF-AF1B-4C888E2AB75F}" destId="{6CF8AB17-D428-4544-8E05-AC45058E1038}" srcOrd="0" destOrd="0" presId="urn:microsoft.com/office/officeart/2005/8/layout/vList2"/>
    <dgm:cxn modelId="{3E9C9338-92A4-4C4A-9A57-F83303E2322C}" type="presParOf" srcId="{6939CF0B-4DCD-4DAF-AF1B-4C888E2AB75F}" destId="{D9FBE6D9-910C-47F0-878F-159DEB3C9ACE}" srcOrd="1" destOrd="0" presId="urn:microsoft.com/office/officeart/2005/8/layout/vList2"/>
    <dgm:cxn modelId="{2F21C83D-18E6-4AF0-94E0-7FA977083883}" type="presParOf" srcId="{6939CF0B-4DCD-4DAF-AF1B-4C888E2AB75F}" destId="{B9A8C52C-8EE4-4EF4-AF7D-72DD49A9AE0B}" srcOrd="2" destOrd="0" presId="urn:microsoft.com/office/officeart/2005/8/layout/vList2"/>
    <dgm:cxn modelId="{92F1B417-7B72-4909-9545-D7EB931EFEA7}" type="presParOf" srcId="{6939CF0B-4DCD-4DAF-AF1B-4C888E2AB75F}" destId="{AC203A08-1DF9-462E-B298-711E66C308A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17F6AC6-70B6-4803-A854-FDA1C6FC37DA}" type="doc">
      <dgm:prSet loTypeId="urn:microsoft.com/office/officeart/2018/2/layout/IconLabelDescriptionList" loCatId="icon" qsTypeId="urn:microsoft.com/office/officeart/2005/8/quickstyle/simple1" qsCatId="simple" csTypeId="urn:microsoft.com/office/officeart/2005/8/colors/colorful1" csCatId="colorful" phldr="1"/>
      <dgm:spPr/>
      <dgm:t>
        <a:bodyPr/>
        <a:lstStyle/>
        <a:p>
          <a:endParaRPr lang="es-CR"/>
        </a:p>
      </dgm:t>
    </dgm:pt>
    <dgm:pt modelId="{671A35B6-7FA7-496C-91BE-D2AB96F9435F}">
      <dgm:prSet phldrT="[Texto]" custT="1"/>
      <dgm:spPr/>
      <dgm:t>
        <a:bodyPr/>
        <a:lstStyle/>
        <a:p>
          <a:pPr>
            <a:lnSpc>
              <a:spcPct val="100000"/>
            </a:lnSpc>
            <a:defRPr b="1"/>
          </a:pPr>
          <a:r>
            <a:rPr lang="es-CR" sz="2800"/>
            <a:t>Equipo</a:t>
          </a:r>
        </a:p>
      </dgm:t>
    </dgm:pt>
    <dgm:pt modelId="{01E01FE6-04B7-451A-9BEE-2B3BA73F7E2A}" type="parTrans" cxnId="{83E75421-C553-452F-A6DE-D3A628D9A7CA}">
      <dgm:prSet/>
      <dgm:spPr/>
      <dgm:t>
        <a:bodyPr/>
        <a:lstStyle/>
        <a:p>
          <a:endParaRPr lang="es-CR" sz="2000"/>
        </a:p>
      </dgm:t>
    </dgm:pt>
    <dgm:pt modelId="{6F4CE18F-4B7B-455D-9A08-551213212881}" type="sibTrans" cxnId="{83E75421-C553-452F-A6DE-D3A628D9A7CA}">
      <dgm:prSet/>
      <dgm:spPr/>
      <dgm:t>
        <a:bodyPr/>
        <a:lstStyle/>
        <a:p>
          <a:endParaRPr lang="es-CR" sz="2000"/>
        </a:p>
      </dgm:t>
    </dgm:pt>
    <dgm:pt modelId="{D63F8FE8-CBA6-4ACB-AC0E-2574928E3FA6}">
      <dgm:prSet phldrT="[Texto]" custT="1"/>
      <dgm:spPr/>
      <dgm:t>
        <a:bodyPr/>
        <a:lstStyle/>
        <a:p>
          <a:pPr>
            <a:lnSpc>
              <a:spcPct val="100000"/>
            </a:lnSpc>
          </a:pPr>
          <a:r>
            <a:rPr lang="es-CR" sz="1800" dirty="0"/>
            <a:t>Los ingenieros de pruebas, técnicos de pruebas y el responsable de las pruebas, los cuales tienen habilidades, experiencia y trabajan para diseñar, implementar, y usar componentes de pruebas.</a:t>
          </a:r>
        </a:p>
      </dgm:t>
    </dgm:pt>
    <dgm:pt modelId="{35C69A7E-F551-4AF7-95E4-AF4B371A238E}" type="parTrans" cxnId="{D804549A-D125-4BFF-BAD0-8FB775C5E1E9}">
      <dgm:prSet/>
      <dgm:spPr/>
      <dgm:t>
        <a:bodyPr/>
        <a:lstStyle/>
        <a:p>
          <a:endParaRPr lang="es-CR" sz="2000"/>
        </a:p>
      </dgm:t>
    </dgm:pt>
    <dgm:pt modelId="{1BF31A33-FA94-48C7-947D-7D5CC87EDB54}" type="sibTrans" cxnId="{D804549A-D125-4BFF-BAD0-8FB775C5E1E9}">
      <dgm:prSet/>
      <dgm:spPr/>
      <dgm:t>
        <a:bodyPr/>
        <a:lstStyle/>
        <a:p>
          <a:endParaRPr lang="es-CR" sz="2000"/>
        </a:p>
      </dgm:t>
    </dgm:pt>
    <dgm:pt modelId="{FFB3A53B-24DD-4E58-A28B-12298DF05DDB}">
      <dgm:prSet phldrT="[Texto]" custT="1"/>
      <dgm:spPr/>
      <dgm:t>
        <a:bodyPr/>
        <a:lstStyle/>
        <a:p>
          <a:pPr>
            <a:lnSpc>
              <a:spcPct val="100000"/>
            </a:lnSpc>
            <a:defRPr b="1"/>
          </a:pPr>
          <a:r>
            <a:rPr lang="es-CR" sz="2800"/>
            <a:t>Procesos</a:t>
          </a:r>
        </a:p>
      </dgm:t>
    </dgm:pt>
    <dgm:pt modelId="{BC45B110-3A43-411D-9A22-81230593A356}" type="parTrans" cxnId="{A9DE14AD-30E7-4D62-8FCB-458979B4B0D3}">
      <dgm:prSet/>
      <dgm:spPr/>
      <dgm:t>
        <a:bodyPr/>
        <a:lstStyle/>
        <a:p>
          <a:endParaRPr lang="es-CR" sz="2000"/>
        </a:p>
      </dgm:t>
    </dgm:pt>
    <dgm:pt modelId="{A41CCE5A-FADB-4B18-A589-7930E668C294}" type="sibTrans" cxnId="{A9DE14AD-30E7-4D62-8FCB-458979B4B0D3}">
      <dgm:prSet/>
      <dgm:spPr/>
      <dgm:t>
        <a:bodyPr/>
        <a:lstStyle/>
        <a:p>
          <a:endParaRPr lang="es-CR" sz="2000"/>
        </a:p>
      </dgm:t>
    </dgm:pt>
    <dgm:pt modelId="{B4B00419-5E5A-4BEF-AD11-72ADA1675F09}">
      <dgm:prSet phldrT="[Texto]" custT="1"/>
      <dgm:spPr/>
      <dgm:t>
        <a:bodyPr/>
        <a:lstStyle/>
        <a:p>
          <a:pPr>
            <a:lnSpc>
              <a:spcPct val="100000"/>
            </a:lnSpc>
            <a:defRPr b="1"/>
          </a:pPr>
          <a:r>
            <a:rPr lang="es-CR" sz="2800"/>
            <a:t>Entorno</a:t>
          </a:r>
        </a:p>
      </dgm:t>
    </dgm:pt>
    <dgm:pt modelId="{2FA77BBC-779D-4641-93D9-C562F6E031F5}" type="parTrans" cxnId="{1B75F693-6E17-4B06-96F0-55620504801B}">
      <dgm:prSet/>
      <dgm:spPr/>
      <dgm:t>
        <a:bodyPr/>
        <a:lstStyle/>
        <a:p>
          <a:endParaRPr lang="es-CR" sz="2000"/>
        </a:p>
      </dgm:t>
    </dgm:pt>
    <dgm:pt modelId="{5BA241B8-7DA3-45BB-9193-3D730F274361}" type="sibTrans" cxnId="{1B75F693-6E17-4B06-96F0-55620504801B}">
      <dgm:prSet/>
      <dgm:spPr/>
      <dgm:t>
        <a:bodyPr/>
        <a:lstStyle/>
        <a:p>
          <a:endParaRPr lang="es-CR" sz="2000"/>
        </a:p>
      </dgm:t>
    </dgm:pt>
    <dgm:pt modelId="{F7F6511F-E871-4E22-986B-BBFF2C0AA514}">
      <dgm:prSet phldrT="[Texto]" custT="1"/>
      <dgm:spPr/>
      <dgm:t>
        <a:bodyPr/>
        <a:lstStyle/>
        <a:p>
          <a:pPr>
            <a:lnSpc>
              <a:spcPct val="100000"/>
            </a:lnSpc>
          </a:pPr>
          <a:r>
            <a:rPr lang="es-CR" sz="1800"/>
            <a:t>Casos de prueba, datos de prueba, herramientas de pruebas, y otro material de desarrollo.</a:t>
          </a:r>
        </a:p>
      </dgm:t>
    </dgm:pt>
    <dgm:pt modelId="{AB756066-5C3E-4F39-B49A-C252D9B1D37F}" type="parTrans" cxnId="{36F80EE8-156B-4364-8086-271254E818D6}">
      <dgm:prSet/>
      <dgm:spPr/>
      <dgm:t>
        <a:bodyPr/>
        <a:lstStyle/>
        <a:p>
          <a:endParaRPr lang="es-CR" sz="2000"/>
        </a:p>
      </dgm:t>
    </dgm:pt>
    <dgm:pt modelId="{C8A3BDCE-70B1-4441-AD1B-DE125025063B}" type="sibTrans" cxnId="{36F80EE8-156B-4364-8086-271254E818D6}">
      <dgm:prSet/>
      <dgm:spPr/>
      <dgm:t>
        <a:bodyPr/>
        <a:lstStyle/>
        <a:p>
          <a:endParaRPr lang="es-CR" sz="2000"/>
        </a:p>
      </dgm:t>
    </dgm:pt>
    <dgm:pt modelId="{F7C47D21-E99F-441F-8333-07EB8CF85491}">
      <dgm:prSet phldrT="[Texto]" custT="1"/>
      <dgm:spPr/>
      <dgm:t>
        <a:bodyPr/>
        <a:lstStyle/>
        <a:p>
          <a:pPr>
            <a:lnSpc>
              <a:spcPct val="100000"/>
            </a:lnSpc>
            <a:defRPr b="1"/>
          </a:pPr>
          <a:r>
            <a:rPr lang="es-CR" sz="2800"/>
            <a:t>Recursos</a:t>
          </a:r>
        </a:p>
      </dgm:t>
    </dgm:pt>
    <dgm:pt modelId="{2D44716F-9060-4785-93F1-8E51C854AC7D}" type="parTrans" cxnId="{FB693E2A-6309-427B-82FA-3B35BB08008B}">
      <dgm:prSet/>
      <dgm:spPr/>
      <dgm:t>
        <a:bodyPr/>
        <a:lstStyle/>
        <a:p>
          <a:endParaRPr lang="es-CR" sz="2000"/>
        </a:p>
      </dgm:t>
    </dgm:pt>
    <dgm:pt modelId="{33A95BFC-1F0F-4FF6-9BF2-5B9FB4B60164}" type="sibTrans" cxnId="{FB693E2A-6309-427B-82FA-3B35BB08008B}">
      <dgm:prSet/>
      <dgm:spPr/>
      <dgm:t>
        <a:bodyPr/>
        <a:lstStyle/>
        <a:p>
          <a:endParaRPr lang="es-CR" sz="2000"/>
        </a:p>
      </dgm:t>
    </dgm:pt>
    <dgm:pt modelId="{42B82971-4F88-4B90-B2FE-D6BA97556B7A}">
      <dgm:prSet phldrT="[Texto]" custT="1"/>
      <dgm:spPr/>
      <dgm:t>
        <a:bodyPr/>
        <a:lstStyle/>
        <a:p>
          <a:pPr>
            <a:lnSpc>
              <a:spcPct val="100000"/>
            </a:lnSpc>
          </a:pPr>
          <a:r>
            <a:rPr lang="es-CR" sz="1800"/>
            <a:t>Condiciones informales, formales, no documentadas y documentadas en las que se realiza el trabajo de pruebas.</a:t>
          </a:r>
        </a:p>
      </dgm:t>
    </dgm:pt>
    <dgm:pt modelId="{6EC0C6F6-3D0F-4D71-8AE6-84AEFFD840E7}" type="parTrans" cxnId="{4060A851-0E84-445D-BA4D-F56BCF034D86}">
      <dgm:prSet/>
      <dgm:spPr/>
      <dgm:t>
        <a:bodyPr/>
        <a:lstStyle/>
        <a:p>
          <a:endParaRPr lang="es-CR" sz="2000"/>
        </a:p>
      </dgm:t>
    </dgm:pt>
    <dgm:pt modelId="{92502FC3-0453-4EB4-AB49-F6D798A84E7C}" type="sibTrans" cxnId="{4060A851-0E84-445D-BA4D-F56BCF034D86}">
      <dgm:prSet/>
      <dgm:spPr/>
      <dgm:t>
        <a:bodyPr/>
        <a:lstStyle/>
        <a:p>
          <a:endParaRPr lang="es-CR" sz="2000"/>
        </a:p>
      </dgm:t>
    </dgm:pt>
    <dgm:pt modelId="{42FE3C6B-6F08-433E-8B3D-23B92D656532}">
      <dgm:prSet phldrT="[Texto]" custT="1"/>
      <dgm:spPr/>
      <dgm:t>
        <a:bodyPr/>
        <a:lstStyle/>
        <a:p>
          <a:pPr>
            <a:lnSpc>
              <a:spcPct val="100000"/>
            </a:lnSpc>
          </a:pPr>
          <a:r>
            <a:rPr lang="es-CR" sz="1800"/>
            <a:t>Hardware, software, infraestructura de redes, oficina y laboratorio, y otros elementos que formen el lugar de trabajo.</a:t>
          </a:r>
        </a:p>
      </dgm:t>
    </dgm:pt>
    <dgm:pt modelId="{B3A464AA-6359-4219-99EE-F9530FC64C1E}" type="parTrans" cxnId="{06BF7E7D-D0A0-4453-92C0-DCD648637B2E}">
      <dgm:prSet/>
      <dgm:spPr/>
      <dgm:t>
        <a:bodyPr/>
        <a:lstStyle/>
        <a:p>
          <a:endParaRPr lang="es-CR" sz="2000"/>
        </a:p>
      </dgm:t>
    </dgm:pt>
    <dgm:pt modelId="{F4658024-9ACB-4359-B6CF-4E4108120871}" type="sibTrans" cxnId="{06BF7E7D-D0A0-4453-92C0-DCD648637B2E}">
      <dgm:prSet/>
      <dgm:spPr/>
      <dgm:t>
        <a:bodyPr/>
        <a:lstStyle/>
        <a:p>
          <a:endParaRPr lang="es-CR" sz="2000"/>
        </a:p>
      </dgm:t>
    </dgm:pt>
    <dgm:pt modelId="{154A2943-80FB-4A07-80AF-42B693FECF88}" type="pres">
      <dgm:prSet presAssocID="{417F6AC6-70B6-4803-A854-FDA1C6FC37DA}" presName="root" presStyleCnt="0">
        <dgm:presLayoutVars>
          <dgm:dir/>
          <dgm:resizeHandles val="exact"/>
        </dgm:presLayoutVars>
      </dgm:prSet>
      <dgm:spPr/>
    </dgm:pt>
    <dgm:pt modelId="{EA7FD391-FDD4-479D-8492-4BD552557B5E}" type="pres">
      <dgm:prSet presAssocID="{671A35B6-7FA7-496C-91BE-D2AB96F9435F}" presName="compNode" presStyleCnt="0"/>
      <dgm:spPr/>
    </dgm:pt>
    <dgm:pt modelId="{F79F6EC3-E0CB-4C76-91E3-D12D3FB37D8E}" type="pres">
      <dgm:prSet presAssocID="{671A35B6-7FA7-496C-91BE-D2AB96F9435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icroscopio"/>
        </a:ext>
      </dgm:extLst>
    </dgm:pt>
    <dgm:pt modelId="{2F320C27-0A59-4573-BEEC-40816F2E0022}" type="pres">
      <dgm:prSet presAssocID="{671A35B6-7FA7-496C-91BE-D2AB96F9435F}" presName="iconSpace" presStyleCnt="0"/>
      <dgm:spPr/>
    </dgm:pt>
    <dgm:pt modelId="{64C17D30-7375-4CA3-BA06-9C9B92096B78}" type="pres">
      <dgm:prSet presAssocID="{671A35B6-7FA7-496C-91BE-D2AB96F9435F}" presName="parTx" presStyleLbl="revTx" presStyleIdx="0" presStyleCnt="8">
        <dgm:presLayoutVars>
          <dgm:chMax val="0"/>
          <dgm:chPref val="0"/>
        </dgm:presLayoutVars>
      </dgm:prSet>
      <dgm:spPr/>
    </dgm:pt>
    <dgm:pt modelId="{153CB9BB-8D61-4A91-8660-FDEE55938FC8}" type="pres">
      <dgm:prSet presAssocID="{671A35B6-7FA7-496C-91BE-D2AB96F9435F}" presName="txSpace" presStyleCnt="0"/>
      <dgm:spPr/>
    </dgm:pt>
    <dgm:pt modelId="{8D723626-FE8B-4773-9658-5C26D1DBE37C}" type="pres">
      <dgm:prSet presAssocID="{671A35B6-7FA7-496C-91BE-D2AB96F9435F}" presName="desTx" presStyleLbl="revTx" presStyleIdx="1" presStyleCnt="8">
        <dgm:presLayoutVars/>
      </dgm:prSet>
      <dgm:spPr/>
    </dgm:pt>
    <dgm:pt modelId="{2708803D-2F78-42A0-9C4E-C978A7B8BFF8}" type="pres">
      <dgm:prSet presAssocID="{6F4CE18F-4B7B-455D-9A08-551213212881}" presName="sibTrans" presStyleCnt="0"/>
      <dgm:spPr/>
    </dgm:pt>
    <dgm:pt modelId="{C004B223-4A70-4A70-80ED-1A430D8D3C63}" type="pres">
      <dgm:prSet presAssocID="{F7C47D21-E99F-441F-8333-07EB8CF85491}" presName="compNode" presStyleCnt="0"/>
      <dgm:spPr/>
    </dgm:pt>
    <dgm:pt modelId="{FA7EDD27-DEFB-4235-9CC0-DC5E13366F28}" type="pres">
      <dgm:prSet presAssocID="{F7C47D21-E99F-441F-8333-07EB8CF85491}" presName="iconRect" presStyleLbl="node1" presStyleIdx="1" presStyleCnt="4" custScaleX="114734" custScaleY="11454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Mejora continua con relleno sólido"/>
        </a:ext>
      </dgm:extLst>
    </dgm:pt>
    <dgm:pt modelId="{13DC3FDC-C000-406C-B6EE-998600719425}" type="pres">
      <dgm:prSet presAssocID="{F7C47D21-E99F-441F-8333-07EB8CF85491}" presName="iconSpace" presStyleCnt="0"/>
      <dgm:spPr/>
    </dgm:pt>
    <dgm:pt modelId="{4E10F1B7-1B1C-43F7-9840-67D502ACB405}" type="pres">
      <dgm:prSet presAssocID="{F7C47D21-E99F-441F-8333-07EB8CF85491}" presName="parTx" presStyleLbl="revTx" presStyleIdx="2" presStyleCnt="8">
        <dgm:presLayoutVars>
          <dgm:chMax val="0"/>
          <dgm:chPref val="0"/>
        </dgm:presLayoutVars>
      </dgm:prSet>
      <dgm:spPr/>
    </dgm:pt>
    <dgm:pt modelId="{661C6442-0B70-4086-8CC0-08C465820248}" type="pres">
      <dgm:prSet presAssocID="{F7C47D21-E99F-441F-8333-07EB8CF85491}" presName="txSpace" presStyleCnt="0"/>
      <dgm:spPr/>
    </dgm:pt>
    <dgm:pt modelId="{137A3447-ADB6-4281-A5D7-06A27A0624DD}" type="pres">
      <dgm:prSet presAssocID="{F7C47D21-E99F-441F-8333-07EB8CF85491}" presName="desTx" presStyleLbl="revTx" presStyleIdx="3" presStyleCnt="8">
        <dgm:presLayoutVars/>
      </dgm:prSet>
      <dgm:spPr/>
    </dgm:pt>
    <dgm:pt modelId="{D0DFE71D-85E7-4F41-9810-73A7D4233387}" type="pres">
      <dgm:prSet presAssocID="{33A95BFC-1F0F-4FF6-9BF2-5B9FB4B60164}" presName="sibTrans" presStyleCnt="0"/>
      <dgm:spPr/>
    </dgm:pt>
    <dgm:pt modelId="{6C37136A-785D-4115-8B54-F29C2D29AEAF}" type="pres">
      <dgm:prSet presAssocID="{FFB3A53B-24DD-4E58-A28B-12298DF05DDB}" presName="compNode" presStyleCnt="0"/>
      <dgm:spPr/>
    </dgm:pt>
    <dgm:pt modelId="{ABECAB0A-2BE9-40B5-9547-FE50473F472A}" type="pres">
      <dgm:prSet presAssocID="{FFB3A53B-24DD-4E58-A28B-12298DF05DD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Ordenador"/>
        </a:ext>
      </dgm:extLst>
    </dgm:pt>
    <dgm:pt modelId="{14FB44EE-05D0-479E-9315-B8B813B8F9CA}" type="pres">
      <dgm:prSet presAssocID="{FFB3A53B-24DD-4E58-A28B-12298DF05DDB}" presName="iconSpace" presStyleCnt="0"/>
      <dgm:spPr/>
    </dgm:pt>
    <dgm:pt modelId="{EF9BFDCF-5EA2-43FD-908C-6A4B1B524123}" type="pres">
      <dgm:prSet presAssocID="{FFB3A53B-24DD-4E58-A28B-12298DF05DDB}" presName="parTx" presStyleLbl="revTx" presStyleIdx="4" presStyleCnt="8">
        <dgm:presLayoutVars>
          <dgm:chMax val="0"/>
          <dgm:chPref val="0"/>
        </dgm:presLayoutVars>
      </dgm:prSet>
      <dgm:spPr/>
    </dgm:pt>
    <dgm:pt modelId="{7007B132-FFF9-4313-AA06-5159A4D939A6}" type="pres">
      <dgm:prSet presAssocID="{FFB3A53B-24DD-4E58-A28B-12298DF05DDB}" presName="txSpace" presStyleCnt="0"/>
      <dgm:spPr/>
    </dgm:pt>
    <dgm:pt modelId="{697AA922-C69F-4C91-A0EE-4FC406914286}" type="pres">
      <dgm:prSet presAssocID="{FFB3A53B-24DD-4E58-A28B-12298DF05DDB}" presName="desTx" presStyleLbl="revTx" presStyleIdx="5" presStyleCnt="8">
        <dgm:presLayoutVars/>
      </dgm:prSet>
      <dgm:spPr/>
    </dgm:pt>
    <dgm:pt modelId="{B1243CA9-4104-4E9E-B1B0-6D813F031E20}" type="pres">
      <dgm:prSet presAssocID="{A41CCE5A-FADB-4B18-A589-7930E668C294}" presName="sibTrans" presStyleCnt="0"/>
      <dgm:spPr/>
    </dgm:pt>
    <dgm:pt modelId="{29317730-18DC-4558-AF72-2CD6B1DE6899}" type="pres">
      <dgm:prSet presAssocID="{B4B00419-5E5A-4BEF-AD11-72ADA1675F09}" presName="compNode" presStyleCnt="0"/>
      <dgm:spPr/>
    </dgm:pt>
    <dgm:pt modelId="{5BD26F8D-0411-4715-B258-2555C5A654BE}" type="pres">
      <dgm:prSet presAssocID="{B4B00419-5E5A-4BEF-AD11-72ADA1675F0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st tubes"/>
        </a:ext>
      </dgm:extLst>
    </dgm:pt>
    <dgm:pt modelId="{23AB67AB-86C9-4EDF-BD8B-B5CF82E6753E}" type="pres">
      <dgm:prSet presAssocID="{B4B00419-5E5A-4BEF-AD11-72ADA1675F09}" presName="iconSpace" presStyleCnt="0"/>
      <dgm:spPr/>
    </dgm:pt>
    <dgm:pt modelId="{9021D539-043F-4101-A770-41C93A377D8C}" type="pres">
      <dgm:prSet presAssocID="{B4B00419-5E5A-4BEF-AD11-72ADA1675F09}" presName="parTx" presStyleLbl="revTx" presStyleIdx="6" presStyleCnt="8">
        <dgm:presLayoutVars>
          <dgm:chMax val="0"/>
          <dgm:chPref val="0"/>
        </dgm:presLayoutVars>
      </dgm:prSet>
      <dgm:spPr/>
    </dgm:pt>
    <dgm:pt modelId="{473BA8CD-C0EF-49AA-830E-2E1CD7A5046E}" type="pres">
      <dgm:prSet presAssocID="{B4B00419-5E5A-4BEF-AD11-72ADA1675F09}" presName="txSpace" presStyleCnt="0"/>
      <dgm:spPr/>
    </dgm:pt>
    <dgm:pt modelId="{809776A4-E968-4A70-93A3-EF02B9DAFE0B}" type="pres">
      <dgm:prSet presAssocID="{B4B00419-5E5A-4BEF-AD11-72ADA1675F09}" presName="desTx" presStyleLbl="revTx" presStyleIdx="7" presStyleCnt="8">
        <dgm:presLayoutVars/>
      </dgm:prSet>
      <dgm:spPr/>
    </dgm:pt>
  </dgm:ptLst>
  <dgm:cxnLst>
    <dgm:cxn modelId="{10125C04-9FCF-4CFC-B3DD-700BB6CDCFE4}" type="presOf" srcId="{42B82971-4F88-4B90-B2FE-D6BA97556B7A}" destId="{697AA922-C69F-4C91-A0EE-4FC406914286}" srcOrd="0" destOrd="0" presId="urn:microsoft.com/office/officeart/2018/2/layout/IconLabelDescriptionList"/>
    <dgm:cxn modelId="{9DDB6F0C-F3B1-4366-9FAA-90DA33210160}" type="presOf" srcId="{F7F6511F-E871-4E22-986B-BBFF2C0AA514}" destId="{137A3447-ADB6-4281-A5D7-06A27A0624DD}" srcOrd="0" destOrd="0" presId="urn:microsoft.com/office/officeart/2018/2/layout/IconLabelDescriptionList"/>
    <dgm:cxn modelId="{84E18D1E-4EBF-4DD6-991D-35EA342451E5}" type="presOf" srcId="{F7C47D21-E99F-441F-8333-07EB8CF85491}" destId="{4E10F1B7-1B1C-43F7-9840-67D502ACB405}" srcOrd="0" destOrd="0" presId="urn:microsoft.com/office/officeart/2018/2/layout/IconLabelDescriptionList"/>
    <dgm:cxn modelId="{83E75421-C553-452F-A6DE-D3A628D9A7CA}" srcId="{417F6AC6-70B6-4803-A854-FDA1C6FC37DA}" destId="{671A35B6-7FA7-496C-91BE-D2AB96F9435F}" srcOrd="0" destOrd="0" parTransId="{01E01FE6-04B7-451A-9BEE-2B3BA73F7E2A}" sibTransId="{6F4CE18F-4B7B-455D-9A08-551213212881}"/>
    <dgm:cxn modelId="{FB693E2A-6309-427B-82FA-3B35BB08008B}" srcId="{417F6AC6-70B6-4803-A854-FDA1C6FC37DA}" destId="{F7C47D21-E99F-441F-8333-07EB8CF85491}" srcOrd="1" destOrd="0" parTransId="{2D44716F-9060-4785-93F1-8E51C854AC7D}" sibTransId="{33A95BFC-1F0F-4FF6-9BF2-5B9FB4B60164}"/>
    <dgm:cxn modelId="{90E2AC2D-53AC-4D15-A317-FCF4C89EFC73}" type="presOf" srcId="{417F6AC6-70B6-4803-A854-FDA1C6FC37DA}" destId="{154A2943-80FB-4A07-80AF-42B693FECF88}" srcOrd="0" destOrd="0" presId="urn:microsoft.com/office/officeart/2018/2/layout/IconLabelDescriptionList"/>
    <dgm:cxn modelId="{7A17D437-F727-4587-94D2-FC7C7B3175AB}" type="presOf" srcId="{FFB3A53B-24DD-4E58-A28B-12298DF05DDB}" destId="{EF9BFDCF-5EA2-43FD-908C-6A4B1B524123}" srcOrd="0" destOrd="0" presId="urn:microsoft.com/office/officeart/2018/2/layout/IconLabelDescriptionList"/>
    <dgm:cxn modelId="{4060A851-0E84-445D-BA4D-F56BCF034D86}" srcId="{FFB3A53B-24DD-4E58-A28B-12298DF05DDB}" destId="{42B82971-4F88-4B90-B2FE-D6BA97556B7A}" srcOrd="0" destOrd="0" parTransId="{6EC0C6F6-3D0F-4D71-8AE6-84AEFFD840E7}" sibTransId="{92502FC3-0453-4EB4-AB49-F6D798A84E7C}"/>
    <dgm:cxn modelId="{F08CDC77-7231-4A93-B51C-01B03319BA01}" type="presOf" srcId="{671A35B6-7FA7-496C-91BE-D2AB96F9435F}" destId="{64C17D30-7375-4CA3-BA06-9C9B92096B78}" srcOrd="0" destOrd="0" presId="urn:microsoft.com/office/officeart/2018/2/layout/IconLabelDescriptionList"/>
    <dgm:cxn modelId="{06BF7E7D-D0A0-4453-92C0-DCD648637B2E}" srcId="{B4B00419-5E5A-4BEF-AD11-72ADA1675F09}" destId="{42FE3C6B-6F08-433E-8B3D-23B92D656532}" srcOrd="0" destOrd="0" parTransId="{B3A464AA-6359-4219-99EE-F9530FC64C1E}" sibTransId="{F4658024-9ACB-4359-B6CF-4E4108120871}"/>
    <dgm:cxn modelId="{DBFADD86-005B-47E0-A183-DF2893F25341}" type="presOf" srcId="{D63F8FE8-CBA6-4ACB-AC0E-2574928E3FA6}" destId="{8D723626-FE8B-4773-9658-5C26D1DBE37C}" srcOrd="0" destOrd="0" presId="urn:microsoft.com/office/officeart/2018/2/layout/IconLabelDescriptionList"/>
    <dgm:cxn modelId="{1B75F693-6E17-4B06-96F0-55620504801B}" srcId="{417F6AC6-70B6-4803-A854-FDA1C6FC37DA}" destId="{B4B00419-5E5A-4BEF-AD11-72ADA1675F09}" srcOrd="3" destOrd="0" parTransId="{2FA77BBC-779D-4641-93D9-C562F6E031F5}" sibTransId="{5BA241B8-7DA3-45BB-9193-3D730F274361}"/>
    <dgm:cxn modelId="{D804549A-D125-4BFF-BAD0-8FB775C5E1E9}" srcId="{671A35B6-7FA7-496C-91BE-D2AB96F9435F}" destId="{D63F8FE8-CBA6-4ACB-AC0E-2574928E3FA6}" srcOrd="0" destOrd="0" parTransId="{35C69A7E-F551-4AF7-95E4-AF4B371A238E}" sibTransId="{1BF31A33-FA94-48C7-947D-7D5CC87EDB54}"/>
    <dgm:cxn modelId="{A9DE14AD-30E7-4D62-8FCB-458979B4B0D3}" srcId="{417F6AC6-70B6-4803-A854-FDA1C6FC37DA}" destId="{FFB3A53B-24DD-4E58-A28B-12298DF05DDB}" srcOrd="2" destOrd="0" parTransId="{BC45B110-3A43-411D-9A22-81230593A356}" sibTransId="{A41CCE5A-FADB-4B18-A589-7930E668C294}"/>
    <dgm:cxn modelId="{6FD6F2AE-3701-407B-B8C4-D1D4A2F898B2}" type="presOf" srcId="{42FE3C6B-6F08-433E-8B3D-23B92D656532}" destId="{809776A4-E968-4A70-93A3-EF02B9DAFE0B}" srcOrd="0" destOrd="0" presId="urn:microsoft.com/office/officeart/2018/2/layout/IconLabelDescriptionList"/>
    <dgm:cxn modelId="{4DFEA4B0-B44A-4FD0-BAFA-F31D6378AE65}" type="presOf" srcId="{B4B00419-5E5A-4BEF-AD11-72ADA1675F09}" destId="{9021D539-043F-4101-A770-41C93A377D8C}" srcOrd="0" destOrd="0" presId="urn:microsoft.com/office/officeart/2018/2/layout/IconLabelDescriptionList"/>
    <dgm:cxn modelId="{36F80EE8-156B-4364-8086-271254E818D6}" srcId="{F7C47D21-E99F-441F-8333-07EB8CF85491}" destId="{F7F6511F-E871-4E22-986B-BBFF2C0AA514}" srcOrd="0" destOrd="0" parTransId="{AB756066-5C3E-4F39-B49A-C252D9B1D37F}" sibTransId="{C8A3BDCE-70B1-4441-AD1B-DE125025063B}"/>
    <dgm:cxn modelId="{500D6D4D-1EB5-475F-A065-F10994C5BA52}" type="presParOf" srcId="{154A2943-80FB-4A07-80AF-42B693FECF88}" destId="{EA7FD391-FDD4-479D-8492-4BD552557B5E}" srcOrd="0" destOrd="0" presId="urn:microsoft.com/office/officeart/2018/2/layout/IconLabelDescriptionList"/>
    <dgm:cxn modelId="{247810DD-FD7E-4ACE-A180-7F1919A389D0}" type="presParOf" srcId="{EA7FD391-FDD4-479D-8492-4BD552557B5E}" destId="{F79F6EC3-E0CB-4C76-91E3-D12D3FB37D8E}" srcOrd="0" destOrd="0" presId="urn:microsoft.com/office/officeart/2018/2/layout/IconLabelDescriptionList"/>
    <dgm:cxn modelId="{295D7CE5-2ED4-4D0B-BFE5-5AE0D9F682D7}" type="presParOf" srcId="{EA7FD391-FDD4-479D-8492-4BD552557B5E}" destId="{2F320C27-0A59-4573-BEEC-40816F2E0022}" srcOrd="1" destOrd="0" presId="urn:microsoft.com/office/officeart/2018/2/layout/IconLabelDescriptionList"/>
    <dgm:cxn modelId="{1AD5E093-1692-4321-A1AC-D23F93E9CDD4}" type="presParOf" srcId="{EA7FD391-FDD4-479D-8492-4BD552557B5E}" destId="{64C17D30-7375-4CA3-BA06-9C9B92096B78}" srcOrd="2" destOrd="0" presId="urn:microsoft.com/office/officeart/2018/2/layout/IconLabelDescriptionList"/>
    <dgm:cxn modelId="{5734C2B6-5C09-4153-AE4A-42EDF6F150B7}" type="presParOf" srcId="{EA7FD391-FDD4-479D-8492-4BD552557B5E}" destId="{153CB9BB-8D61-4A91-8660-FDEE55938FC8}" srcOrd="3" destOrd="0" presId="urn:microsoft.com/office/officeart/2018/2/layout/IconLabelDescriptionList"/>
    <dgm:cxn modelId="{2F78A27B-CC09-40A1-A92F-ABFEE274FAB9}" type="presParOf" srcId="{EA7FD391-FDD4-479D-8492-4BD552557B5E}" destId="{8D723626-FE8B-4773-9658-5C26D1DBE37C}" srcOrd="4" destOrd="0" presId="urn:microsoft.com/office/officeart/2018/2/layout/IconLabelDescriptionList"/>
    <dgm:cxn modelId="{F93D3672-0892-4F42-B78E-3E36905FDF28}" type="presParOf" srcId="{154A2943-80FB-4A07-80AF-42B693FECF88}" destId="{2708803D-2F78-42A0-9C4E-C978A7B8BFF8}" srcOrd="1" destOrd="0" presId="urn:microsoft.com/office/officeart/2018/2/layout/IconLabelDescriptionList"/>
    <dgm:cxn modelId="{71D5BB35-69E6-4FFA-8087-93DEA219BE0D}" type="presParOf" srcId="{154A2943-80FB-4A07-80AF-42B693FECF88}" destId="{C004B223-4A70-4A70-80ED-1A430D8D3C63}" srcOrd="2" destOrd="0" presId="urn:microsoft.com/office/officeart/2018/2/layout/IconLabelDescriptionList"/>
    <dgm:cxn modelId="{2AEE20D9-E5FA-4F5D-A6ED-CF94B03E8E2E}" type="presParOf" srcId="{C004B223-4A70-4A70-80ED-1A430D8D3C63}" destId="{FA7EDD27-DEFB-4235-9CC0-DC5E13366F28}" srcOrd="0" destOrd="0" presId="urn:microsoft.com/office/officeart/2018/2/layout/IconLabelDescriptionList"/>
    <dgm:cxn modelId="{06A4445C-06FA-4731-A396-106F21B55B3C}" type="presParOf" srcId="{C004B223-4A70-4A70-80ED-1A430D8D3C63}" destId="{13DC3FDC-C000-406C-B6EE-998600719425}" srcOrd="1" destOrd="0" presId="urn:microsoft.com/office/officeart/2018/2/layout/IconLabelDescriptionList"/>
    <dgm:cxn modelId="{38F62DB0-2F64-479C-861D-0E868A99F7F3}" type="presParOf" srcId="{C004B223-4A70-4A70-80ED-1A430D8D3C63}" destId="{4E10F1B7-1B1C-43F7-9840-67D502ACB405}" srcOrd="2" destOrd="0" presId="urn:microsoft.com/office/officeart/2018/2/layout/IconLabelDescriptionList"/>
    <dgm:cxn modelId="{79A9064D-8A58-4F31-A41B-9D04A680C3D5}" type="presParOf" srcId="{C004B223-4A70-4A70-80ED-1A430D8D3C63}" destId="{661C6442-0B70-4086-8CC0-08C465820248}" srcOrd="3" destOrd="0" presId="urn:microsoft.com/office/officeart/2018/2/layout/IconLabelDescriptionList"/>
    <dgm:cxn modelId="{14CC4AD0-A060-4830-8E96-30DB4E03A69F}" type="presParOf" srcId="{C004B223-4A70-4A70-80ED-1A430D8D3C63}" destId="{137A3447-ADB6-4281-A5D7-06A27A0624DD}" srcOrd="4" destOrd="0" presId="urn:microsoft.com/office/officeart/2018/2/layout/IconLabelDescriptionList"/>
    <dgm:cxn modelId="{8AC18564-C5A0-47EE-BBF6-78DADDBCD0D7}" type="presParOf" srcId="{154A2943-80FB-4A07-80AF-42B693FECF88}" destId="{D0DFE71D-85E7-4F41-9810-73A7D4233387}" srcOrd="3" destOrd="0" presId="urn:microsoft.com/office/officeart/2018/2/layout/IconLabelDescriptionList"/>
    <dgm:cxn modelId="{3578F646-D4E7-463D-BFFE-51DA32F31844}" type="presParOf" srcId="{154A2943-80FB-4A07-80AF-42B693FECF88}" destId="{6C37136A-785D-4115-8B54-F29C2D29AEAF}" srcOrd="4" destOrd="0" presId="urn:microsoft.com/office/officeart/2018/2/layout/IconLabelDescriptionList"/>
    <dgm:cxn modelId="{E681E62E-19D7-468B-B9F9-18D9B574D749}" type="presParOf" srcId="{6C37136A-785D-4115-8B54-F29C2D29AEAF}" destId="{ABECAB0A-2BE9-40B5-9547-FE50473F472A}" srcOrd="0" destOrd="0" presId="urn:microsoft.com/office/officeart/2018/2/layout/IconLabelDescriptionList"/>
    <dgm:cxn modelId="{D0891DF6-4819-43AF-9D41-E3BAA7340CCC}" type="presParOf" srcId="{6C37136A-785D-4115-8B54-F29C2D29AEAF}" destId="{14FB44EE-05D0-479E-9315-B8B813B8F9CA}" srcOrd="1" destOrd="0" presId="urn:microsoft.com/office/officeart/2018/2/layout/IconLabelDescriptionList"/>
    <dgm:cxn modelId="{6DC2990C-4661-4861-B9B7-07BDA96586C8}" type="presParOf" srcId="{6C37136A-785D-4115-8B54-F29C2D29AEAF}" destId="{EF9BFDCF-5EA2-43FD-908C-6A4B1B524123}" srcOrd="2" destOrd="0" presId="urn:microsoft.com/office/officeart/2018/2/layout/IconLabelDescriptionList"/>
    <dgm:cxn modelId="{EAE54B87-836C-49CC-93E0-C90641CAC1BC}" type="presParOf" srcId="{6C37136A-785D-4115-8B54-F29C2D29AEAF}" destId="{7007B132-FFF9-4313-AA06-5159A4D939A6}" srcOrd="3" destOrd="0" presId="urn:microsoft.com/office/officeart/2018/2/layout/IconLabelDescriptionList"/>
    <dgm:cxn modelId="{41AB8E11-AED1-4BBF-97A5-495E061C87DB}" type="presParOf" srcId="{6C37136A-785D-4115-8B54-F29C2D29AEAF}" destId="{697AA922-C69F-4C91-A0EE-4FC406914286}" srcOrd="4" destOrd="0" presId="urn:microsoft.com/office/officeart/2018/2/layout/IconLabelDescriptionList"/>
    <dgm:cxn modelId="{44D3DB2F-1463-47B2-AB27-5AF73B7DFB08}" type="presParOf" srcId="{154A2943-80FB-4A07-80AF-42B693FECF88}" destId="{B1243CA9-4104-4E9E-B1B0-6D813F031E20}" srcOrd="5" destOrd="0" presId="urn:microsoft.com/office/officeart/2018/2/layout/IconLabelDescriptionList"/>
    <dgm:cxn modelId="{771183A2-6C8F-4FD1-BE34-605ABD5DDFA4}" type="presParOf" srcId="{154A2943-80FB-4A07-80AF-42B693FECF88}" destId="{29317730-18DC-4558-AF72-2CD6B1DE6899}" srcOrd="6" destOrd="0" presId="urn:microsoft.com/office/officeart/2018/2/layout/IconLabelDescriptionList"/>
    <dgm:cxn modelId="{13C1B2B9-14E2-4817-8B30-F341B303C0FA}" type="presParOf" srcId="{29317730-18DC-4558-AF72-2CD6B1DE6899}" destId="{5BD26F8D-0411-4715-B258-2555C5A654BE}" srcOrd="0" destOrd="0" presId="urn:microsoft.com/office/officeart/2018/2/layout/IconLabelDescriptionList"/>
    <dgm:cxn modelId="{9E1F8578-D580-46A7-8266-0015D0D40F0E}" type="presParOf" srcId="{29317730-18DC-4558-AF72-2CD6B1DE6899}" destId="{23AB67AB-86C9-4EDF-BD8B-B5CF82E6753E}" srcOrd="1" destOrd="0" presId="urn:microsoft.com/office/officeart/2018/2/layout/IconLabelDescriptionList"/>
    <dgm:cxn modelId="{DDA6C439-141C-4383-AA33-9C87A99B7BB6}" type="presParOf" srcId="{29317730-18DC-4558-AF72-2CD6B1DE6899}" destId="{9021D539-043F-4101-A770-41C93A377D8C}" srcOrd="2" destOrd="0" presId="urn:microsoft.com/office/officeart/2018/2/layout/IconLabelDescriptionList"/>
    <dgm:cxn modelId="{B84FBF82-465F-42E9-9D7D-C039E2EF4B06}" type="presParOf" srcId="{29317730-18DC-4558-AF72-2CD6B1DE6899}" destId="{473BA8CD-C0EF-49AA-830E-2E1CD7A5046E}" srcOrd="3" destOrd="0" presId="urn:microsoft.com/office/officeart/2018/2/layout/IconLabelDescriptionList"/>
    <dgm:cxn modelId="{213999F3-0406-493E-BB48-F12A4BF93C55}" type="presParOf" srcId="{29317730-18DC-4558-AF72-2CD6B1DE6899}" destId="{809776A4-E968-4A70-93A3-EF02B9DAFE0B}"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1648F9-3C0F-4F72-8F41-E95E2F856B7F}"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s-CR"/>
        </a:p>
      </dgm:t>
    </dgm:pt>
    <dgm:pt modelId="{E4DA8569-F65A-4F22-B1BA-E7701644E971}">
      <dgm:prSet phldrT="[Texto]" custT="1"/>
      <dgm:spPr/>
      <dgm:t>
        <a:bodyPr/>
        <a:lstStyle/>
        <a:p>
          <a:r>
            <a:rPr lang="es-CR" sz="1800" b="1"/>
            <a:t>Funcional</a:t>
          </a:r>
        </a:p>
      </dgm:t>
    </dgm:pt>
    <dgm:pt modelId="{C21F76EA-4870-4764-A4FF-7D6CB7A725F4}" type="parTrans" cxnId="{1590D2F7-B99F-4644-9FF7-5BCA494D22B7}">
      <dgm:prSet/>
      <dgm:spPr/>
      <dgm:t>
        <a:bodyPr/>
        <a:lstStyle/>
        <a:p>
          <a:endParaRPr lang="es-CR" sz="3200"/>
        </a:p>
      </dgm:t>
    </dgm:pt>
    <dgm:pt modelId="{A2308EA6-1383-4A4F-81A7-7B1DAF1D0367}" type="sibTrans" cxnId="{1590D2F7-B99F-4644-9FF7-5BCA494D22B7}">
      <dgm:prSet/>
      <dgm:spPr/>
      <dgm:t>
        <a:bodyPr/>
        <a:lstStyle/>
        <a:p>
          <a:endParaRPr lang="es-CR" sz="2400"/>
        </a:p>
      </dgm:t>
    </dgm:pt>
    <dgm:pt modelId="{CAA57B37-B733-4709-91CD-0BEDC8E20633}">
      <dgm:prSet phldrT="[Texto]" custT="1"/>
      <dgm:spPr/>
      <dgm:t>
        <a:bodyPr/>
        <a:lstStyle/>
        <a:p>
          <a:r>
            <a:rPr lang="es-CR" sz="1800" b="1"/>
            <a:t>Fiable</a:t>
          </a:r>
        </a:p>
      </dgm:t>
    </dgm:pt>
    <dgm:pt modelId="{38D0FAF1-D2FF-4E76-987E-D51041839D1C}" type="parTrans" cxnId="{923332B8-0D67-45AD-8009-4AA0DDE39FD0}">
      <dgm:prSet/>
      <dgm:spPr/>
      <dgm:t>
        <a:bodyPr/>
        <a:lstStyle/>
        <a:p>
          <a:endParaRPr lang="es-CR" sz="3200"/>
        </a:p>
      </dgm:t>
    </dgm:pt>
    <dgm:pt modelId="{882E3934-24F3-4596-ACB8-334C223F8F85}" type="sibTrans" cxnId="{923332B8-0D67-45AD-8009-4AA0DDE39FD0}">
      <dgm:prSet/>
      <dgm:spPr/>
      <dgm:t>
        <a:bodyPr/>
        <a:lstStyle/>
        <a:p>
          <a:endParaRPr lang="es-CR" sz="2400"/>
        </a:p>
      </dgm:t>
    </dgm:pt>
    <dgm:pt modelId="{60F3DCBB-0819-409A-9319-7A0D2FC48D8F}">
      <dgm:prSet phldrT="[Texto]" custT="1"/>
      <dgm:spPr/>
      <dgm:t>
        <a:bodyPr/>
        <a:lstStyle/>
        <a:p>
          <a:r>
            <a:rPr lang="es-CR" sz="1800" b="1"/>
            <a:t>Robusto</a:t>
          </a:r>
        </a:p>
      </dgm:t>
    </dgm:pt>
    <dgm:pt modelId="{6DA00744-60CB-4C76-91DF-7DC009267CAE}" type="parTrans" cxnId="{FD324050-2A64-429B-926B-4AD0D21CA8F7}">
      <dgm:prSet/>
      <dgm:spPr/>
      <dgm:t>
        <a:bodyPr/>
        <a:lstStyle/>
        <a:p>
          <a:endParaRPr lang="es-CR" sz="3200"/>
        </a:p>
      </dgm:t>
    </dgm:pt>
    <dgm:pt modelId="{78A0A960-E73C-4398-86FB-5456791CADEC}" type="sibTrans" cxnId="{FD324050-2A64-429B-926B-4AD0D21CA8F7}">
      <dgm:prSet/>
      <dgm:spPr/>
      <dgm:t>
        <a:bodyPr/>
        <a:lstStyle/>
        <a:p>
          <a:endParaRPr lang="es-CR" sz="2400"/>
        </a:p>
      </dgm:t>
    </dgm:pt>
    <dgm:pt modelId="{48DDCC1D-48FA-4681-8F65-FE8F59B72B60}">
      <dgm:prSet phldrT="[Texto]" custT="1"/>
      <dgm:spPr/>
      <dgm:t>
        <a:bodyPr/>
        <a:lstStyle/>
        <a:p>
          <a:r>
            <a:rPr lang="es-CR" sz="1800"/>
            <a:t>Debería cubrir los riesgos de calidad críticos. </a:t>
          </a:r>
        </a:p>
      </dgm:t>
    </dgm:pt>
    <dgm:pt modelId="{57FE27BC-239A-4678-967B-4A5B8ACE78A7}" type="parTrans" cxnId="{9A9E7670-2F02-4E37-9EDC-068502EB7202}">
      <dgm:prSet/>
      <dgm:spPr/>
      <dgm:t>
        <a:bodyPr/>
        <a:lstStyle/>
        <a:p>
          <a:endParaRPr lang="es-CR" sz="3200"/>
        </a:p>
      </dgm:t>
    </dgm:pt>
    <dgm:pt modelId="{2DF898E6-2DAB-47CA-8E40-2E09496766D1}" type="sibTrans" cxnId="{9A9E7670-2F02-4E37-9EDC-068502EB7202}">
      <dgm:prSet/>
      <dgm:spPr/>
      <dgm:t>
        <a:bodyPr/>
        <a:lstStyle/>
        <a:p>
          <a:endParaRPr lang="es-CR" sz="2400"/>
        </a:p>
      </dgm:t>
    </dgm:pt>
    <dgm:pt modelId="{EC0504B7-C5EF-404E-8D96-DFBF331A43E8}">
      <dgm:prSet phldrT="[Texto]" custT="1"/>
      <dgm:spPr/>
      <dgm:t>
        <a:bodyPr/>
        <a:lstStyle/>
        <a:p>
          <a:r>
            <a:rPr lang="es-CR" sz="1800"/>
            <a:t>Cuando se ejecuta la misma prueba sobre el mismo sistema bajo pruebas, deberían obtenerse los mismos resultados. </a:t>
          </a:r>
        </a:p>
      </dgm:t>
    </dgm:pt>
    <dgm:pt modelId="{7FABF118-01C0-47FF-8996-77AD30A6C87C}" type="parTrans" cxnId="{6E8419F0-DBDC-423E-BBFA-8822CC22B757}">
      <dgm:prSet/>
      <dgm:spPr/>
      <dgm:t>
        <a:bodyPr/>
        <a:lstStyle/>
        <a:p>
          <a:endParaRPr lang="es-CR" sz="3200"/>
        </a:p>
      </dgm:t>
    </dgm:pt>
    <dgm:pt modelId="{ADE2F93E-34A9-4C9F-9094-BF4DDB6C283A}" type="sibTrans" cxnId="{6E8419F0-DBDC-423E-BBFA-8822CC22B757}">
      <dgm:prSet/>
      <dgm:spPr/>
      <dgm:t>
        <a:bodyPr/>
        <a:lstStyle/>
        <a:p>
          <a:endParaRPr lang="es-CR" sz="2400"/>
        </a:p>
      </dgm:t>
    </dgm:pt>
    <dgm:pt modelId="{E0EB522E-2C73-4878-8908-4BC212AD3C58}">
      <dgm:prSet phldrT="[Texto]" custT="1"/>
      <dgm:spPr/>
      <dgm:t>
        <a:bodyPr/>
        <a:lstStyle/>
        <a:p>
          <a:r>
            <a:rPr lang="es-CR" sz="1800"/>
            <a:t>Cambios pequeños y errores menores en el entorno de prueba no deberían causar mayores fallos en las pruebas. </a:t>
          </a:r>
        </a:p>
      </dgm:t>
    </dgm:pt>
    <dgm:pt modelId="{6EBA1E29-5808-41CD-BFD9-B31A62BE4CEB}" type="parTrans" cxnId="{78266382-D9B1-4EBE-9CF3-AC2C6EE46CDA}">
      <dgm:prSet/>
      <dgm:spPr/>
      <dgm:t>
        <a:bodyPr/>
        <a:lstStyle/>
        <a:p>
          <a:endParaRPr lang="es-CR" sz="3200"/>
        </a:p>
      </dgm:t>
    </dgm:pt>
    <dgm:pt modelId="{A03495D6-6550-4831-8863-4BF841EA3298}" type="sibTrans" cxnId="{78266382-D9B1-4EBE-9CF3-AC2C6EE46CDA}">
      <dgm:prSet/>
      <dgm:spPr/>
      <dgm:t>
        <a:bodyPr/>
        <a:lstStyle/>
        <a:p>
          <a:endParaRPr lang="es-CR" sz="2400"/>
        </a:p>
      </dgm:t>
    </dgm:pt>
    <dgm:pt modelId="{0DD60B83-796B-4D33-A618-97EFE10B00C2}">
      <dgm:prSet phldrT="[Texto]" custT="1"/>
      <dgm:spPr/>
      <dgm:t>
        <a:bodyPr/>
        <a:lstStyle/>
        <a:p>
          <a:r>
            <a:rPr lang="es-CR" sz="1800" b="1"/>
            <a:t>Eficiente</a:t>
          </a:r>
        </a:p>
      </dgm:t>
    </dgm:pt>
    <dgm:pt modelId="{E5A6AFCE-6385-401C-941A-F320ABE098C9}" type="parTrans" cxnId="{4107805B-EB58-4F42-8FCD-8214D0ACB05B}">
      <dgm:prSet/>
      <dgm:spPr/>
      <dgm:t>
        <a:bodyPr/>
        <a:lstStyle/>
        <a:p>
          <a:endParaRPr lang="es-CR" sz="3200"/>
        </a:p>
      </dgm:t>
    </dgm:pt>
    <dgm:pt modelId="{0F3B229A-B6B1-4B27-97D9-90CFB3C21487}" type="sibTrans" cxnId="{4107805B-EB58-4F42-8FCD-8214D0ACB05B}">
      <dgm:prSet/>
      <dgm:spPr/>
      <dgm:t>
        <a:bodyPr/>
        <a:lstStyle/>
        <a:p>
          <a:endParaRPr lang="es-CR" sz="2400"/>
        </a:p>
      </dgm:t>
    </dgm:pt>
    <dgm:pt modelId="{13456613-DE91-4EE9-9250-338C1F33D9FB}">
      <dgm:prSet phldrT="[Texto]" custT="1"/>
      <dgm:spPr/>
      <dgm:t>
        <a:bodyPr/>
        <a:lstStyle/>
        <a:p>
          <a:r>
            <a:rPr lang="es-CR" sz="1800"/>
            <a:t>La ejecución de pruebas debería ser rápida.</a:t>
          </a:r>
        </a:p>
      </dgm:t>
    </dgm:pt>
    <dgm:pt modelId="{EF94F70E-8F9F-4A22-9695-55D1FA11164A}" type="parTrans" cxnId="{BEF8281D-FD59-4DAF-804E-DED11961AF59}">
      <dgm:prSet/>
      <dgm:spPr/>
      <dgm:t>
        <a:bodyPr/>
        <a:lstStyle/>
        <a:p>
          <a:endParaRPr lang="es-CR" sz="3200"/>
        </a:p>
      </dgm:t>
    </dgm:pt>
    <dgm:pt modelId="{150B8C7E-7A6A-470C-8112-443F731964F0}" type="sibTrans" cxnId="{BEF8281D-FD59-4DAF-804E-DED11961AF59}">
      <dgm:prSet/>
      <dgm:spPr/>
      <dgm:t>
        <a:bodyPr/>
        <a:lstStyle/>
        <a:p>
          <a:endParaRPr lang="es-CR" sz="2400"/>
        </a:p>
      </dgm:t>
    </dgm:pt>
    <dgm:pt modelId="{C2D9F15E-3996-4D4C-A81F-F11710D51B05}">
      <dgm:prSet phldrT="[Texto]" custT="1"/>
      <dgm:spPr/>
      <dgm:t>
        <a:bodyPr/>
        <a:lstStyle/>
        <a:p>
          <a:r>
            <a:rPr lang="es-CR" sz="1800"/>
            <a:t>Debería permitir a los técnicos de prueba ejecutar pruebas en cualquier plataforma.</a:t>
          </a:r>
        </a:p>
      </dgm:t>
    </dgm:pt>
    <dgm:pt modelId="{D973F5E9-D4FD-4E23-B0B7-6615B676C29B}" type="parTrans" cxnId="{788BB044-3BE5-49EA-8680-8D32891608AF}">
      <dgm:prSet/>
      <dgm:spPr/>
      <dgm:t>
        <a:bodyPr/>
        <a:lstStyle/>
        <a:p>
          <a:endParaRPr lang="es-CR" sz="3200"/>
        </a:p>
      </dgm:t>
    </dgm:pt>
    <dgm:pt modelId="{72A48587-A12F-451F-B38D-1112BA83B62B}" type="sibTrans" cxnId="{788BB044-3BE5-49EA-8680-8D32891608AF}">
      <dgm:prSet/>
      <dgm:spPr/>
      <dgm:t>
        <a:bodyPr/>
        <a:lstStyle/>
        <a:p>
          <a:endParaRPr lang="es-CR" sz="2400"/>
        </a:p>
      </dgm:t>
    </dgm:pt>
    <dgm:pt modelId="{894AD9C2-8E91-43CA-800B-6EF292D8EB08}">
      <dgm:prSet phldrT="[Texto]" custT="1"/>
      <dgm:spPr/>
      <dgm:t>
        <a:bodyPr/>
        <a:lstStyle/>
        <a:p>
          <a:r>
            <a:rPr lang="es-CR" sz="1800" b="1"/>
            <a:t>Portable</a:t>
          </a:r>
        </a:p>
      </dgm:t>
    </dgm:pt>
    <dgm:pt modelId="{73B0638A-AEC7-449B-9783-9631AD045422}" type="parTrans" cxnId="{E3D0F6BE-CA87-4D72-8712-7B4789472BCD}">
      <dgm:prSet/>
      <dgm:spPr/>
      <dgm:t>
        <a:bodyPr/>
        <a:lstStyle/>
        <a:p>
          <a:endParaRPr lang="es-CR" sz="3200"/>
        </a:p>
      </dgm:t>
    </dgm:pt>
    <dgm:pt modelId="{95E91D77-4D7D-4A6B-9FD6-CCAF419DB413}" type="sibTrans" cxnId="{E3D0F6BE-CA87-4D72-8712-7B4789472BCD}">
      <dgm:prSet/>
      <dgm:spPr/>
      <dgm:t>
        <a:bodyPr/>
        <a:lstStyle/>
        <a:p>
          <a:endParaRPr lang="es-CR" sz="2400"/>
        </a:p>
      </dgm:t>
    </dgm:pt>
    <dgm:pt modelId="{D8D16FCF-8407-405A-ABB3-6E9C480BC8BE}">
      <dgm:prSet phldrT="[Texto]" custT="1"/>
      <dgm:spPr/>
      <dgm:t>
        <a:bodyPr/>
        <a:lstStyle/>
        <a:p>
          <a:r>
            <a:rPr lang="es-CR" sz="1800" b="1" dirty="0"/>
            <a:t>Útil</a:t>
          </a:r>
        </a:p>
      </dgm:t>
    </dgm:pt>
    <dgm:pt modelId="{FE0C51C6-EAED-49D9-A927-57BB6C977639}" type="parTrans" cxnId="{25330ED5-4E86-4C67-AAE7-09C4B930C647}">
      <dgm:prSet/>
      <dgm:spPr/>
      <dgm:t>
        <a:bodyPr/>
        <a:lstStyle/>
        <a:p>
          <a:endParaRPr lang="es-CR" sz="3200"/>
        </a:p>
      </dgm:t>
    </dgm:pt>
    <dgm:pt modelId="{60798D5D-3156-4F06-B8D9-5C1FA8B734A5}" type="sibTrans" cxnId="{25330ED5-4E86-4C67-AAE7-09C4B930C647}">
      <dgm:prSet/>
      <dgm:spPr/>
      <dgm:t>
        <a:bodyPr/>
        <a:lstStyle/>
        <a:p>
          <a:endParaRPr lang="es-CR" sz="2400"/>
        </a:p>
      </dgm:t>
    </dgm:pt>
    <dgm:pt modelId="{719F80DF-F146-46E3-B33B-558F10C6022B}">
      <dgm:prSet phldrT="[Texto]" custT="1"/>
      <dgm:spPr/>
      <dgm:t>
        <a:bodyPr/>
        <a:lstStyle/>
        <a:p>
          <a:r>
            <a:rPr lang="es-CR" sz="1800"/>
            <a:t>Para todos aquellos que quieran usarlo. La curva de aprendizaje del sistema de pruebas debería ser corta para personal calificado.</a:t>
          </a:r>
        </a:p>
      </dgm:t>
    </dgm:pt>
    <dgm:pt modelId="{20880F96-7F81-4DAA-BF6C-715DA9938376}" type="parTrans" cxnId="{89227415-4595-48B6-BED4-3C74AB30E065}">
      <dgm:prSet/>
      <dgm:spPr/>
      <dgm:t>
        <a:bodyPr/>
        <a:lstStyle/>
        <a:p>
          <a:endParaRPr lang="es-CR" sz="3200"/>
        </a:p>
      </dgm:t>
    </dgm:pt>
    <dgm:pt modelId="{6C45CB64-C029-494B-8BFB-CA023D81BC7C}" type="sibTrans" cxnId="{89227415-4595-48B6-BED4-3C74AB30E065}">
      <dgm:prSet/>
      <dgm:spPr/>
      <dgm:t>
        <a:bodyPr/>
        <a:lstStyle/>
        <a:p>
          <a:endParaRPr lang="es-CR" sz="2400"/>
        </a:p>
      </dgm:t>
    </dgm:pt>
    <dgm:pt modelId="{6F022EC3-915C-4E88-A465-F14D0C350EA7}" type="pres">
      <dgm:prSet presAssocID="{391648F9-3C0F-4F72-8F41-E95E2F856B7F}" presName="linear" presStyleCnt="0">
        <dgm:presLayoutVars>
          <dgm:dir/>
          <dgm:animLvl val="lvl"/>
          <dgm:resizeHandles val="exact"/>
        </dgm:presLayoutVars>
      </dgm:prSet>
      <dgm:spPr/>
    </dgm:pt>
    <dgm:pt modelId="{A503B22A-BC8E-4149-A6B2-E1EECD3CC19B}" type="pres">
      <dgm:prSet presAssocID="{E4DA8569-F65A-4F22-B1BA-E7701644E971}" presName="parentLin" presStyleCnt="0"/>
      <dgm:spPr/>
    </dgm:pt>
    <dgm:pt modelId="{64D12E59-9D57-4475-AE70-E5157BDB712C}" type="pres">
      <dgm:prSet presAssocID="{E4DA8569-F65A-4F22-B1BA-E7701644E971}" presName="parentLeftMargin" presStyleLbl="node1" presStyleIdx="0" presStyleCnt="6"/>
      <dgm:spPr/>
    </dgm:pt>
    <dgm:pt modelId="{3F29B440-1254-4514-BE77-9B46A7B1B1A8}" type="pres">
      <dgm:prSet presAssocID="{E4DA8569-F65A-4F22-B1BA-E7701644E971}" presName="parentText" presStyleLbl="node1" presStyleIdx="0" presStyleCnt="6">
        <dgm:presLayoutVars>
          <dgm:chMax val="0"/>
          <dgm:bulletEnabled val="1"/>
        </dgm:presLayoutVars>
      </dgm:prSet>
      <dgm:spPr/>
    </dgm:pt>
    <dgm:pt modelId="{BE766435-A32E-42DD-BD5E-542F3F074448}" type="pres">
      <dgm:prSet presAssocID="{E4DA8569-F65A-4F22-B1BA-E7701644E971}" presName="negativeSpace" presStyleCnt="0"/>
      <dgm:spPr/>
    </dgm:pt>
    <dgm:pt modelId="{C3840695-E584-46AE-BE9E-9D3DEB76A739}" type="pres">
      <dgm:prSet presAssocID="{E4DA8569-F65A-4F22-B1BA-E7701644E971}" presName="childText" presStyleLbl="conFgAcc1" presStyleIdx="0" presStyleCnt="6">
        <dgm:presLayoutVars>
          <dgm:bulletEnabled val="1"/>
        </dgm:presLayoutVars>
      </dgm:prSet>
      <dgm:spPr/>
    </dgm:pt>
    <dgm:pt modelId="{4A131AC7-C2CB-4C39-9F11-186C6EDFDEA1}" type="pres">
      <dgm:prSet presAssocID="{A2308EA6-1383-4A4F-81A7-7B1DAF1D0367}" presName="spaceBetweenRectangles" presStyleCnt="0"/>
      <dgm:spPr/>
    </dgm:pt>
    <dgm:pt modelId="{5C2CC25B-7CDA-432E-B3CF-1AABA81F840A}" type="pres">
      <dgm:prSet presAssocID="{CAA57B37-B733-4709-91CD-0BEDC8E20633}" presName="parentLin" presStyleCnt="0"/>
      <dgm:spPr/>
    </dgm:pt>
    <dgm:pt modelId="{2C4657B7-A679-4792-ADF1-6CA083133A6C}" type="pres">
      <dgm:prSet presAssocID="{CAA57B37-B733-4709-91CD-0BEDC8E20633}" presName="parentLeftMargin" presStyleLbl="node1" presStyleIdx="0" presStyleCnt="6"/>
      <dgm:spPr/>
    </dgm:pt>
    <dgm:pt modelId="{01038FEC-7FDA-422A-96C1-CDE255536349}" type="pres">
      <dgm:prSet presAssocID="{CAA57B37-B733-4709-91CD-0BEDC8E20633}" presName="parentText" presStyleLbl="node1" presStyleIdx="1" presStyleCnt="6">
        <dgm:presLayoutVars>
          <dgm:chMax val="0"/>
          <dgm:bulletEnabled val="1"/>
        </dgm:presLayoutVars>
      </dgm:prSet>
      <dgm:spPr/>
    </dgm:pt>
    <dgm:pt modelId="{871EDC54-ED9C-4289-8D63-0CDE0C4ECEF0}" type="pres">
      <dgm:prSet presAssocID="{CAA57B37-B733-4709-91CD-0BEDC8E20633}" presName="negativeSpace" presStyleCnt="0"/>
      <dgm:spPr/>
    </dgm:pt>
    <dgm:pt modelId="{7A428780-DB3E-4388-9E5E-13FD9E42616A}" type="pres">
      <dgm:prSet presAssocID="{CAA57B37-B733-4709-91CD-0BEDC8E20633}" presName="childText" presStyleLbl="conFgAcc1" presStyleIdx="1" presStyleCnt="6">
        <dgm:presLayoutVars>
          <dgm:bulletEnabled val="1"/>
        </dgm:presLayoutVars>
      </dgm:prSet>
      <dgm:spPr/>
    </dgm:pt>
    <dgm:pt modelId="{031A0E93-F4F5-48A6-A276-9C736F610088}" type="pres">
      <dgm:prSet presAssocID="{882E3934-24F3-4596-ACB8-334C223F8F85}" presName="spaceBetweenRectangles" presStyleCnt="0"/>
      <dgm:spPr/>
    </dgm:pt>
    <dgm:pt modelId="{4CA77222-1A41-440A-BCD3-DC6955ABBFF4}" type="pres">
      <dgm:prSet presAssocID="{60F3DCBB-0819-409A-9319-7A0D2FC48D8F}" presName="parentLin" presStyleCnt="0"/>
      <dgm:spPr/>
    </dgm:pt>
    <dgm:pt modelId="{634C4702-9CB0-4BE6-B651-0B5636FF52AB}" type="pres">
      <dgm:prSet presAssocID="{60F3DCBB-0819-409A-9319-7A0D2FC48D8F}" presName="parentLeftMargin" presStyleLbl="node1" presStyleIdx="1" presStyleCnt="6"/>
      <dgm:spPr/>
    </dgm:pt>
    <dgm:pt modelId="{7B7652FC-56E7-413B-BD2D-6171010642AE}" type="pres">
      <dgm:prSet presAssocID="{60F3DCBB-0819-409A-9319-7A0D2FC48D8F}" presName="parentText" presStyleLbl="node1" presStyleIdx="2" presStyleCnt="6">
        <dgm:presLayoutVars>
          <dgm:chMax val="0"/>
          <dgm:bulletEnabled val="1"/>
        </dgm:presLayoutVars>
      </dgm:prSet>
      <dgm:spPr/>
    </dgm:pt>
    <dgm:pt modelId="{9942F60F-629B-4197-8195-99EF853B2F6A}" type="pres">
      <dgm:prSet presAssocID="{60F3DCBB-0819-409A-9319-7A0D2FC48D8F}" presName="negativeSpace" presStyleCnt="0"/>
      <dgm:spPr/>
    </dgm:pt>
    <dgm:pt modelId="{1CBFBE38-63A9-45BB-9AB2-6ECED15BCE59}" type="pres">
      <dgm:prSet presAssocID="{60F3DCBB-0819-409A-9319-7A0D2FC48D8F}" presName="childText" presStyleLbl="conFgAcc1" presStyleIdx="2" presStyleCnt="6">
        <dgm:presLayoutVars>
          <dgm:bulletEnabled val="1"/>
        </dgm:presLayoutVars>
      </dgm:prSet>
      <dgm:spPr/>
    </dgm:pt>
    <dgm:pt modelId="{0C9FA652-05F1-4266-AEC9-19B8B9D3829C}" type="pres">
      <dgm:prSet presAssocID="{78A0A960-E73C-4398-86FB-5456791CADEC}" presName="spaceBetweenRectangles" presStyleCnt="0"/>
      <dgm:spPr/>
    </dgm:pt>
    <dgm:pt modelId="{2B2A0E5F-4BB0-4415-918C-91BCC87D616F}" type="pres">
      <dgm:prSet presAssocID="{D8D16FCF-8407-405A-ABB3-6E9C480BC8BE}" presName="parentLin" presStyleCnt="0"/>
      <dgm:spPr/>
    </dgm:pt>
    <dgm:pt modelId="{50A7BF59-5F2D-4E41-AE26-409B851F17E3}" type="pres">
      <dgm:prSet presAssocID="{D8D16FCF-8407-405A-ABB3-6E9C480BC8BE}" presName="parentLeftMargin" presStyleLbl="node1" presStyleIdx="2" presStyleCnt="6"/>
      <dgm:spPr/>
    </dgm:pt>
    <dgm:pt modelId="{7EED5B57-CE98-4742-8AE5-09F20A73965C}" type="pres">
      <dgm:prSet presAssocID="{D8D16FCF-8407-405A-ABB3-6E9C480BC8BE}" presName="parentText" presStyleLbl="node1" presStyleIdx="3" presStyleCnt="6">
        <dgm:presLayoutVars>
          <dgm:chMax val="0"/>
          <dgm:bulletEnabled val="1"/>
        </dgm:presLayoutVars>
      </dgm:prSet>
      <dgm:spPr/>
    </dgm:pt>
    <dgm:pt modelId="{09746521-CA61-41AE-8AE9-82546EF00266}" type="pres">
      <dgm:prSet presAssocID="{D8D16FCF-8407-405A-ABB3-6E9C480BC8BE}" presName="negativeSpace" presStyleCnt="0"/>
      <dgm:spPr/>
    </dgm:pt>
    <dgm:pt modelId="{1E52964D-7B88-4BDD-8AEA-702DFB8F60ED}" type="pres">
      <dgm:prSet presAssocID="{D8D16FCF-8407-405A-ABB3-6E9C480BC8BE}" presName="childText" presStyleLbl="conFgAcc1" presStyleIdx="3" presStyleCnt="6">
        <dgm:presLayoutVars>
          <dgm:bulletEnabled val="1"/>
        </dgm:presLayoutVars>
      </dgm:prSet>
      <dgm:spPr/>
    </dgm:pt>
    <dgm:pt modelId="{BC0A0365-94EA-45E9-BCAD-C362883B4969}" type="pres">
      <dgm:prSet presAssocID="{60798D5D-3156-4F06-B8D9-5C1FA8B734A5}" presName="spaceBetweenRectangles" presStyleCnt="0"/>
      <dgm:spPr/>
    </dgm:pt>
    <dgm:pt modelId="{EFA7295D-6F32-4061-9DE4-C9C92C779A17}" type="pres">
      <dgm:prSet presAssocID="{0DD60B83-796B-4D33-A618-97EFE10B00C2}" presName="parentLin" presStyleCnt="0"/>
      <dgm:spPr/>
    </dgm:pt>
    <dgm:pt modelId="{A267D561-0172-4A5B-AB03-08190956ED20}" type="pres">
      <dgm:prSet presAssocID="{0DD60B83-796B-4D33-A618-97EFE10B00C2}" presName="parentLeftMargin" presStyleLbl="node1" presStyleIdx="3" presStyleCnt="6"/>
      <dgm:spPr/>
    </dgm:pt>
    <dgm:pt modelId="{7911F33F-D2EC-4B1D-86E7-D9F11BDE6D5D}" type="pres">
      <dgm:prSet presAssocID="{0DD60B83-796B-4D33-A618-97EFE10B00C2}" presName="parentText" presStyleLbl="node1" presStyleIdx="4" presStyleCnt="6">
        <dgm:presLayoutVars>
          <dgm:chMax val="0"/>
          <dgm:bulletEnabled val="1"/>
        </dgm:presLayoutVars>
      </dgm:prSet>
      <dgm:spPr/>
    </dgm:pt>
    <dgm:pt modelId="{AAF8FD74-4C36-402A-AE70-9A501A7B3210}" type="pres">
      <dgm:prSet presAssocID="{0DD60B83-796B-4D33-A618-97EFE10B00C2}" presName="negativeSpace" presStyleCnt="0"/>
      <dgm:spPr/>
    </dgm:pt>
    <dgm:pt modelId="{91BA1FCD-70AF-4ABE-B637-636AA97CB061}" type="pres">
      <dgm:prSet presAssocID="{0DD60B83-796B-4D33-A618-97EFE10B00C2}" presName="childText" presStyleLbl="conFgAcc1" presStyleIdx="4" presStyleCnt="6">
        <dgm:presLayoutVars>
          <dgm:bulletEnabled val="1"/>
        </dgm:presLayoutVars>
      </dgm:prSet>
      <dgm:spPr/>
    </dgm:pt>
    <dgm:pt modelId="{44386BAA-4F1B-429A-8DE3-6EABD1AB5B9D}" type="pres">
      <dgm:prSet presAssocID="{0F3B229A-B6B1-4B27-97D9-90CFB3C21487}" presName="spaceBetweenRectangles" presStyleCnt="0"/>
      <dgm:spPr/>
    </dgm:pt>
    <dgm:pt modelId="{ADD18744-C6C8-42C2-AE21-838A5C93C33F}" type="pres">
      <dgm:prSet presAssocID="{894AD9C2-8E91-43CA-800B-6EF292D8EB08}" presName="parentLin" presStyleCnt="0"/>
      <dgm:spPr/>
    </dgm:pt>
    <dgm:pt modelId="{E4043261-6430-424F-8214-03B1DC6EBEFF}" type="pres">
      <dgm:prSet presAssocID="{894AD9C2-8E91-43CA-800B-6EF292D8EB08}" presName="parentLeftMargin" presStyleLbl="node1" presStyleIdx="4" presStyleCnt="6"/>
      <dgm:spPr/>
    </dgm:pt>
    <dgm:pt modelId="{C58C9EDA-BD48-4480-AC16-B96B83840DC9}" type="pres">
      <dgm:prSet presAssocID="{894AD9C2-8E91-43CA-800B-6EF292D8EB08}" presName="parentText" presStyleLbl="node1" presStyleIdx="5" presStyleCnt="6">
        <dgm:presLayoutVars>
          <dgm:chMax val="0"/>
          <dgm:bulletEnabled val="1"/>
        </dgm:presLayoutVars>
      </dgm:prSet>
      <dgm:spPr/>
    </dgm:pt>
    <dgm:pt modelId="{686B573F-9DEC-401F-AF96-91D3B363CFBB}" type="pres">
      <dgm:prSet presAssocID="{894AD9C2-8E91-43CA-800B-6EF292D8EB08}" presName="negativeSpace" presStyleCnt="0"/>
      <dgm:spPr/>
    </dgm:pt>
    <dgm:pt modelId="{F6705883-D21A-47DA-8988-F46408AACF65}" type="pres">
      <dgm:prSet presAssocID="{894AD9C2-8E91-43CA-800B-6EF292D8EB08}" presName="childText" presStyleLbl="conFgAcc1" presStyleIdx="5" presStyleCnt="6">
        <dgm:presLayoutVars>
          <dgm:bulletEnabled val="1"/>
        </dgm:presLayoutVars>
      </dgm:prSet>
      <dgm:spPr/>
    </dgm:pt>
  </dgm:ptLst>
  <dgm:cxnLst>
    <dgm:cxn modelId="{79E1B408-0EE7-4080-8B87-A3B0FB50A430}" type="presOf" srcId="{E4DA8569-F65A-4F22-B1BA-E7701644E971}" destId="{3F29B440-1254-4514-BE77-9B46A7B1B1A8}" srcOrd="1" destOrd="0" presId="urn:microsoft.com/office/officeart/2005/8/layout/list1"/>
    <dgm:cxn modelId="{C55D850C-88CA-4810-A0E1-E4E00A3E15A0}" type="presOf" srcId="{719F80DF-F146-46E3-B33B-558F10C6022B}" destId="{1E52964D-7B88-4BDD-8AEA-702DFB8F60ED}" srcOrd="0" destOrd="0" presId="urn:microsoft.com/office/officeart/2005/8/layout/list1"/>
    <dgm:cxn modelId="{89227415-4595-48B6-BED4-3C74AB30E065}" srcId="{D8D16FCF-8407-405A-ABB3-6E9C480BC8BE}" destId="{719F80DF-F146-46E3-B33B-558F10C6022B}" srcOrd="0" destOrd="0" parTransId="{20880F96-7F81-4DAA-BF6C-715DA9938376}" sibTransId="{6C45CB64-C029-494B-8BFB-CA023D81BC7C}"/>
    <dgm:cxn modelId="{BEF8281D-FD59-4DAF-804E-DED11961AF59}" srcId="{0DD60B83-796B-4D33-A618-97EFE10B00C2}" destId="{13456613-DE91-4EE9-9250-338C1F33D9FB}" srcOrd="0" destOrd="0" parTransId="{EF94F70E-8F9F-4A22-9695-55D1FA11164A}" sibTransId="{150B8C7E-7A6A-470C-8112-443F731964F0}"/>
    <dgm:cxn modelId="{4107805B-EB58-4F42-8FCD-8214D0ACB05B}" srcId="{391648F9-3C0F-4F72-8F41-E95E2F856B7F}" destId="{0DD60B83-796B-4D33-A618-97EFE10B00C2}" srcOrd="4" destOrd="0" parTransId="{E5A6AFCE-6385-401C-941A-F320ABE098C9}" sibTransId="{0F3B229A-B6B1-4B27-97D9-90CFB3C21487}"/>
    <dgm:cxn modelId="{1D4C895C-1924-42CB-B8F4-DE4659C7E0DC}" type="presOf" srcId="{CAA57B37-B733-4709-91CD-0BEDC8E20633}" destId="{01038FEC-7FDA-422A-96C1-CDE255536349}" srcOrd="1" destOrd="0" presId="urn:microsoft.com/office/officeart/2005/8/layout/list1"/>
    <dgm:cxn modelId="{6591B35C-FEA0-4800-AFEE-3C921CD39BA2}" type="presOf" srcId="{C2D9F15E-3996-4D4C-A81F-F11710D51B05}" destId="{F6705883-D21A-47DA-8988-F46408AACF65}" srcOrd="0" destOrd="0" presId="urn:microsoft.com/office/officeart/2005/8/layout/list1"/>
    <dgm:cxn modelId="{D5311343-6659-48B3-B34D-A19A3F3090CD}" type="presOf" srcId="{D8D16FCF-8407-405A-ABB3-6E9C480BC8BE}" destId="{50A7BF59-5F2D-4E41-AE26-409B851F17E3}" srcOrd="0" destOrd="0" presId="urn:microsoft.com/office/officeart/2005/8/layout/list1"/>
    <dgm:cxn modelId="{788BB044-3BE5-49EA-8680-8D32891608AF}" srcId="{894AD9C2-8E91-43CA-800B-6EF292D8EB08}" destId="{C2D9F15E-3996-4D4C-A81F-F11710D51B05}" srcOrd="0" destOrd="0" parTransId="{D973F5E9-D4FD-4E23-B0B7-6615B676C29B}" sibTransId="{72A48587-A12F-451F-B38D-1112BA83B62B}"/>
    <dgm:cxn modelId="{A2BB816D-0B1D-4108-AC08-2A3D77979AA7}" type="presOf" srcId="{13456613-DE91-4EE9-9250-338C1F33D9FB}" destId="{91BA1FCD-70AF-4ABE-B637-636AA97CB061}" srcOrd="0" destOrd="0" presId="urn:microsoft.com/office/officeart/2005/8/layout/list1"/>
    <dgm:cxn modelId="{FD324050-2A64-429B-926B-4AD0D21CA8F7}" srcId="{391648F9-3C0F-4F72-8F41-E95E2F856B7F}" destId="{60F3DCBB-0819-409A-9319-7A0D2FC48D8F}" srcOrd="2" destOrd="0" parTransId="{6DA00744-60CB-4C76-91DF-7DC009267CAE}" sibTransId="{78A0A960-E73C-4398-86FB-5456791CADEC}"/>
    <dgm:cxn modelId="{9A9E7670-2F02-4E37-9EDC-068502EB7202}" srcId="{E4DA8569-F65A-4F22-B1BA-E7701644E971}" destId="{48DDCC1D-48FA-4681-8F65-FE8F59B72B60}" srcOrd="0" destOrd="0" parTransId="{57FE27BC-239A-4678-967B-4A5B8ACE78A7}" sibTransId="{2DF898E6-2DAB-47CA-8E40-2E09496766D1}"/>
    <dgm:cxn modelId="{78266382-D9B1-4EBE-9CF3-AC2C6EE46CDA}" srcId="{60F3DCBB-0819-409A-9319-7A0D2FC48D8F}" destId="{E0EB522E-2C73-4878-8908-4BC212AD3C58}" srcOrd="0" destOrd="0" parTransId="{6EBA1E29-5808-41CD-BFD9-B31A62BE4CEB}" sibTransId="{A03495D6-6550-4831-8863-4BF841EA3298}"/>
    <dgm:cxn modelId="{0C6F938A-CAA5-4C53-9B21-760ED86B3981}" type="presOf" srcId="{CAA57B37-B733-4709-91CD-0BEDC8E20633}" destId="{2C4657B7-A679-4792-ADF1-6CA083133A6C}" srcOrd="0" destOrd="0" presId="urn:microsoft.com/office/officeart/2005/8/layout/list1"/>
    <dgm:cxn modelId="{EC5FBF91-40E5-4544-8FAB-4043E71DCCAF}" type="presOf" srcId="{60F3DCBB-0819-409A-9319-7A0D2FC48D8F}" destId="{634C4702-9CB0-4BE6-B651-0B5636FF52AB}" srcOrd="0" destOrd="0" presId="urn:microsoft.com/office/officeart/2005/8/layout/list1"/>
    <dgm:cxn modelId="{2E34FCA4-ADC4-441C-9C7C-4C520A36455D}" type="presOf" srcId="{D8D16FCF-8407-405A-ABB3-6E9C480BC8BE}" destId="{7EED5B57-CE98-4742-8AE5-09F20A73965C}" srcOrd="1" destOrd="0" presId="urn:microsoft.com/office/officeart/2005/8/layout/list1"/>
    <dgm:cxn modelId="{2C1DF9AE-E9F9-4A90-AF7E-C8972BB17E76}" type="presOf" srcId="{E0EB522E-2C73-4878-8908-4BC212AD3C58}" destId="{1CBFBE38-63A9-45BB-9AB2-6ECED15BCE59}" srcOrd="0" destOrd="0" presId="urn:microsoft.com/office/officeart/2005/8/layout/list1"/>
    <dgm:cxn modelId="{7A60C7B0-C71A-486B-B4F4-486C56A70EF1}" type="presOf" srcId="{0DD60B83-796B-4D33-A618-97EFE10B00C2}" destId="{A267D561-0172-4A5B-AB03-08190956ED20}" srcOrd="0" destOrd="0" presId="urn:microsoft.com/office/officeart/2005/8/layout/list1"/>
    <dgm:cxn modelId="{923332B8-0D67-45AD-8009-4AA0DDE39FD0}" srcId="{391648F9-3C0F-4F72-8F41-E95E2F856B7F}" destId="{CAA57B37-B733-4709-91CD-0BEDC8E20633}" srcOrd="1" destOrd="0" parTransId="{38D0FAF1-D2FF-4E76-987E-D51041839D1C}" sibTransId="{882E3934-24F3-4596-ACB8-334C223F8F85}"/>
    <dgm:cxn modelId="{E3D0F6BE-CA87-4D72-8712-7B4789472BCD}" srcId="{391648F9-3C0F-4F72-8F41-E95E2F856B7F}" destId="{894AD9C2-8E91-43CA-800B-6EF292D8EB08}" srcOrd="5" destOrd="0" parTransId="{73B0638A-AEC7-449B-9783-9631AD045422}" sibTransId="{95E91D77-4D7D-4A6B-9FD6-CCAF419DB413}"/>
    <dgm:cxn modelId="{00C71CC6-B4F7-4D31-87F8-60C36E0AC457}" type="presOf" srcId="{894AD9C2-8E91-43CA-800B-6EF292D8EB08}" destId="{E4043261-6430-424F-8214-03B1DC6EBEFF}" srcOrd="0" destOrd="0" presId="urn:microsoft.com/office/officeart/2005/8/layout/list1"/>
    <dgm:cxn modelId="{8628D1CF-1D53-4914-9F92-33293D4F4714}" type="presOf" srcId="{48DDCC1D-48FA-4681-8F65-FE8F59B72B60}" destId="{C3840695-E584-46AE-BE9E-9D3DEB76A739}" srcOrd="0" destOrd="0" presId="urn:microsoft.com/office/officeart/2005/8/layout/list1"/>
    <dgm:cxn modelId="{25330ED5-4E86-4C67-AAE7-09C4B930C647}" srcId="{391648F9-3C0F-4F72-8F41-E95E2F856B7F}" destId="{D8D16FCF-8407-405A-ABB3-6E9C480BC8BE}" srcOrd="3" destOrd="0" parTransId="{FE0C51C6-EAED-49D9-A927-57BB6C977639}" sibTransId="{60798D5D-3156-4F06-B8D9-5C1FA8B734A5}"/>
    <dgm:cxn modelId="{E2F3F1DD-4128-4E5E-86C7-CA092A85AAD3}" type="presOf" srcId="{EC0504B7-C5EF-404E-8D96-DFBF331A43E8}" destId="{7A428780-DB3E-4388-9E5E-13FD9E42616A}" srcOrd="0" destOrd="0" presId="urn:microsoft.com/office/officeart/2005/8/layout/list1"/>
    <dgm:cxn modelId="{FF531ADF-85FE-40FB-86C2-B8ED79A24066}" type="presOf" srcId="{894AD9C2-8E91-43CA-800B-6EF292D8EB08}" destId="{C58C9EDA-BD48-4480-AC16-B96B83840DC9}" srcOrd="1" destOrd="0" presId="urn:microsoft.com/office/officeart/2005/8/layout/list1"/>
    <dgm:cxn modelId="{02D77EE3-E444-41F7-8BDE-5788C1FFD186}" type="presOf" srcId="{60F3DCBB-0819-409A-9319-7A0D2FC48D8F}" destId="{7B7652FC-56E7-413B-BD2D-6171010642AE}" srcOrd="1" destOrd="0" presId="urn:microsoft.com/office/officeart/2005/8/layout/list1"/>
    <dgm:cxn modelId="{74FA63E7-BA30-442C-9D46-1CB480D3895C}" type="presOf" srcId="{E4DA8569-F65A-4F22-B1BA-E7701644E971}" destId="{64D12E59-9D57-4475-AE70-E5157BDB712C}" srcOrd="0" destOrd="0" presId="urn:microsoft.com/office/officeart/2005/8/layout/list1"/>
    <dgm:cxn modelId="{896C1AEC-AC50-45F7-A617-3D803880884B}" type="presOf" srcId="{391648F9-3C0F-4F72-8F41-E95E2F856B7F}" destId="{6F022EC3-915C-4E88-A465-F14D0C350EA7}" srcOrd="0" destOrd="0" presId="urn:microsoft.com/office/officeart/2005/8/layout/list1"/>
    <dgm:cxn modelId="{FBFB81EE-9A2B-412C-8356-05045C84F53A}" type="presOf" srcId="{0DD60B83-796B-4D33-A618-97EFE10B00C2}" destId="{7911F33F-D2EC-4B1D-86E7-D9F11BDE6D5D}" srcOrd="1" destOrd="0" presId="urn:microsoft.com/office/officeart/2005/8/layout/list1"/>
    <dgm:cxn modelId="{6E8419F0-DBDC-423E-BBFA-8822CC22B757}" srcId="{CAA57B37-B733-4709-91CD-0BEDC8E20633}" destId="{EC0504B7-C5EF-404E-8D96-DFBF331A43E8}" srcOrd="0" destOrd="0" parTransId="{7FABF118-01C0-47FF-8996-77AD30A6C87C}" sibTransId="{ADE2F93E-34A9-4C9F-9094-BF4DDB6C283A}"/>
    <dgm:cxn modelId="{1590D2F7-B99F-4644-9FF7-5BCA494D22B7}" srcId="{391648F9-3C0F-4F72-8F41-E95E2F856B7F}" destId="{E4DA8569-F65A-4F22-B1BA-E7701644E971}" srcOrd="0" destOrd="0" parTransId="{C21F76EA-4870-4764-A4FF-7D6CB7A725F4}" sibTransId="{A2308EA6-1383-4A4F-81A7-7B1DAF1D0367}"/>
    <dgm:cxn modelId="{77584406-D78A-4B4B-BABC-7E73A147A0B4}" type="presParOf" srcId="{6F022EC3-915C-4E88-A465-F14D0C350EA7}" destId="{A503B22A-BC8E-4149-A6B2-E1EECD3CC19B}" srcOrd="0" destOrd="0" presId="urn:microsoft.com/office/officeart/2005/8/layout/list1"/>
    <dgm:cxn modelId="{8D7479E6-DA18-4C5D-B554-AC2CA463C784}" type="presParOf" srcId="{A503B22A-BC8E-4149-A6B2-E1EECD3CC19B}" destId="{64D12E59-9D57-4475-AE70-E5157BDB712C}" srcOrd="0" destOrd="0" presId="urn:microsoft.com/office/officeart/2005/8/layout/list1"/>
    <dgm:cxn modelId="{89EE889E-4C7C-4014-AA0E-573DB79008A5}" type="presParOf" srcId="{A503B22A-BC8E-4149-A6B2-E1EECD3CC19B}" destId="{3F29B440-1254-4514-BE77-9B46A7B1B1A8}" srcOrd="1" destOrd="0" presId="urn:microsoft.com/office/officeart/2005/8/layout/list1"/>
    <dgm:cxn modelId="{A2AE6FB4-A54B-44E3-B3DE-6E44D2E4307D}" type="presParOf" srcId="{6F022EC3-915C-4E88-A465-F14D0C350EA7}" destId="{BE766435-A32E-42DD-BD5E-542F3F074448}" srcOrd="1" destOrd="0" presId="urn:microsoft.com/office/officeart/2005/8/layout/list1"/>
    <dgm:cxn modelId="{C76C4573-7994-4BE7-8282-AE57194C9483}" type="presParOf" srcId="{6F022EC3-915C-4E88-A465-F14D0C350EA7}" destId="{C3840695-E584-46AE-BE9E-9D3DEB76A739}" srcOrd="2" destOrd="0" presId="urn:microsoft.com/office/officeart/2005/8/layout/list1"/>
    <dgm:cxn modelId="{E961539D-3F3B-4C40-A67A-83CF1C433BE2}" type="presParOf" srcId="{6F022EC3-915C-4E88-A465-F14D0C350EA7}" destId="{4A131AC7-C2CB-4C39-9F11-186C6EDFDEA1}" srcOrd="3" destOrd="0" presId="urn:microsoft.com/office/officeart/2005/8/layout/list1"/>
    <dgm:cxn modelId="{7B38D450-00E9-42B3-87BF-3D52B4A87802}" type="presParOf" srcId="{6F022EC3-915C-4E88-A465-F14D0C350EA7}" destId="{5C2CC25B-7CDA-432E-B3CF-1AABA81F840A}" srcOrd="4" destOrd="0" presId="urn:microsoft.com/office/officeart/2005/8/layout/list1"/>
    <dgm:cxn modelId="{C92A8BD3-3D70-4B8E-8BD9-ADFC01E49013}" type="presParOf" srcId="{5C2CC25B-7CDA-432E-B3CF-1AABA81F840A}" destId="{2C4657B7-A679-4792-ADF1-6CA083133A6C}" srcOrd="0" destOrd="0" presId="urn:microsoft.com/office/officeart/2005/8/layout/list1"/>
    <dgm:cxn modelId="{B82A5F9D-9BCF-4A3B-B39B-0C85DC5552AF}" type="presParOf" srcId="{5C2CC25B-7CDA-432E-B3CF-1AABA81F840A}" destId="{01038FEC-7FDA-422A-96C1-CDE255536349}" srcOrd="1" destOrd="0" presId="urn:microsoft.com/office/officeart/2005/8/layout/list1"/>
    <dgm:cxn modelId="{F4D84F5C-157F-47E1-A0DB-B94894BF8378}" type="presParOf" srcId="{6F022EC3-915C-4E88-A465-F14D0C350EA7}" destId="{871EDC54-ED9C-4289-8D63-0CDE0C4ECEF0}" srcOrd="5" destOrd="0" presId="urn:microsoft.com/office/officeart/2005/8/layout/list1"/>
    <dgm:cxn modelId="{165F47D2-2620-464E-B7F3-DCF557E9AF8C}" type="presParOf" srcId="{6F022EC3-915C-4E88-A465-F14D0C350EA7}" destId="{7A428780-DB3E-4388-9E5E-13FD9E42616A}" srcOrd="6" destOrd="0" presId="urn:microsoft.com/office/officeart/2005/8/layout/list1"/>
    <dgm:cxn modelId="{8F1151A3-837B-4AB5-8CA2-087300E5DF43}" type="presParOf" srcId="{6F022EC3-915C-4E88-A465-F14D0C350EA7}" destId="{031A0E93-F4F5-48A6-A276-9C736F610088}" srcOrd="7" destOrd="0" presId="urn:microsoft.com/office/officeart/2005/8/layout/list1"/>
    <dgm:cxn modelId="{3046AD7F-F93F-467A-BA76-18CC46F40DB4}" type="presParOf" srcId="{6F022EC3-915C-4E88-A465-F14D0C350EA7}" destId="{4CA77222-1A41-440A-BCD3-DC6955ABBFF4}" srcOrd="8" destOrd="0" presId="urn:microsoft.com/office/officeart/2005/8/layout/list1"/>
    <dgm:cxn modelId="{42DD73B5-6F09-43A4-B0FC-29A1A6089B69}" type="presParOf" srcId="{4CA77222-1A41-440A-BCD3-DC6955ABBFF4}" destId="{634C4702-9CB0-4BE6-B651-0B5636FF52AB}" srcOrd="0" destOrd="0" presId="urn:microsoft.com/office/officeart/2005/8/layout/list1"/>
    <dgm:cxn modelId="{5E5205DA-EA65-4C49-9B77-67E26F10D7FD}" type="presParOf" srcId="{4CA77222-1A41-440A-BCD3-DC6955ABBFF4}" destId="{7B7652FC-56E7-413B-BD2D-6171010642AE}" srcOrd="1" destOrd="0" presId="urn:microsoft.com/office/officeart/2005/8/layout/list1"/>
    <dgm:cxn modelId="{CF0E6A3C-728F-47BC-AEA5-8575C8879FAD}" type="presParOf" srcId="{6F022EC3-915C-4E88-A465-F14D0C350EA7}" destId="{9942F60F-629B-4197-8195-99EF853B2F6A}" srcOrd="9" destOrd="0" presId="urn:microsoft.com/office/officeart/2005/8/layout/list1"/>
    <dgm:cxn modelId="{A570C5E5-8608-4E39-ABE3-9FAEA67A19B2}" type="presParOf" srcId="{6F022EC3-915C-4E88-A465-F14D0C350EA7}" destId="{1CBFBE38-63A9-45BB-9AB2-6ECED15BCE59}" srcOrd="10" destOrd="0" presId="urn:microsoft.com/office/officeart/2005/8/layout/list1"/>
    <dgm:cxn modelId="{77B1B70B-BC5B-4A75-8EE8-02DEC695ED53}" type="presParOf" srcId="{6F022EC3-915C-4E88-A465-F14D0C350EA7}" destId="{0C9FA652-05F1-4266-AEC9-19B8B9D3829C}" srcOrd="11" destOrd="0" presId="urn:microsoft.com/office/officeart/2005/8/layout/list1"/>
    <dgm:cxn modelId="{28033FA4-C4C6-433C-8FBA-0C83B61C034F}" type="presParOf" srcId="{6F022EC3-915C-4E88-A465-F14D0C350EA7}" destId="{2B2A0E5F-4BB0-4415-918C-91BCC87D616F}" srcOrd="12" destOrd="0" presId="urn:microsoft.com/office/officeart/2005/8/layout/list1"/>
    <dgm:cxn modelId="{E3066BE5-3169-4A8E-AF7C-647F5388783F}" type="presParOf" srcId="{2B2A0E5F-4BB0-4415-918C-91BCC87D616F}" destId="{50A7BF59-5F2D-4E41-AE26-409B851F17E3}" srcOrd="0" destOrd="0" presId="urn:microsoft.com/office/officeart/2005/8/layout/list1"/>
    <dgm:cxn modelId="{A413E26F-6270-4135-8B4E-1EC451DA3F43}" type="presParOf" srcId="{2B2A0E5F-4BB0-4415-918C-91BCC87D616F}" destId="{7EED5B57-CE98-4742-8AE5-09F20A73965C}" srcOrd="1" destOrd="0" presId="urn:microsoft.com/office/officeart/2005/8/layout/list1"/>
    <dgm:cxn modelId="{4C592F92-A4FB-4619-8AE7-853753A06360}" type="presParOf" srcId="{6F022EC3-915C-4E88-A465-F14D0C350EA7}" destId="{09746521-CA61-41AE-8AE9-82546EF00266}" srcOrd="13" destOrd="0" presId="urn:microsoft.com/office/officeart/2005/8/layout/list1"/>
    <dgm:cxn modelId="{3DE2A3DE-33DF-42A6-A132-86A0AA4DCCAF}" type="presParOf" srcId="{6F022EC3-915C-4E88-A465-F14D0C350EA7}" destId="{1E52964D-7B88-4BDD-8AEA-702DFB8F60ED}" srcOrd="14" destOrd="0" presId="urn:microsoft.com/office/officeart/2005/8/layout/list1"/>
    <dgm:cxn modelId="{16273A4F-4C6C-4F61-AA57-583155D40D5B}" type="presParOf" srcId="{6F022EC3-915C-4E88-A465-F14D0C350EA7}" destId="{BC0A0365-94EA-45E9-BCAD-C362883B4969}" srcOrd="15" destOrd="0" presId="urn:microsoft.com/office/officeart/2005/8/layout/list1"/>
    <dgm:cxn modelId="{DC3A3DE6-E102-4A69-9959-F34A42E97A57}" type="presParOf" srcId="{6F022EC3-915C-4E88-A465-F14D0C350EA7}" destId="{EFA7295D-6F32-4061-9DE4-C9C92C779A17}" srcOrd="16" destOrd="0" presId="urn:microsoft.com/office/officeart/2005/8/layout/list1"/>
    <dgm:cxn modelId="{F5FB5FD7-69A0-47FE-A84C-B5977DCED43A}" type="presParOf" srcId="{EFA7295D-6F32-4061-9DE4-C9C92C779A17}" destId="{A267D561-0172-4A5B-AB03-08190956ED20}" srcOrd="0" destOrd="0" presId="urn:microsoft.com/office/officeart/2005/8/layout/list1"/>
    <dgm:cxn modelId="{F704B919-A922-44B4-9D8E-102552C1E1BC}" type="presParOf" srcId="{EFA7295D-6F32-4061-9DE4-C9C92C779A17}" destId="{7911F33F-D2EC-4B1D-86E7-D9F11BDE6D5D}" srcOrd="1" destOrd="0" presId="urn:microsoft.com/office/officeart/2005/8/layout/list1"/>
    <dgm:cxn modelId="{F8EA2E4D-8475-4537-AB8F-24EF33D25580}" type="presParOf" srcId="{6F022EC3-915C-4E88-A465-F14D0C350EA7}" destId="{AAF8FD74-4C36-402A-AE70-9A501A7B3210}" srcOrd="17" destOrd="0" presId="urn:microsoft.com/office/officeart/2005/8/layout/list1"/>
    <dgm:cxn modelId="{6E09D079-4A74-4F21-A69F-1DDAA5EB80C8}" type="presParOf" srcId="{6F022EC3-915C-4E88-A465-F14D0C350EA7}" destId="{91BA1FCD-70AF-4ABE-B637-636AA97CB061}" srcOrd="18" destOrd="0" presId="urn:microsoft.com/office/officeart/2005/8/layout/list1"/>
    <dgm:cxn modelId="{6F1FD3D5-DC21-4F07-AC79-B0320958E07F}" type="presParOf" srcId="{6F022EC3-915C-4E88-A465-F14D0C350EA7}" destId="{44386BAA-4F1B-429A-8DE3-6EABD1AB5B9D}" srcOrd="19" destOrd="0" presId="urn:microsoft.com/office/officeart/2005/8/layout/list1"/>
    <dgm:cxn modelId="{63CD87B1-6F0D-47FB-ADB6-2B63B5E85629}" type="presParOf" srcId="{6F022EC3-915C-4E88-A465-F14D0C350EA7}" destId="{ADD18744-C6C8-42C2-AE21-838A5C93C33F}" srcOrd="20" destOrd="0" presId="urn:microsoft.com/office/officeart/2005/8/layout/list1"/>
    <dgm:cxn modelId="{2D5BDF45-27EF-4C62-97ED-C97DB1A02B84}" type="presParOf" srcId="{ADD18744-C6C8-42C2-AE21-838A5C93C33F}" destId="{E4043261-6430-424F-8214-03B1DC6EBEFF}" srcOrd="0" destOrd="0" presId="urn:microsoft.com/office/officeart/2005/8/layout/list1"/>
    <dgm:cxn modelId="{5472C472-E05C-4F11-BF9D-9B744C08946B}" type="presParOf" srcId="{ADD18744-C6C8-42C2-AE21-838A5C93C33F}" destId="{C58C9EDA-BD48-4480-AC16-B96B83840DC9}" srcOrd="1" destOrd="0" presId="urn:microsoft.com/office/officeart/2005/8/layout/list1"/>
    <dgm:cxn modelId="{DA82A4F1-8B81-4CE8-9A8B-3B50BE772F07}" type="presParOf" srcId="{6F022EC3-915C-4E88-A465-F14D0C350EA7}" destId="{686B573F-9DEC-401F-AF96-91D3B363CFBB}" srcOrd="21" destOrd="0" presId="urn:microsoft.com/office/officeart/2005/8/layout/list1"/>
    <dgm:cxn modelId="{C141AD77-363D-4DF5-AD27-59F1424AD34A}" type="presParOf" srcId="{6F022EC3-915C-4E88-A465-F14D0C350EA7}" destId="{F6705883-D21A-47DA-8988-F46408AACF65}"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7CAACC9-5A97-4C78-907F-891B1E154D8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s-CR"/>
        </a:p>
      </dgm:t>
    </dgm:pt>
    <dgm:pt modelId="{6E69C301-D907-4EA4-B067-05F359A9C38E}">
      <dgm:prSet phldrT="[Texto]" custT="1"/>
      <dgm:spPr/>
      <dgm:t>
        <a:bodyPr/>
        <a:lstStyle/>
        <a:p>
          <a:pPr>
            <a:lnSpc>
              <a:spcPct val="100000"/>
            </a:lnSpc>
          </a:pPr>
          <a:r>
            <a:rPr lang="es-CR" sz="2000"/>
            <a:t>Las pruebas revelan la presencia de defectos</a:t>
          </a:r>
        </a:p>
      </dgm:t>
    </dgm:pt>
    <dgm:pt modelId="{8F573FE3-11B7-450F-9666-B50D2F22D2BE}" type="parTrans" cxnId="{49D10D02-62FD-4D9C-A2E9-B2609D9A9A37}">
      <dgm:prSet/>
      <dgm:spPr/>
      <dgm:t>
        <a:bodyPr/>
        <a:lstStyle/>
        <a:p>
          <a:endParaRPr lang="es-CR" sz="2800"/>
        </a:p>
      </dgm:t>
    </dgm:pt>
    <dgm:pt modelId="{8A0D2187-B144-4AEB-B5B3-94E57E9CE9DB}" type="sibTrans" cxnId="{49D10D02-62FD-4D9C-A2E9-B2609D9A9A37}">
      <dgm:prSet/>
      <dgm:spPr/>
      <dgm:t>
        <a:bodyPr/>
        <a:lstStyle/>
        <a:p>
          <a:endParaRPr lang="es-CR" sz="2400"/>
        </a:p>
      </dgm:t>
    </dgm:pt>
    <dgm:pt modelId="{C85B688E-A663-4381-9522-D3BFE88D7290}">
      <dgm:prSet phldrT="[Texto]" custT="1"/>
      <dgm:spPr/>
      <dgm:t>
        <a:bodyPr/>
        <a:lstStyle/>
        <a:p>
          <a:pPr>
            <a:lnSpc>
              <a:spcPct val="100000"/>
            </a:lnSpc>
          </a:pPr>
          <a:r>
            <a:rPr lang="es-CR" sz="2000"/>
            <a:t>La imposibilidad de pruebas exhaustivas</a:t>
          </a:r>
        </a:p>
      </dgm:t>
    </dgm:pt>
    <dgm:pt modelId="{A516973D-FA6D-49B8-B74A-C8412268D821}" type="parTrans" cxnId="{17163EBF-400A-4617-8CB3-AD70D68D66F4}">
      <dgm:prSet/>
      <dgm:spPr/>
      <dgm:t>
        <a:bodyPr/>
        <a:lstStyle/>
        <a:p>
          <a:endParaRPr lang="es-CR" sz="2800"/>
        </a:p>
      </dgm:t>
    </dgm:pt>
    <dgm:pt modelId="{3AC1531B-3A14-4056-906D-269E62D7D265}" type="sibTrans" cxnId="{17163EBF-400A-4617-8CB3-AD70D68D66F4}">
      <dgm:prSet/>
      <dgm:spPr/>
      <dgm:t>
        <a:bodyPr/>
        <a:lstStyle/>
        <a:p>
          <a:endParaRPr lang="es-CR" sz="2400"/>
        </a:p>
      </dgm:t>
    </dgm:pt>
    <dgm:pt modelId="{B8A784A3-0FB2-4B28-98F2-8C8CF9320C5F}">
      <dgm:prSet phldrT="[Texto]" custT="1"/>
      <dgm:spPr/>
      <dgm:t>
        <a:bodyPr/>
        <a:lstStyle/>
        <a:p>
          <a:pPr>
            <a:lnSpc>
              <a:spcPct val="100000"/>
            </a:lnSpc>
          </a:pPr>
          <a:r>
            <a:rPr lang="es-CR" sz="2000"/>
            <a:t>Los beneficios de las pruebas tempranas</a:t>
          </a:r>
        </a:p>
      </dgm:t>
    </dgm:pt>
    <dgm:pt modelId="{0566D4FD-3DDD-43CD-BCF6-BEB78E207FF4}" type="parTrans" cxnId="{5436EB85-321F-4AB3-A35F-7577A2D3134E}">
      <dgm:prSet/>
      <dgm:spPr/>
      <dgm:t>
        <a:bodyPr/>
        <a:lstStyle/>
        <a:p>
          <a:endParaRPr lang="es-CR" sz="2800"/>
        </a:p>
      </dgm:t>
    </dgm:pt>
    <dgm:pt modelId="{51D0A8D9-4600-487B-B039-7C4F0D545A54}" type="sibTrans" cxnId="{5436EB85-321F-4AB3-A35F-7577A2D3134E}">
      <dgm:prSet/>
      <dgm:spPr/>
      <dgm:t>
        <a:bodyPr/>
        <a:lstStyle/>
        <a:p>
          <a:endParaRPr lang="es-CR" sz="2400"/>
        </a:p>
      </dgm:t>
    </dgm:pt>
    <dgm:pt modelId="{21E0A1B9-9BAD-4E51-A7E1-8C7F0515A0ED}">
      <dgm:prSet phldrT="[Texto]" custT="1"/>
      <dgm:spPr/>
      <dgm:t>
        <a:bodyPr/>
        <a:lstStyle/>
        <a:p>
          <a:pPr>
            <a:lnSpc>
              <a:spcPct val="100000"/>
            </a:lnSpc>
          </a:pPr>
          <a:r>
            <a:rPr lang="es-CR" sz="2000"/>
            <a:t>La aglomeración de defectos: La agrupación de defectos</a:t>
          </a:r>
        </a:p>
      </dgm:t>
    </dgm:pt>
    <dgm:pt modelId="{E2EFB132-E5BC-4B52-9A66-A83D2744A7F0}" type="parTrans" cxnId="{32D3A4C4-A905-4076-92C1-9BEA43F4E096}">
      <dgm:prSet/>
      <dgm:spPr/>
      <dgm:t>
        <a:bodyPr/>
        <a:lstStyle/>
        <a:p>
          <a:endParaRPr lang="es-CR" sz="2800"/>
        </a:p>
      </dgm:t>
    </dgm:pt>
    <dgm:pt modelId="{4B5FD980-352F-4069-B863-C5EFB00B2BCE}" type="sibTrans" cxnId="{32D3A4C4-A905-4076-92C1-9BEA43F4E096}">
      <dgm:prSet/>
      <dgm:spPr/>
      <dgm:t>
        <a:bodyPr/>
        <a:lstStyle/>
        <a:p>
          <a:endParaRPr lang="es-CR" sz="2400"/>
        </a:p>
      </dgm:t>
    </dgm:pt>
    <dgm:pt modelId="{EC8F54A4-B8B0-431B-9B37-B8D245619529}">
      <dgm:prSet phldrT="[Texto]" custT="1"/>
      <dgm:spPr/>
      <dgm:t>
        <a:bodyPr/>
        <a:lstStyle/>
        <a:p>
          <a:pPr>
            <a:lnSpc>
              <a:spcPct val="100000"/>
            </a:lnSpc>
          </a:pPr>
          <a:r>
            <a:rPr lang="es-CR" sz="2000"/>
            <a:t>La paradoja del pesticida</a:t>
          </a:r>
        </a:p>
      </dgm:t>
    </dgm:pt>
    <dgm:pt modelId="{505A8BF1-5D63-40B0-8AC5-8D4AD658046E}" type="parTrans" cxnId="{4699A45D-26E3-42BE-8F51-18843D46DA4C}">
      <dgm:prSet/>
      <dgm:spPr/>
      <dgm:t>
        <a:bodyPr/>
        <a:lstStyle/>
        <a:p>
          <a:endParaRPr lang="es-CR" sz="2800"/>
        </a:p>
      </dgm:t>
    </dgm:pt>
    <dgm:pt modelId="{B55B3A0F-D44F-4435-9772-3378D774F7A7}" type="sibTrans" cxnId="{4699A45D-26E3-42BE-8F51-18843D46DA4C}">
      <dgm:prSet/>
      <dgm:spPr/>
      <dgm:t>
        <a:bodyPr/>
        <a:lstStyle/>
        <a:p>
          <a:endParaRPr lang="es-CR" sz="2400"/>
        </a:p>
      </dgm:t>
    </dgm:pt>
    <dgm:pt modelId="{99DD262A-7989-4917-9063-897AEAB088F7}">
      <dgm:prSet phldrT="[Texto]" custT="1"/>
      <dgm:spPr/>
      <dgm:t>
        <a:bodyPr/>
        <a:lstStyle/>
        <a:p>
          <a:pPr>
            <a:lnSpc>
              <a:spcPct val="100000"/>
            </a:lnSpc>
          </a:pPr>
          <a:r>
            <a:rPr lang="es-CR" sz="2000"/>
            <a:t>Las pruebas deberían adaptarse a necesidades específicas</a:t>
          </a:r>
        </a:p>
      </dgm:t>
    </dgm:pt>
    <dgm:pt modelId="{E1FEBFD0-A829-490D-B96C-CC4543E80C4D}" type="parTrans" cxnId="{E9FD9D18-DF44-4C94-A30A-519839A1AC60}">
      <dgm:prSet/>
      <dgm:spPr/>
      <dgm:t>
        <a:bodyPr/>
        <a:lstStyle/>
        <a:p>
          <a:endParaRPr lang="es-CR" sz="2800"/>
        </a:p>
      </dgm:t>
    </dgm:pt>
    <dgm:pt modelId="{5709964D-26FD-4DA1-9F3B-1373D32FF60D}" type="sibTrans" cxnId="{E9FD9D18-DF44-4C94-A30A-519839A1AC60}">
      <dgm:prSet/>
      <dgm:spPr/>
      <dgm:t>
        <a:bodyPr/>
        <a:lstStyle/>
        <a:p>
          <a:endParaRPr lang="es-CR" sz="2400"/>
        </a:p>
      </dgm:t>
    </dgm:pt>
    <dgm:pt modelId="{4D13249A-8F15-4884-88A5-D27FD8348BDE}">
      <dgm:prSet phldrT="[Texto]" custT="1"/>
      <dgm:spPr/>
      <dgm:t>
        <a:bodyPr/>
        <a:lstStyle/>
        <a:p>
          <a:pPr>
            <a:lnSpc>
              <a:spcPct val="100000"/>
            </a:lnSpc>
          </a:pPr>
          <a:r>
            <a:rPr lang="es-CR" sz="2000"/>
            <a:t>La falacia de la ausencia de errores</a:t>
          </a:r>
        </a:p>
      </dgm:t>
    </dgm:pt>
    <dgm:pt modelId="{E3485C7C-9118-4B4F-9EAF-3AB67E924F83}" type="parTrans" cxnId="{4A6DB975-8239-41A1-A562-448950CD2870}">
      <dgm:prSet/>
      <dgm:spPr/>
      <dgm:t>
        <a:bodyPr/>
        <a:lstStyle/>
        <a:p>
          <a:endParaRPr lang="es-CR" sz="2800"/>
        </a:p>
      </dgm:t>
    </dgm:pt>
    <dgm:pt modelId="{F3BB74BF-FDC7-4BCE-A1E2-E6621D8C5F08}" type="sibTrans" cxnId="{4A6DB975-8239-41A1-A562-448950CD2870}">
      <dgm:prSet/>
      <dgm:spPr/>
      <dgm:t>
        <a:bodyPr/>
        <a:lstStyle/>
        <a:p>
          <a:endParaRPr lang="es-CR" sz="2400"/>
        </a:p>
      </dgm:t>
    </dgm:pt>
    <dgm:pt modelId="{1F55B916-901F-49FC-B843-690222535816}" type="pres">
      <dgm:prSet presAssocID="{A7CAACC9-5A97-4C78-907F-891B1E154D89}" presName="root" presStyleCnt="0">
        <dgm:presLayoutVars>
          <dgm:dir/>
          <dgm:resizeHandles val="exact"/>
        </dgm:presLayoutVars>
      </dgm:prSet>
      <dgm:spPr/>
    </dgm:pt>
    <dgm:pt modelId="{EDC1D70E-0C6E-452C-9097-19E2738B0EBD}" type="pres">
      <dgm:prSet presAssocID="{6E69C301-D907-4EA4-B067-05F359A9C38E}" presName="compNode" presStyleCnt="0"/>
      <dgm:spPr/>
    </dgm:pt>
    <dgm:pt modelId="{152A51B0-C602-4B98-8615-C4280796C1B3}" type="pres">
      <dgm:prSet presAssocID="{6E69C301-D907-4EA4-B067-05F359A9C38E}" presName="bgRect" presStyleLbl="bgShp" presStyleIdx="0" presStyleCnt="7"/>
      <dgm:spPr/>
    </dgm:pt>
    <dgm:pt modelId="{F72169C4-A2D2-47D9-874D-E98C0225058E}" type="pres">
      <dgm:prSet presAssocID="{6E69C301-D907-4EA4-B067-05F359A9C38E}"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2CDB15C1-9B16-4C96-BCA7-DFA34E9DEAFD}" type="pres">
      <dgm:prSet presAssocID="{6E69C301-D907-4EA4-B067-05F359A9C38E}" presName="spaceRect" presStyleCnt="0"/>
      <dgm:spPr/>
    </dgm:pt>
    <dgm:pt modelId="{92382C84-DA20-4BD3-A4D2-9B8F474A2C2A}" type="pres">
      <dgm:prSet presAssocID="{6E69C301-D907-4EA4-B067-05F359A9C38E}" presName="parTx" presStyleLbl="revTx" presStyleIdx="0" presStyleCnt="7">
        <dgm:presLayoutVars>
          <dgm:chMax val="0"/>
          <dgm:chPref val="0"/>
        </dgm:presLayoutVars>
      </dgm:prSet>
      <dgm:spPr/>
    </dgm:pt>
    <dgm:pt modelId="{43B4ABBB-6C86-4BE1-91A1-BDC26C5F4826}" type="pres">
      <dgm:prSet presAssocID="{8A0D2187-B144-4AEB-B5B3-94E57E9CE9DB}" presName="sibTrans" presStyleCnt="0"/>
      <dgm:spPr/>
    </dgm:pt>
    <dgm:pt modelId="{C1461ACB-3457-482E-BC89-3460B0E06F6D}" type="pres">
      <dgm:prSet presAssocID="{C85B688E-A663-4381-9522-D3BFE88D7290}" presName="compNode" presStyleCnt="0"/>
      <dgm:spPr/>
    </dgm:pt>
    <dgm:pt modelId="{D0C444DB-3A8E-45E5-97A8-46E89CF1151E}" type="pres">
      <dgm:prSet presAssocID="{C85B688E-A663-4381-9522-D3BFE88D7290}" presName="bgRect" presStyleLbl="bgShp" presStyleIdx="1" presStyleCnt="7"/>
      <dgm:spPr/>
    </dgm:pt>
    <dgm:pt modelId="{559691F7-7811-418D-9D58-A6DFC9A3A72F}" type="pres">
      <dgm:prSet presAssocID="{C85B688E-A663-4381-9522-D3BFE88D7290}"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ca de verificación"/>
        </a:ext>
      </dgm:extLst>
    </dgm:pt>
    <dgm:pt modelId="{FEDC4D84-C88D-44DF-8D47-862D3766A7B7}" type="pres">
      <dgm:prSet presAssocID="{C85B688E-A663-4381-9522-D3BFE88D7290}" presName="spaceRect" presStyleCnt="0"/>
      <dgm:spPr/>
    </dgm:pt>
    <dgm:pt modelId="{3577D2D6-7560-4B11-9A94-3F0FA1B14315}" type="pres">
      <dgm:prSet presAssocID="{C85B688E-A663-4381-9522-D3BFE88D7290}" presName="parTx" presStyleLbl="revTx" presStyleIdx="1" presStyleCnt="7">
        <dgm:presLayoutVars>
          <dgm:chMax val="0"/>
          <dgm:chPref val="0"/>
        </dgm:presLayoutVars>
      </dgm:prSet>
      <dgm:spPr/>
    </dgm:pt>
    <dgm:pt modelId="{28A8F670-7F37-41DB-86C0-6D809E491AAB}" type="pres">
      <dgm:prSet presAssocID="{3AC1531B-3A14-4056-906D-269E62D7D265}" presName="sibTrans" presStyleCnt="0"/>
      <dgm:spPr/>
    </dgm:pt>
    <dgm:pt modelId="{1274D49A-CDB0-413D-8CDF-E823F88316C2}" type="pres">
      <dgm:prSet presAssocID="{B8A784A3-0FB2-4B28-98F2-8C8CF9320C5F}" presName="compNode" presStyleCnt="0"/>
      <dgm:spPr/>
    </dgm:pt>
    <dgm:pt modelId="{32C05C5A-ACFC-403A-A986-E993066A9BBE}" type="pres">
      <dgm:prSet presAssocID="{B8A784A3-0FB2-4B28-98F2-8C8CF9320C5F}" presName="bgRect" presStyleLbl="bgShp" presStyleIdx="2" presStyleCnt="7"/>
      <dgm:spPr/>
    </dgm:pt>
    <dgm:pt modelId="{0E8B5729-9537-453C-8DFF-73FC3B0EA38D}" type="pres">
      <dgm:prSet presAssocID="{B8A784A3-0FB2-4B28-98F2-8C8CF9320C5F}"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nero"/>
        </a:ext>
      </dgm:extLst>
    </dgm:pt>
    <dgm:pt modelId="{B09C0FBA-819D-4110-91A3-6E6B5A4D8090}" type="pres">
      <dgm:prSet presAssocID="{B8A784A3-0FB2-4B28-98F2-8C8CF9320C5F}" presName="spaceRect" presStyleCnt="0"/>
      <dgm:spPr/>
    </dgm:pt>
    <dgm:pt modelId="{2195E43C-E2EF-48DF-A636-B4F33C2B6DE5}" type="pres">
      <dgm:prSet presAssocID="{B8A784A3-0FB2-4B28-98F2-8C8CF9320C5F}" presName="parTx" presStyleLbl="revTx" presStyleIdx="2" presStyleCnt="7">
        <dgm:presLayoutVars>
          <dgm:chMax val="0"/>
          <dgm:chPref val="0"/>
        </dgm:presLayoutVars>
      </dgm:prSet>
      <dgm:spPr/>
    </dgm:pt>
    <dgm:pt modelId="{1CCDBE69-2251-4AD9-BECF-98EA0779554F}" type="pres">
      <dgm:prSet presAssocID="{51D0A8D9-4600-487B-B039-7C4F0D545A54}" presName="sibTrans" presStyleCnt="0"/>
      <dgm:spPr/>
    </dgm:pt>
    <dgm:pt modelId="{AC9B7E38-98BE-43D7-B731-C33D6BFCEFD6}" type="pres">
      <dgm:prSet presAssocID="{21E0A1B9-9BAD-4E51-A7E1-8C7F0515A0ED}" presName="compNode" presStyleCnt="0"/>
      <dgm:spPr/>
    </dgm:pt>
    <dgm:pt modelId="{7A531436-47C0-4BA9-8D72-65AEE3AEAAB8}" type="pres">
      <dgm:prSet presAssocID="{21E0A1B9-9BAD-4E51-A7E1-8C7F0515A0ED}" presName="bgRect" presStyleLbl="bgShp" presStyleIdx="3" presStyleCnt="7"/>
      <dgm:spPr/>
    </dgm:pt>
    <dgm:pt modelId="{02DAD310-DD64-48BD-B9B1-BECB5FF51BFB}" type="pres">
      <dgm:prSet presAssocID="{21E0A1B9-9BAD-4E51-A7E1-8C7F0515A0ED}"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dvertencia"/>
        </a:ext>
      </dgm:extLst>
    </dgm:pt>
    <dgm:pt modelId="{8518887A-BD52-4016-8D62-C0FFE04BEB98}" type="pres">
      <dgm:prSet presAssocID="{21E0A1B9-9BAD-4E51-A7E1-8C7F0515A0ED}" presName="spaceRect" presStyleCnt="0"/>
      <dgm:spPr/>
    </dgm:pt>
    <dgm:pt modelId="{74922D43-ECE5-47A3-85A3-9ECA57176807}" type="pres">
      <dgm:prSet presAssocID="{21E0A1B9-9BAD-4E51-A7E1-8C7F0515A0ED}" presName="parTx" presStyleLbl="revTx" presStyleIdx="3" presStyleCnt="7">
        <dgm:presLayoutVars>
          <dgm:chMax val="0"/>
          <dgm:chPref val="0"/>
        </dgm:presLayoutVars>
      </dgm:prSet>
      <dgm:spPr/>
    </dgm:pt>
    <dgm:pt modelId="{537B24D7-0015-42C8-A805-EAE402401231}" type="pres">
      <dgm:prSet presAssocID="{4B5FD980-352F-4069-B863-C5EFB00B2BCE}" presName="sibTrans" presStyleCnt="0"/>
      <dgm:spPr/>
    </dgm:pt>
    <dgm:pt modelId="{8295EFDD-2B6F-41CE-AC27-C6997771BB44}" type="pres">
      <dgm:prSet presAssocID="{EC8F54A4-B8B0-431B-9B37-B8D245619529}" presName="compNode" presStyleCnt="0"/>
      <dgm:spPr/>
    </dgm:pt>
    <dgm:pt modelId="{7456B599-2845-4199-B07D-C0E93CB96747}" type="pres">
      <dgm:prSet presAssocID="{EC8F54A4-B8B0-431B-9B37-B8D245619529}" presName="bgRect" presStyleLbl="bgShp" presStyleIdx="4" presStyleCnt="7"/>
      <dgm:spPr/>
    </dgm:pt>
    <dgm:pt modelId="{3C9C4A6C-2809-4475-B85E-774C8B149BF9}" type="pres">
      <dgm:prSet presAssocID="{EC8F54A4-B8B0-431B-9B37-B8D245619529}"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rama"/>
        </a:ext>
      </dgm:extLst>
    </dgm:pt>
    <dgm:pt modelId="{9491B44F-1506-4925-8E62-4BF1A17DCBC7}" type="pres">
      <dgm:prSet presAssocID="{EC8F54A4-B8B0-431B-9B37-B8D245619529}" presName="spaceRect" presStyleCnt="0"/>
      <dgm:spPr/>
    </dgm:pt>
    <dgm:pt modelId="{7CC586A1-DAE5-47F4-9204-8D2A4588B3C2}" type="pres">
      <dgm:prSet presAssocID="{EC8F54A4-B8B0-431B-9B37-B8D245619529}" presName="parTx" presStyleLbl="revTx" presStyleIdx="4" presStyleCnt="7">
        <dgm:presLayoutVars>
          <dgm:chMax val="0"/>
          <dgm:chPref val="0"/>
        </dgm:presLayoutVars>
      </dgm:prSet>
      <dgm:spPr/>
    </dgm:pt>
    <dgm:pt modelId="{7C955233-2760-49B9-8563-7A2A9A3F989E}" type="pres">
      <dgm:prSet presAssocID="{B55B3A0F-D44F-4435-9772-3378D774F7A7}" presName="sibTrans" presStyleCnt="0"/>
      <dgm:spPr/>
    </dgm:pt>
    <dgm:pt modelId="{4A3E55B0-9812-468D-ADD0-C59E4E6DBCD7}" type="pres">
      <dgm:prSet presAssocID="{99DD262A-7989-4917-9063-897AEAB088F7}" presName="compNode" presStyleCnt="0"/>
      <dgm:spPr/>
    </dgm:pt>
    <dgm:pt modelId="{B674181F-BE7C-48CD-94BD-5CEA564E0E2D}" type="pres">
      <dgm:prSet presAssocID="{99DD262A-7989-4917-9063-897AEAB088F7}" presName="bgRect" presStyleLbl="bgShp" presStyleIdx="5" presStyleCnt="7"/>
      <dgm:spPr/>
    </dgm:pt>
    <dgm:pt modelId="{4FC3CAD1-047E-462A-B808-D932B2A395DB}" type="pres">
      <dgm:prSet presAssocID="{99DD262A-7989-4917-9063-897AEAB088F7}"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sta de comprobación"/>
        </a:ext>
      </dgm:extLst>
    </dgm:pt>
    <dgm:pt modelId="{65263DAA-E5F4-4CEA-A1BA-92771D103E7B}" type="pres">
      <dgm:prSet presAssocID="{99DD262A-7989-4917-9063-897AEAB088F7}" presName="spaceRect" presStyleCnt="0"/>
      <dgm:spPr/>
    </dgm:pt>
    <dgm:pt modelId="{17EB3E15-718D-4533-8FD3-E7B2CCF679EA}" type="pres">
      <dgm:prSet presAssocID="{99DD262A-7989-4917-9063-897AEAB088F7}" presName="parTx" presStyleLbl="revTx" presStyleIdx="5" presStyleCnt="7">
        <dgm:presLayoutVars>
          <dgm:chMax val="0"/>
          <dgm:chPref val="0"/>
        </dgm:presLayoutVars>
      </dgm:prSet>
      <dgm:spPr/>
    </dgm:pt>
    <dgm:pt modelId="{E08EF2E3-7D6F-4604-B17D-F97CFA937501}" type="pres">
      <dgm:prSet presAssocID="{5709964D-26FD-4DA1-9F3B-1373D32FF60D}" presName="sibTrans" presStyleCnt="0"/>
      <dgm:spPr/>
    </dgm:pt>
    <dgm:pt modelId="{7388F9F5-56E0-4018-8B41-AC57E2A243A5}" type="pres">
      <dgm:prSet presAssocID="{4D13249A-8F15-4884-88A5-D27FD8348BDE}" presName="compNode" presStyleCnt="0"/>
      <dgm:spPr/>
    </dgm:pt>
    <dgm:pt modelId="{3DBB7126-9814-4AE8-9137-47C8D53447A5}" type="pres">
      <dgm:prSet presAssocID="{4D13249A-8F15-4884-88A5-D27FD8348BDE}" presName="bgRect" presStyleLbl="bgShp" presStyleIdx="6" presStyleCnt="7"/>
      <dgm:spPr/>
    </dgm:pt>
    <dgm:pt modelId="{91B0A67E-5810-4ED1-9429-16E5F5363B29}" type="pres">
      <dgm:prSet presAssocID="{4D13249A-8F15-4884-88A5-D27FD8348BDE}"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Insecto"/>
        </a:ext>
      </dgm:extLst>
    </dgm:pt>
    <dgm:pt modelId="{5E4ED9F5-99B0-41CF-B18D-8D4D8B65BE93}" type="pres">
      <dgm:prSet presAssocID="{4D13249A-8F15-4884-88A5-D27FD8348BDE}" presName="spaceRect" presStyleCnt="0"/>
      <dgm:spPr/>
    </dgm:pt>
    <dgm:pt modelId="{DCB8868B-926C-4804-8987-10F73615D6A2}" type="pres">
      <dgm:prSet presAssocID="{4D13249A-8F15-4884-88A5-D27FD8348BDE}" presName="parTx" presStyleLbl="revTx" presStyleIdx="6" presStyleCnt="7">
        <dgm:presLayoutVars>
          <dgm:chMax val="0"/>
          <dgm:chPref val="0"/>
        </dgm:presLayoutVars>
      </dgm:prSet>
      <dgm:spPr/>
    </dgm:pt>
  </dgm:ptLst>
  <dgm:cxnLst>
    <dgm:cxn modelId="{49D10D02-62FD-4D9C-A2E9-B2609D9A9A37}" srcId="{A7CAACC9-5A97-4C78-907F-891B1E154D89}" destId="{6E69C301-D907-4EA4-B067-05F359A9C38E}" srcOrd="0" destOrd="0" parTransId="{8F573FE3-11B7-450F-9666-B50D2F22D2BE}" sibTransId="{8A0D2187-B144-4AEB-B5B3-94E57E9CE9DB}"/>
    <dgm:cxn modelId="{E9FD9D18-DF44-4C94-A30A-519839A1AC60}" srcId="{A7CAACC9-5A97-4C78-907F-891B1E154D89}" destId="{99DD262A-7989-4917-9063-897AEAB088F7}" srcOrd="5" destOrd="0" parTransId="{E1FEBFD0-A829-490D-B96C-CC4543E80C4D}" sibTransId="{5709964D-26FD-4DA1-9F3B-1373D32FF60D}"/>
    <dgm:cxn modelId="{BEB3B533-E956-4CA4-A8F6-E403AB4CA74C}" type="presOf" srcId="{A7CAACC9-5A97-4C78-907F-891B1E154D89}" destId="{1F55B916-901F-49FC-B843-690222535816}" srcOrd="0" destOrd="0" presId="urn:microsoft.com/office/officeart/2018/2/layout/IconVerticalSolidList"/>
    <dgm:cxn modelId="{4699A45D-26E3-42BE-8F51-18843D46DA4C}" srcId="{A7CAACC9-5A97-4C78-907F-891B1E154D89}" destId="{EC8F54A4-B8B0-431B-9B37-B8D245619529}" srcOrd="4" destOrd="0" parTransId="{505A8BF1-5D63-40B0-8AC5-8D4AD658046E}" sibTransId="{B55B3A0F-D44F-4435-9772-3378D774F7A7}"/>
    <dgm:cxn modelId="{03635768-DAC2-40BE-B363-1F0DDC796B1D}" type="presOf" srcId="{21E0A1B9-9BAD-4E51-A7E1-8C7F0515A0ED}" destId="{74922D43-ECE5-47A3-85A3-9ECA57176807}" srcOrd="0" destOrd="0" presId="urn:microsoft.com/office/officeart/2018/2/layout/IconVerticalSolidList"/>
    <dgm:cxn modelId="{046E1869-CCB9-4933-B9FC-B6588BD7CC70}" type="presOf" srcId="{C85B688E-A663-4381-9522-D3BFE88D7290}" destId="{3577D2D6-7560-4B11-9A94-3F0FA1B14315}" srcOrd="0" destOrd="0" presId="urn:microsoft.com/office/officeart/2018/2/layout/IconVerticalSolidList"/>
    <dgm:cxn modelId="{BC5C6169-48A9-4E53-A5E5-5619CFFDB276}" type="presOf" srcId="{B8A784A3-0FB2-4B28-98F2-8C8CF9320C5F}" destId="{2195E43C-E2EF-48DF-A636-B4F33C2B6DE5}" srcOrd="0" destOrd="0" presId="urn:microsoft.com/office/officeart/2018/2/layout/IconVerticalSolidList"/>
    <dgm:cxn modelId="{4A6DB975-8239-41A1-A562-448950CD2870}" srcId="{A7CAACC9-5A97-4C78-907F-891B1E154D89}" destId="{4D13249A-8F15-4884-88A5-D27FD8348BDE}" srcOrd="6" destOrd="0" parTransId="{E3485C7C-9118-4B4F-9EAF-3AB67E924F83}" sibTransId="{F3BB74BF-FDC7-4BCE-A1E2-E6621D8C5F08}"/>
    <dgm:cxn modelId="{D51CD981-52F6-4FCE-B67D-22D115FBC0DC}" type="presOf" srcId="{99DD262A-7989-4917-9063-897AEAB088F7}" destId="{17EB3E15-718D-4533-8FD3-E7B2CCF679EA}" srcOrd="0" destOrd="0" presId="urn:microsoft.com/office/officeart/2018/2/layout/IconVerticalSolidList"/>
    <dgm:cxn modelId="{5436EB85-321F-4AB3-A35F-7577A2D3134E}" srcId="{A7CAACC9-5A97-4C78-907F-891B1E154D89}" destId="{B8A784A3-0FB2-4B28-98F2-8C8CF9320C5F}" srcOrd="2" destOrd="0" parTransId="{0566D4FD-3DDD-43CD-BCF6-BEB78E207FF4}" sibTransId="{51D0A8D9-4600-487B-B039-7C4F0D545A54}"/>
    <dgm:cxn modelId="{D436148F-739F-47CE-9C4C-71F2A0A6866E}" type="presOf" srcId="{6E69C301-D907-4EA4-B067-05F359A9C38E}" destId="{92382C84-DA20-4BD3-A4D2-9B8F474A2C2A}" srcOrd="0" destOrd="0" presId="urn:microsoft.com/office/officeart/2018/2/layout/IconVerticalSolidList"/>
    <dgm:cxn modelId="{BCAD52BA-CC11-4CEC-8672-843DB35B3CB5}" type="presOf" srcId="{4D13249A-8F15-4884-88A5-D27FD8348BDE}" destId="{DCB8868B-926C-4804-8987-10F73615D6A2}" srcOrd="0" destOrd="0" presId="urn:microsoft.com/office/officeart/2018/2/layout/IconVerticalSolidList"/>
    <dgm:cxn modelId="{17163EBF-400A-4617-8CB3-AD70D68D66F4}" srcId="{A7CAACC9-5A97-4C78-907F-891B1E154D89}" destId="{C85B688E-A663-4381-9522-D3BFE88D7290}" srcOrd="1" destOrd="0" parTransId="{A516973D-FA6D-49B8-B74A-C8412268D821}" sibTransId="{3AC1531B-3A14-4056-906D-269E62D7D265}"/>
    <dgm:cxn modelId="{32D3A4C4-A905-4076-92C1-9BEA43F4E096}" srcId="{A7CAACC9-5A97-4C78-907F-891B1E154D89}" destId="{21E0A1B9-9BAD-4E51-A7E1-8C7F0515A0ED}" srcOrd="3" destOrd="0" parTransId="{E2EFB132-E5BC-4B52-9A66-A83D2744A7F0}" sibTransId="{4B5FD980-352F-4069-B863-C5EFB00B2BCE}"/>
    <dgm:cxn modelId="{8660C1EE-09B7-4F92-BA14-F81EA352933E}" type="presOf" srcId="{EC8F54A4-B8B0-431B-9B37-B8D245619529}" destId="{7CC586A1-DAE5-47F4-9204-8D2A4588B3C2}" srcOrd="0" destOrd="0" presId="urn:microsoft.com/office/officeart/2018/2/layout/IconVerticalSolidList"/>
    <dgm:cxn modelId="{18F13D9C-A42B-470F-BCC9-82279074ED8E}" type="presParOf" srcId="{1F55B916-901F-49FC-B843-690222535816}" destId="{EDC1D70E-0C6E-452C-9097-19E2738B0EBD}" srcOrd="0" destOrd="0" presId="urn:microsoft.com/office/officeart/2018/2/layout/IconVerticalSolidList"/>
    <dgm:cxn modelId="{82AB21CE-5A4C-41BB-9FC3-4C3B2D93E417}" type="presParOf" srcId="{EDC1D70E-0C6E-452C-9097-19E2738B0EBD}" destId="{152A51B0-C602-4B98-8615-C4280796C1B3}" srcOrd="0" destOrd="0" presId="urn:microsoft.com/office/officeart/2018/2/layout/IconVerticalSolidList"/>
    <dgm:cxn modelId="{6E8BAFB7-6886-487F-B269-CC11BE9DEB87}" type="presParOf" srcId="{EDC1D70E-0C6E-452C-9097-19E2738B0EBD}" destId="{F72169C4-A2D2-47D9-874D-E98C0225058E}" srcOrd="1" destOrd="0" presId="urn:microsoft.com/office/officeart/2018/2/layout/IconVerticalSolidList"/>
    <dgm:cxn modelId="{6DC31BBF-AE46-4760-9AB5-CC500629A51C}" type="presParOf" srcId="{EDC1D70E-0C6E-452C-9097-19E2738B0EBD}" destId="{2CDB15C1-9B16-4C96-BCA7-DFA34E9DEAFD}" srcOrd="2" destOrd="0" presId="urn:microsoft.com/office/officeart/2018/2/layout/IconVerticalSolidList"/>
    <dgm:cxn modelId="{504135D7-7C64-4078-A927-CECF18143681}" type="presParOf" srcId="{EDC1D70E-0C6E-452C-9097-19E2738B0EBD}" destId="{92382C84-DA20-4BD3-A4D2-9B8F474A2C2A}" srcOrd="3" destOrd="0" presId="urn:microsoft.com/office/officeart/2018/2/layout/IconVerticalSolidList"/>
    <dgm:cxn modelId="{01DEA3DD-F324-4389-A6A2-77BC33D93E60}" type="presParOf" srcId="{1F55B916-901F-49FC-B843-690222535816}" destId="{43B4ABBB-6C86-4BE1-91A1-BDC26C5F4826}" srcOrd="1" destOrd="0" presId="urn:microsoft.com/office/officeart/2018/2/layout/IconVerticalSolidList"/>
    <dgm:cxn modelId="{86E21848-406F-4EE8-A3FE-1EBED910B7BC}" type="presParOf" srcId="{1F55B916-901F-49FC-B843-690222535816}" destId="{C1461ACB-3457-482E-BC89-3460B0E06F6D}" srcOrd="2" destOrd="0" presId="urn:microsoft.com/office/officeart/2018/2/layout/IconVerticalSolidList"/>
    <dgm:cxn modelId="{66BF9F67-5580-4E28-8EC1-BEF5C43B521F}" type="presParOf" srcId="{C1461ACB-3457-482E-BC89-3460B0E06F6D}" destId="{D0C444DB-3A8E-45E5-97A8-46E89CF1151E}" srcOrd="0" destOrd="0" presId="urn:microsoft.com/office/officeart/2018/2/layout/IconVerticalSolidList"/>
    <dgm:cxn modelId="{79753EDB-0BB9-4282-AB82-F0918519EA07}" type="presParOf" srcId="{C1461ACB-3457-482E-BC89-3460B0E06F6D}" destId="{559691F7-7811-418D-9D58-A6DFC9A3A72F}" srcOrd="1" destOrd="0" presId="urn:microsoft.com/office/officeart/2018/2/layout/IconVerticalSolidList"/>
    <dgm:cxn modelId="{56F83665-90A6-4E7A-9758-CFBF611E3969}" type="presParOf" srcId="{C1461ACB-3457-482E-BC89-3460B0E06F6D}" destId="{FEDC4D84-C88D-44DF-8D47-862D3766A7B7}" srcOrd="2" destOrd="0" presId="urn:microsoft.com/office/officeart/2018/2/layout/IconVerticalSolidList"/>
    <dgm:cxn modelId="{CBA21D9B-0374-4C71-91BE-40ECDDAD5261}" type="presParOf" srcId="{C1461ACB-3457-482E-BC89-3460B0E06F6D}" destId="{3577D2D6-7560-4B11-9A94-3F0FA1B14315}" srcOrd="3" destOrd="0" presId="urn:microsoft.com/office/officeart/2018/2/layout/IconVerticalSolidList"/>
    <dgm:cxn modelId="{D6077ACC-7ED2-472B-BA42-B16BFBE5F320}" type="presParOf" srcId="{1F55B916-901F-49FC-B843-690222535816}" destId="{28A8F670-7F37-41DB-86C0-6D809E491AAB}" srcOrd="3" destOrd="0" presId="urn:microsoft.com/office/officeart/2018/2/layout/IconVerticalSolidList"/>
    <dgm:cxn modelId="{F9A8CFE1-3643-4598-B07E-3CDAA6B545FC}" type="presParOf" srcId="{1F55B916-901F-49FC-B843-690222535816}" destId="{1274D49A-CDB0-413D-8CDF-E823F88316C2}" srcOrd="4" destOrd="0" presId="urn:microsoft.com/office/officeart/2018/2/layout/IconVerticalSolidList"/>
    <dgm:cxn modelId="{C80D44BC-1E7C-467E-A675-68278A4A29DB}" type="presParOf" srcId="{1274D49A-CDB0-413D-8CDF-E823F88316C2}" destId="{32C05C5A-ACFC-403A-A986-E993066A9BBE}" srcOrd="0" destOrd="0" presId="urn:microsoft.com/office/officeart/2018/2/layout/IconVerticalSolidList"/>
    <dgm:cxn modelId="{85215EC1-C913-4C3C-9EF0-ACD51527055B}" type="presParOf" srcId="{1274D49A-CDB0-413D-8CDF-E823F88316C2}" destId="{0E8B5729-9537-453C-8DFF-73FC3B0EA38D}" srcOrd="1" destOrd="0" presId="urn:microsoft.com/office/officeart/2018/2/layout/IconVerticalSolidList"/>
    <dgm:cxn modelId="{6B60D446-6CB5-4707-8CDA-CFE65963B99C}" type="presParOf" srcId="{1274D49A-CDB0-413D-8CDF-E823F88316C2}" destId="{B09C0FBA-819D-4110-91A3-6E6B5A4D8090}" srcOrd="2" destOrd="0" presId="urn:microsoft.com/office/officeart/2018/2/layout/IconVerticalSolidList"/>
    <dgm:cxn modelId="{75CC896C-0411-4EEE-A293-B064AD6C23DF}" type="presParOf" srcId="{1274D49A-CDB0-413D-8CDF-E823F88316C2}" destId="{2195E43C-E2EF-48DF-A636-B4F33C2B6DE5}" srcOrd="3" destOrd="0" presId="urn:microsoft.com/office/officeart/2018/2/layout/IconVerticalSolidList"/>
    <dgm:cxn modelId="{CF430EF4-ECE0-4041-A036-1B3C054BE637}" type="presParOf" srcId="{1F55B916-901F-49FC-B843-690222535816}" destId="{1CCDBE69-2251-4AD9-BECF-98EA0779554F}" srcOrd="5" destOrd="0" presId="urn:microsoft.com/office/officeart/2018/2/layout/IconVerticalSolidList"/>
    <dgm:cxn modelId="{19DD9A70-3E08-40CB-8459-10A301F602A4}" type="presParOf" srcId="{1F55B916-901F-49FC-B843-690222535816}" destId="{AC9B7E38-98BE-43D7-B731-C33D6BFCEFD6}" srcOrd="6" destOrd="0" presId="urn:microsoft.com/office/officeart/2018/2/layout/IconVerticalSolidList"/>
    <dgm:cxn modelId="{85FBBC5E-656A-46E2-9719-293AD3F1C8CE}" type="presParOf" srcId="{AC9B7E38-98BE-43D7-B731-C33D6BFCEFD6}" destId="{7A531436-47C0-4BA9-8D72-65AEE3AEAAB8}" srcOrd="0" destOrd="0" presId="urn:microsoft.com/office/officeart/2018/2/layout/IconVerticalSolidList"/>
    <dgm:cxn modelId="{114E4672-BA5E-44BB-8FA0-486E0949B0AB}" type="presParOf" srcId="{AC9B7E38-98BE-43D7-B731-C33D6BFCEFD6}" destId="{02DAD310-DD64-48BD-B9B1-BECB5FF51BFB}" srcOrd="1" destOrd="0" presId="urn:microsoft.com/office/officeart/2018/2/layout/IconVerticalSolidList"/>
    <dgm:cxn modelId="{C863F767-D8B2-4975-AEE6-892379BDECF9}" type="presParOf" srcId="{AC9B7E38-98BE-43D7-B731-C33D6BFCEFD6}" destId="{8518887A-BD52-4016-8D62-C0FFE04BEB98}" srcOrd="2" destOrd="0" presId="urn:microsoft.com/office/officeart/2018/2/layout/IconVerticalSolidList"/>
    <dgm:cxn modelId="{14B27EB3-6D95-4C3E-AEB9-9D1CA7EFB1B9}" type="presParOf" srcId="{AC9B7E38-98BE-43D7-B731-C33D6BFCEFD6}" destId="{74922D43-ECE5-47A3-85A3-9ECA57176807}" srcOrd="3" destOrd="0" presId="urn:microsoft.com/office/officeart/2018/2/layout/IconVerticalSolidList"/>
    <dgm:cxn modelId="{0F972675-10EF-41F6-B671-A80DB5D08007}" type="presParOf" srcId="{1F55B916-901F-49FC-B843-690222535816}" destId="{537B24D7-0015-42C8-A805-EAE402401231}" srcOrd="7" destOrd="0" presId="urn:microsoft.com/office/officeart/2018/2/layout/IconVerticalSolidList"/>
    <dgm:cxn modelId="{3CC0F7BC-FE87-4523-8BA7-5835AF9A0C7C}" type="presParOf" srcId="{1F55B916-901F-49FC-B843-690222535816}" destId="{8295EFDD-2B6F-41CE-AC27-C6997771BB44}" srcOrd="8" destOrd="0" presId="urn:microsoft.com/office/officeart/2018/2/layout/IconVerticalSolidList"/>
    <dgm:cxn modelId="{616D241C-E501-486D-9794-EB17BD39B9D8}" type="presParOf" srcId="{8295EFDD-2B6F-41CE-AC27-C6997771BB44}" destId="{7456B599-2845-4199-B07D-C0E93CB96747}" srcOrd="0" destOrd="0" presId="urn:microsoft.com/office/officeart/2018/2/layout/IconVerticalSolidList"/>
    <dgm:cxn modelId="{FA9FE69D-2230-4437-B85B-12D15885E4FF}" type="presParOf" srcId="{8295EFDD-2B6F-41CE-AC27-C6997771BB44}" destId="{3C9C4A6C-2809-4475-B85E-774C8B149BF9}" srcOrd="1" destOrd="0" presId="urn:microsoft.com/office/officeart/2018/2/layout/IconVerticalSolidList"/>
    <dgm:cxn modelId="{2714887E-C140-4498-9CD5-2F61E8083E36}" type="presParOf" srcId="{8295EFDD-2B6F-41CE-AC27-C6997771BB44}" destId="{9491B44F-1506-4925-8E62-4BF1A17DCBC7}" srcOrd="2" destOrd="0" presId="urn:microsoft.com/office/officeart/2018/2/layout/IconVerticalSolidList"/>
    <dgm:cxn modelId="{3B839E96-42C3-4023-B633-C2495D9060A1}" type="presParOf" srcId="{8295EFDD-2B6F-41CE-AC27-C6997771BB44}" destId="{7CC586A1-DAE5-47F4-9204-8D2A4588B3C2}" srcOrd="3" destOrd="0" presId="urn:microsoft.com/office/officeart/2018/2/layout/IconVerticalSolidList"/>
    <dgm:cxn modelId="{D1544195-DF04-48F4-9AD6-B5DDCA4C836C}" type="presParOf" srcId="{1F55B916-901F-49FC-B843-690222535816}" destId="{7C955233-2760-49B9-8563-7A2A9A3F989E}" srcOrd="9" destOrd="0" presId="urn:microsoft.com/office/officeart/2018/2/layout/IconVerticalSolidList"/>
    <dgm:cxn modelId="{F194DCAC-B34C-4E0D-9A13-E2B543D6A40D}" type="presParOf" srcId="{1F55B916-901F-49FC-B843-690222535816}" destId="{4A3E55B0-9812-468D-ADD0-C59E4E6DBCD7}" srcOrd="10" destOrd="0" presId="urn:microsoft.com/office/officeart/2018/2/layout/IconVerticalSolidList"/>
    <dgm:cxn modelId="{3F0CC1EF-7AE8-41BD-A95F-7F91099D7558}" type="presParOf" srcId="{4A3E55B0-9812-468D-ADD0-C59E4E6DBCD7}" destId="{B674181F-BE7C-48CD-94BD-5CEA564E0E2D}" srcOrd="0" destOrd="0" presId="urn:microsoft.com/office/officeart/2018/2/layout/IconVerticalSolidList"/>
    <dgm:cxn modelId="{834C5996-CB8A-4D86-BA2E-40C2BADFE757}" type="presParOf" srcId="{4A3E55B0-9812-468D-ADD0-C59E4E6DBCD7}" destId="{4FC3CAD1-047E-462A-B808-D932B2A395DB}" srcOrd="1" destOrd="0" presId="urn:microsoft.com/office/officeart/2018/2/layout/IconVerticalSolidList"/>
    <dgm:cxn modelId="{6EAB2FD7-F346-4BB6-9B82-CE9A5387E118}" type="presParOf" srcId="{4A3E55B0-9812-468D-ADD0-C59E4E6DBCD7}" destId="{65263DAA-E5F4-4CEA-A1BA-92771D103E7B}" srcOrd="2" destOrd="0" presId="urn:microsoft.com/office/officeart/2018/2/layout/IconVerticalSolidList"/>
    <dgm:cxn modelId="{B77E9138-06E1-44C1-B0DA-0899B58C9C91}" type="presParOf" srcId="{4A3E55B0-9812-468D-ADD0-C59E4E6DBCD7}" destId="{17EB3E15-718D-4533-8FD3-E7B2CCF679EA}" srcOrd="3" destOrd="0" presId="urn:microsoft.com/office/officeart/2018/2/layout/IconVerticalSolidList"/>
    <dgm:cxn modelId="{F63BE483-7FDD-4D27-B649-0064CE1642FB}" type="presParOf" srcId="{1F55B916-901F-49FC-B843-690222535816}" destId="{E08EF2E3-7D6F-4604-B17D-F97CFA937501}" srcOrd="11" destOrd="0" presId="urn:microsoft.com/office/officeart/2018/2/layout/IconVerticalSolidList"/>
    <dgm:cxn modelId="{E4476690-8515-4486-B785-6698ED2700AA}" type="presParOf" srcId="{1F55B916-901F-49FC-B843-690222535816}" destId="{7388F9F5-56E0-4018-8B41-AC57E2A243A5}" srcOrd="12" destOrd="0" presId="urn:microsoft.com/office/officeart/2018/2/layout/IconVerticalSolidList"/>
    <dgm:cxn modelId="{F92C9599-8FF2-4A64-972A-45F3D00F5D54}" type="presParOf" srcId="{7388F9F5-56E0-4018-8B41-AC57E2A243A5}" destId="{3DBB7126-9814-4AE8-9137-47C8D53447A5}" srcOrd="0" destOrd="0" presId="urn:microsoft.com/office/officeart/2018/2/layout/IconVerticalSolidList"/>
    <dgm:cxn modelId="{45680580-4019-4215-AC3A-EADEAAC4729B}" type="presParOf" srcId="{7388F9F5-56E0-4018-8B41-AC57E2A243A5}" destId="{91B0A67E-5810-4ED1-9429-16E5F5363B29}" srcOrd="1" destOrd="0" presId="urn:microsoft.com/office/officeart/2018/2/layout/IconVerticalSolidList"/>
    <dgm:cxn modelId="{9479FF1F-2B8E-4DA1-903F-51B3A5E2B27B}" type="presParOf" srcId="{7388F9F5-56E0-4018-8B41-AC57E2A243A5}" destId="{5E4ED9F5-99B0-41CF-B18D-8D4D8B65BE93}" srcOrd="2" destOrd="0" presId="urn:microsoft.com/office/officeart/2018/2/layout/IconVerticalSolidList"/>
    <dgm:cxn modelId="{D6ADF94F-96F0-4709-B9EC-B64B40FFC699}" type="presParOf" srcId="{7388F9F5-56E0-4018-8B41-AC57E2A243A5}" destId="{DCB8868B-926C-4804-8987-10F73615D6A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4F7A450-A4A8-4EE6-B9C2-ABC50161C58A}"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s-CR"/>
        </a:p>
      </dgm:t>
    </dgm:pt>
    <dgm:pt modelId="{BAB6CFAC-E8D5-4120-8103-C5FCD20945CA}">
      <dgm:prSet custT="1"/>
      <dgm:spPr/>
      <dgm:t>
        <a:bodyPr/>
        <a:lstStyle/>
        <a:p>
          <a:pPr rtl="0"/>
          <a:r>
            <a:rPr lang="es-CR" sz="1600" dirty="0"/>
            <a:t>Los caminos de ejecución en un software no-trivial son casi infinitos</a:t>
          </a:r>
        </a:p>
      </dgm:t>
    </dgm:pt>
    <dgm:pt modelId="{F0863010-12C4-4FD0-A604-4EDC56FB9291}" type="parTrans" cxnId="{564A71A2-74A9-4BB2-B310-805E235FF1C2}">
      <dgm:prSet/>
      <dgm:spPr/>
      <dgm:t>
        <a:bodyPr/>
        <a:lstStyle/>
        <a:p>
          <a:pPr algn="just"/>
          <a:endParaRPr lang="es-CR" sz="2800"/>
        </a:p>
      </dgm:t>
    </dgm:pt>
    <dgm:pt modelId="{1CA9326A-ABCC-482E-A712-D09822B39533}" type="sibTrans" cxnId="{564A71A2-74A9-4BB2-B310-805E235FF1C2}">
      <dgm:prSet phldrT="01" phldr="0" custT="1"/>
      <dgm:spPr/>
      <dgm:t>
        <a:bodyPr/>
        <a:lstStyle/>
        <a:p>
          <a:r>
            <a:rPr lang="es-CR" sz="4000"/>
            <a:t>01</a:t>
          </a:r>
          <a:endParaRPr lang="es-CR" sz="4000" dirty="0"/>
        </a:p>
      </dgm:t>
    </dgm:pt>
    <dgm:pt modelId="{A18456A4-93D1-47FA-82C2-4F2DE12A2652}">
      <dgm:prSet custT="1"/>
      <dgm:spPr/>
      <dgm:t>
        <a:bodyPr/>
        <a:lstStyle/>
        <a:p>
          <a:pPr rtl="0"/>
          <a:r>
            <a:rPr lang="es-CR" sz="1600"/>
            <a:t>Hay grandes flujos de datos separados en el espacio (características) y el tiempo (datos estáticos)</a:t>
          </a:r>
        </a:p>
      </dgm:t>
    </dgm:pt>
    <dgm:pt modelId="{755D6B14-E5A8-4F28-81E7-15B47002844C}" type="parTrans" cxnId="{9A465061-02C6-4632-83B6-0021B15B6FCA}">
      <dgm:prSet/>
      <dgm:spPr/>
      <dgm:t>
        <a:bodyPr/>
        <a:lstStyle/>
        <a:p>
          <a:pPr algn="just"/>
          <a:endParaRPr lang="es-CR" sz="2800"/>
        </a:p>
      </dgm:t>
    </dgm:pt>
    <dgm:pt modelId="{07ED46EA-5983-4AB1-8754-1EC8D336CAD7}" type="sibTrans" cxnId="{9A465061-02C6-4632-83B6-0021B15B6FCA}">
      <dgm:prSet phldrT="02" phldr="0" custT="1"/>
      <dgm:spPr/>
      <dgm:t>
        <a:bodyPr/>
        <a:lstStyle/>
        <a:p>
          <a:r>
            <a:rPr lang="es-CR" sz="4000"/>
            <a:t>02</a:t>
          </a:r>
          <a:endParaRPr lang="es-CR" sz="4000" dirty="0"/>
        </a:p>
      </dgm:t>
    </dgm:pt>
    <dgm:pt modelId="{3B4ED5E4-958E-41F1-BF41-1D7B65779A8A}">
      <dgm:prSet custT="1"/>
      <dgm:spPr/>
      <dgm:t>
        <a:bodyPr/>
        <a:lstStyle/>
        <a:p>
          <a:pPr rtl="0"/>
          <a:r>
            <a:rPr lang="es-CR" sz="1600" dirty="0"/>
            <a:t>Pequeños cambios pueden provocar regresiones las cuales no son lineales al tamaño del cambio</a:t>
          </a:r>
        </a:p>
      </dgm:t>
    </dgm:pt>
    <dgm:pt modelId="{BDB665A5-D447-42BA-B3F2-B73346A2CCC7}" type="parTrans" cxnId="{7F829424-1779-477E-AB5D-E9F0390F7807}">
      <dgm:prSet/>
      <dgm:spPr/>
      <dgm:t>
        <a:bodyPr/>
        <a:lstStyle/>
        <a:p>
          <a:pPr algn="just"/>
          <a:endParaRPr lang="es-CR" sz="2800"/>
        </a:p>
      </dgm:t>
    </dgm:pt>
    <dgm:pt modelId="{0AB0AC52-FB59-4FDA-8986-31F0D8D19FBE}" type="sibTrans" cxnId="{7F829424-1779-477E-AB5D-E9F0390F7807}">
      <dgm:prSet phldrT="03" phldr="0" custT="1"/>
      <dgm:spPr/>
      <dgm:t>
        <a:bodyPr/>
        <a:lstStyle/>
        <a:p>
          <a:r>
            <a:rPr lang="es-CR" sz="4000"/>
            <a:t>03</a:t>
          </a:r>
        </a:p>
      </dgm:t>
    </dgm:pt>
    <dgm:pt modelId="{55FA95BC-D1EC-45D5-8C94-78001BC98157}">
      <dgm:prSet custT="1"/>
      <dgm:spPr/>
      <dgm:t>
        <a:bodyPr/>
        <a:lstStyle/>
        <a:p>
          <a:pPr rtl="0"/>
          <a:r>
            <a:rPr lang="es-CR" sz="1600" dirty="0"/>
            <a:t>Perfiles de uso y campos de configuración variados, algunos desconocidos y algunos imposibles de conocer</a:t>
          </a:r>
        </a:p>
      </dgm:t>
    </dgm:pt>
    <dgm:pt modelId="{08E118F4-2BE6-4B9C-882A-867221651C71}" type="parTrans" cxnId="{AB9EBA96-F625-407B-BD3E-0B6D0AD59E7A}">
      <dgm:prSet/>
      <dgm:spPr/>
      <dgm:t>
        <a:bodyPr/>
        <a:lstStyle/>
        <a:p>
          <a:pPr algn="just"/>
          <a:endParaRPr lang="es-CR" sz="2800"/>
        </a:p>
      </dgm:t>
    </dgm:pt>
    <dgm:pt modelId="{B27F5553-E91A-4546-9EB9-9FEC918D29B7}" type="sibTrans" cxnId="{AB9EBA96-F625-407B-BD3E-0B6D0AD59E7A}">
      <dgm:prSet phldrT="04" phldr="0" custT="1"/>
      <dgm:spPr/>
      <dgm:t>
        <a:bodyPr/>
        <a:lstStyle/>
        <a:p>
          <a:r>
            <a:rPr lang="es-CR" sz="4000"/>
            <a:t>04</a:t>
          </a:r>
        </a:p>
      </dgm:t>
    </dgm:pt>
    <dgm:pt modelId="{D4DE5B48-8AF8-4C38-8EC6-0639DF3E5FB1}" type="pres">
      <dgm:prSet presAssocID="{B4F7A450-A4A8-4EE6-B9C2-ABC50161C58A}" presName="Name0" presStyleCnt="0">
        <dgm:presLayoutVars>
          <dgm:animLvl val="lvl"/>
          <dgm:resizeHandles val="exact"/>
        </dgm:presLayoutVars>
      </dgm:prSet>
      <dgm:spPr/>
    </dgm:pt>
    <dgm:pt modelId="{318C51B9-263A-467A-8AAA-D3375E39FF4D}" type="pres">
      <dgm:prSet presAssocID="{BAB6CFAC-E8D5-4120-8103-C5FCD20945CA}" presName="compositeNode" presStyleCnt="0">
        <dgm:presLayoutVars>
          <dgm:bulletEnabled val="1"/>
        </dgm:presLayoutVars>
      </dgm:prSet>
      <dgm:spPr/>
    </dgm:pt>
    <dgm:pt modelId="{8C9E2783-7AAC-46AC-A856-E6FA85C8819D}" type="pres">
      <dgm:prSet presAssocID="{BAB6CFAC-E8D5-4120-8103-C5FCD20945CA}" presName="bgRect" presStyleLbl="alignNode1" presStyleIdx="0" presStyleCnt="4" custScaleY="120523"/>
      <dgm:spPr/>
    </dgm:pt>
    <dgm:pt modelId="{EC7247EF-D86A-453B-9D56-690EAFA89EF7}" type="pres">
      <dgm:prSet presAssocID="{1CA9326A-ABCC-482E-A712-D09822B39533}" presName="sibTransNodeRect" presStyleLbl="alignNode1" presStyleIdx="0" presStyleCnt="4" custLinFactNeighborY="-41916">
        <dgm:presLayoutVars>
          <dgm:chMax val="0"/>
          <dgm:bulletEnabled val="1"/>
        </dgm:presLayoutVars>
      </dgm:prSet>
      <dgm:spPr/>
    </dgm:pt>
    <dgm:pt modelId="{F47FDE97-CB02-4CC5-B339-3DD959FA3204}" type="pres">
      <dgm:prSet presAssocID="{BAB6CFAC-E8D5-4120-8103-C5FCD20945CA}" presName="nodeRect" presStyleLbl="alignNode1" presStyleIdx="0" presStyleCnt="4">
        <dgm:presLayoutVars>
          <dgm:bulletEnabled val="1"/>
        </dgm:presLayoutVars>
      </dgm:prSet>
      <dgm:spPr/>
    </dgm:pt>
    <dgm:pt modelId="{41C9A40C-542B-4AE3-BA25-864E77927854}" type="pres">
      <dgm:prSet presAssocID="{1CA9326A-ABCC-482E-A712-D09822B39533}" presName="sibTrans" presStyleCnt="0"/>
      <dgm:spPr/>
    </dgm:pt>
    <dgm:pt modelId="{1DC008E9-624C-4A38-B442-E71B1B0C8E7B}" type="pres">
      <dgm:prSet presAssocID="{A18456A4-93D1-47FA-82C2-4F2DE12A2652}" presName="compositeNode" presStyleCnt="0">
        <dgm:presLayoutVars>
          <dgm:bulletEnabled val="1"/>
        </dgm:presLayoutVars>
      </dgm:prSet>
      <dgm:spPr/>
    </dgm:pt>
    <dgm:pt modelId="{AC44A0E5-E822-4F68-AD9C-E18500402101}" type="pres">
      <dgm:prSet presAssocID="{A18456A4-93D1-47FA-82C2-4F2DE12A2652}" presName="bgRect" presStyleLbl="alignNode1" presStyleIdx="1" presStyleCnt="4" custScaleY="149117"/>
      <dgm:spPr/>
    </dgm:pt>
    <dgm:pt modelId="{2DA7C087-03FD-4F55-A580-C777DC046299}" type="pres">
      <dgm:prSet presAssocID="{07ED46EA-5983-4AB1-8754-1EC8D336CAD7}" presName="sibTransNodeRect" presStyleLbl="alignNode1" presStyleIdx="1" presStyleCnt="4" custLinFactNeighborY="-41916">
        <dgm:presLayoutVars>
          <dgm:chMax val="0"/>
          <dgm:bulletEnabled val="1"/>
        </dgm:presLayoutVars>
      </dgm:prSet>
      <dgm:spPr/>
    </dgm:pt>
    <dgm:pt modelId="{7D14D90F-80C9-4AD5-8C03-E58B180F3CFF}" type="pres">
      <dgm:prSet presAssocID="{A18456A4-93D1-47FA-82C2-4F2DE12A2652}" presName="nodeRect" presStyleLbl="alignNode1" presStyleIdx="1" presStyleCnt="4">
        <dgm:presLayoutVars>
          <dgm:bulletEnabled val="1"/>
        </dgm:presLayoutVars>
      </dgm:prSet>
      <dgm:spPr/>
    </dgm:pt>
    <dgm:pt modelId="{79DC5C27-93F7-4F2D-A4E8-C4B703913187}" type="pres">
      <dgm:prSet presAssocID="{07ED46EA-5983-4AB1-8754-1EC8D336CAD7}" presName="sibTrans" presStyleCnt="0"/>
      <dgm:spPr/>
    </dgm:pt>
    <dgm:pt modelId="{8A65EF1C-0EE9-4281-A9D9-808E0DC695FE}" type="pres">
      <dgm:prSet presAssocID="{3B4ED5E4-958E-41F1-BF41-1D7B65779A8A}" presName="compositeNode" presStyleCnt="0">
        <dgm:presLayoutVars>
          <dgm:bulletEnabled val="1"/>
        </dgm:presLayoutVars>
      </dgm:prSet>
      <dgm:spPr/>
    </dgm:pt>
    <dgm:pt modelId="{9C956DC9-855D-4016-9ADC-E2F5B144C84D}" type="pres">
      <dgm:prSet presAssocID="{3B4ED5E4-958E-41F1-BF41-1D7B65779A8A}" presName="bgRect" presStyleLbl="alignNode1" presStyleIdx="2" presStyleCnt="4" custScaleY="171357"/>
      <dgm:spPr/>
    </dgm:pt>
    <dgm:pt modelId="{E01326F1-2641-4047-A860-2A8F36228C7A}" type="pres">
      <dgm:prSet presAssocID="{0AB0AC52-FB59-4FDA-8986-31F0D8D19FBE}" presName="sibTransNodeRect" presStyleLbl="alignNode1" presStyleIdx="2" presStyleCnt="4" custLinFactNeighborY="-41916">
        <dgm:presLayoutVars>
          <dgm:chMax val="0"/>
          <dgm:bulletEnabled val="1"/>
        </dgm:presLayoutVars>
      </dgm:prSet>
      <dgm:spPr/>
    </dgm:pt>
    <dgm:pt modelId="{76DA237D-8B42-4108-A4ED-1555312D3DED}" type="pres">
      <dgm:prSet presAssocID="{3B4ED5E4-958E-41F1-BF41-1D7B65779A8A}" presName="nodeRect" presStyleLbl="alignNode1" presStyleIdx="2" presStyleCnt="4">
        <dgm:presLayoutVars>
          <dgm:bulletEnabled val="1"/>
        </dgm:presLayoutVars>
      </dgm:prSet>
      <dgm:spPr/>
    </dgm:pt>
    <dgm:pt modelId="{B2D11406-F5CF-451D-8052-C9B3BF519502}" type="pres">
      <dgm:prSet presAssocID="{0AB0AC52-FB59-4FDA-8986-31F0D8D19FBE}" presName="sibTrans" presStyleCnt="0"/>
      <dgm:spPr/>
    </dgm:pt>
    <dgm:pt modelId="{7B1034C0-4FDE-4D15-9751-20671985646D}" type="pres">
      <dgm:prSet presAssocID="{55FA95BC-D1EC-45D5-8C94-78001BC98157}" presName="compositeNode" presStyleCnt="0">
        <dgm:presLayoutVars>
          <dgm:bulletEnabled val="1"/>
        </dgm:presLayoutVars>
      </dgm:prSet>
      <dgm:spPr/>
    </dgm:pt>
    <dgm:pt modelId="{F4DDA1B2-83E5-4552-A485-3A8268F4A573}" type="pres">
      <dgm:prSet presAssocID="{55FA95BC-D1EC-45D5-8C94-78001BC98157}" presName="bgRect" presStyleLbl="alignNode1" presStyleIdx="3" presStyleCnt="4" custScaleY="177711"/>
      <dgm:spPr/>
    </dgm:pt>
    <dgm:pt modelId="{45805B53-FBF6-4224-A2FC-F8B992930F86}" type="pres">
      <dgm:prSet presAssocID="{B27F5553-E91A-4546-9EB9-9FEC918D29B7}" presName="sibTransNodeRect" presStyleLbl="alignNode1" presStyleIdx="3" presStyleCnt="4" custLinFactNeighborY="-41916">
        <dgm:presLayoutVars>
          <dgm:chMax val="0"/>
          <dgm:bulletEnabled val="1"/>
        </dgm:presLayoutVars>
      </dgm:prSet>
      <dgm:spPr/>
    </dgm:pt>
    <dgm:pt modelId="{99F1B54D-F18D-4ECC-B5EA-33BA8688BD35}" type="pres">
      <dgm:prSet presAssocID="{55FA95BC-D1EC-45D5-8C94-78001BC98157}" presName="nodeRect" presStyleLbl="alignNode1" presStyleIdx="3" presStyleCnt="4">
        <dgm:presLayoutVars>
          <dgm:bulletEnabled val="1"/>
        </dgm:presLayoutVars>
      </dgm:prSet>
      <dgm:spPr/>
    </dgm:pt>
  </dgm:ptLst>
  <dgm:cxnLst>
    <dgm:cxn modelId="{7F829424-1779-477E-AB5D-E9F0390F7807}" srcId="{B4F7A450-A4A8-4EE6-B9C2-ABC50161C58A}" destId="{3B4ED5E4-958E-41F1-BF41-1D7B65779A8A}" srcOrd="2" destOrd="0" parTransId="{BDB665A5-D447-42BA-B3F2-B73346A2CCC7}" sibTransId="{0AB0AC52-FB59-4FDA-8986-31F0D8D19FBE}"/>
    <dgm:cxn modelId="{9A465061-02C6-4632-83B6-0021B15B6FCA}" srcId="{B4F7A450-A4A8-4EE6-B9C2-ABC50161C58A}" destId="{A18456A4-93D1-47FA-82C2-4F2DE12A2652}" srcOrd="1" destOrd="0" parTransId="{755D6B14-E5A8-4F28-81E7-15B47002844C}" sibTransId="{07ED46EA-5983-4AB1-8754-1EC8D336CAD7}"/>
    <dgm:cxn modelId="{BD32C741-9F69-48AC-926E-35AA52D066DD}" type="presOf" srcId="{A18456A4-93D1-47FA-82C2-4F2DE12A2652}" destId="{AC44A0E5-E822-4F68-AD9C-E18500402101}" srcOrd="0" destOrd="0" presId="urn:microsoft.com/office/officeart/2016/7/layout/LinearBlockProcessNumbered"/>
    <dgm:cxn modelId="{9F000A4C-4992-44A8-AE54-D435ECBFC82F}" type="presOf" srcId="{55FA95BC-D1EC-45D5-8C94-78001BC98157}" destId="{99F1B54D-F18D-4ECC-B5EA-33BA8688BD35}" srcOrd="1" destOrd="0" presId="urn:microsoft.com/office/officeart/2016/7/layout/LinearBlockProcessNumbered"/>
    <dgm:cxn modelId="{6FFE834E-FC8B-49E8-9CB5-FC4CEF5991AA}" type="presOf" srcId="{B4F7A450-A4A8-4EE6-B9C2-ABC50161C58A}" destId="{D4DE5B48-8AF8-4C38-8EC6-0639DF3E5FB1}" srcOrd="0" destOrd="0" presId="urn:microsoft.com/office/officeart/2016/7/layout/LinearBlockProcessNumbered"/>
    <dgm:cxn modelId="{B3D8CB7B-3DBF-4E78-9D61-4E1C40AEAE33}" type="presOf" srcId="{BAB6CFAC-E8D5-4120-8103-C5FCD20945CA}" destId="{8C9E2783-7AAC-46AC-A856-E6FA85C8819D}" srcOrd="0" destOrd="0" presId="urn:microsoft.com/office/officeart/2016/7/layout/LinearBlockProcessNumbered"/>
    <dgm:cxn modelId="{11F66E88-CBE0-4E6B-870A-E0638E764DA0}" type="presOf" srcId="{3B4ED5E4-958E-41F1-BF41-1D7B65779A8A}" destId="{9C956DC9-855D-4016-9ADC-E2F5B144C84D}" srcOrd="0" destOrd="0" presId="urn:microsoft.com/office/officeart/2016/7/layout/LinearBlockProcessNumbered"/>
    <dgm:cxn modelId="{D38E6A96-89BE-4979-A05F-4CBF059E84E6}" type="presOf" srcId="{07ED46EA-5983-4AB1-8754-1EC8D336CAD7}" destId="{2DA7C087-03FD-4F55-A580-C777DC046299}" srcOrd="0" destOrd="0" presId="urn:microsoft.com/office/officeart/2016/7/layout/LinearBlockProcessNumbered"/>
    <dgm:cxn modelId="{AB9EBA96-F625-407B-BD3E-0B6D0AD59E7A}" srcId="{B4F7A450-A4A8-4EE6-B9C2-ABC50161C58A}" destId="{55FA95BC-D1EC-45D5-8C94-78001BC98157}" srcOrd="3" destOrd="0" parTransId="{08E118F4-2BE6-4B9C-882A-867221651C71}" sibTransId="{B27F5553-E91A-4546-9EB9-9FEC918D29B7}"/>
    <dgm:cxn modelId="{564A71A2-74A9-4BB2-B310-805E235FF1C2}" srcId="{B4F7A450-A4A8-4EE6-B9C2-ABC50161C58A}" destId="{BAB6CFAC-E8D5-4120-8103-C5FCD20945CA}" srcOrd="0" destOrd="0" parTransId="{F0863010-12C4-4FD0-A604-4EDC56FB9291}" sibTransId="{1CA9326A-ABCC-482E-A712-D09822B39533}"/>
    <dgm:cxn modelId="{E285F9B6-FE56-4B1E-AC78-0C5A94435D5C}" type="presOf" srcId="{BAB6CFAC-E8D5-4120-8103-C5FCD20945CA}" destId="{F47FDE97-CB02-4CC5-B339-3DD959FA3204}" srcOrd="1" destOrd="0" presId="urn:microsoft.com/office/officeart/2016/7/layout/LinearBlockProcessNumbered"/>
    <dgm:cxn modelId="{C72D23BA-ACAC-4181-B644-F1A3F302FDF1}" type="presOf" srcId="{3B4ED5E4-958E-41F1-BF41-1D7B65779A8A}" destId="{76DA237D-8B42-4108-A4ED-1555312D3DED}" srcOrd="1" destOrd="0" presId="urn:microsoft.com/office/officeart/2016/7/layout/LinearBlockProcessNumbered"/>
    <dgm:cxn modelId="{872E78C5-D2D4-4659-9707-853906619378}" type="presOf" srcId="{0AB0AC52-FB59-4FDA-8986-31F0D8D19FBE}" destId="{E01326F1-2641-4047-A860-2A8F36228C7A}" srcOrd="0" destOrd="0" presId="urn:microsoft.com/office/officeart/2016/7/layout/LinearBlockProcessNumbered"/>
    <dgm:cxn modelId="{E0C44AD2-B7D2-4228-98F5-5730321F76FA}" type="presOf" srcId="{B27F5553-E91A-4546-9EB9-9FEC918D29B7}" destId="{45805B53-FBF6-4224-A2FC-F8B992930F86}" srcOrd="0" destOrd="0" presId="urn:microsoft.com/office/officeart/2016/7/layout/LinearBlockProcessNumbered"/>
    <dgm:cxn modelId="{9255A4DA-3E21-4EBF-B21A-F95D4513B485}" type="presOf" srcId="{1CA9326A-ABCC-482E-A712-D09822B39533}" destId="{EC7247EF-D86A-453B-9D56-690EAFA89EF7}" srcOrd="0" destOrd="0" presId="urn:microsoft.com/office/officeart/2016/7/layout/LinearBlockProcessNumbered"/>
    <dgm:cxn modelId="{769C32ED-1027-4577-BEC4-B3692A1BB54F}" type="presOf" srcId="{A18456A4-93D1-47FA-82C2-4F2DE12A2652}" destId="{7D14D90F-80C9-4AD5-8C03-E58B180F3CFF}" srcOrd="1" destOrd="0" presId="urn:microsoft.com/office/officeart/2016/7/layout/LinearBlockProcessNumbered"/>
    <dgm:cxn modelId="{2FEE48F4-C8B1-4176-8634-D7A8A0DF72E1}" type="presOf" srcId="{55FA95BC-D1EC-45D5-8C94-78001BC98157}" destId="{F4DDA1B2-83E5-4552-A485-3A8268F4A573}" srcOrd="0" destOrd="0" presId="urn:microsoft.com/office/officeart/2016/7/layout/LinearBlockProcessNumbered"/>
    <dgm:cxn modelId="{FA87BBCF-223A-4DA2-AA8E-6071ED745595}" type="presParOf" srcId="{D4DE5B48-8AF8-4C38-8EC6-0639DF3E5FB1}" destId="{318C51B9-263A-467A-8AAA-D3375E39FF4D}" srcOrd="0" destOrd="0" presId="urn:microsoft.com/office/officeart/2016/7/layout/LinearBlockProcessNumbered"/>
    <dgm:cxn modelId="{8C428C8B-0CAD-4EA7-BC77-D8CEC8399D9D}" type="presParOf" srcId="{318C51B9-263A-467A-8AAA-D3375E39FF4D}" destId="{8C9E2783-7AAC-46AC-A856-E6FA85C8819D}" srcOrd="0" destOrd="0" presId="urn:microsoft.com/office/officeart/2016/7/layout/LinearBlockProcessNumbered"/>
    <dgm:cxn modelId="{DAFFC646-44C6-453E-9888-34CEB99B3353}" type="presParOf" srcId="{318C51B9-263A-467A-8AAA-D3375E39FF4D}" destId="{EC7247EF-D86A-453B-9D56-690EAFA89EF7}" srcOrd="1" destOrd="0" presId="urn:microsoft.com/office/officeart/2016/7/layout/LinearBlockProcessNumbered"/>
    <dgm:cxn modelId="{A701BFAF-A37E-4349-B908-4C5DE4E5555C}" type="presParOf" srcId="{318C51B9-263A-467A-8AAA-D3375E39FF4D}" destId="{F47FDE97-CB02-4CC5-B339-3DD959FA3204}" srcOrd="2" destOrd="0" presId="urn:microsoft.com/office/officeart/2016/7/layout/LinearBlockProcessNumbered"/>
    <dgm:cxn modelId="{2CBD5278-9611-435D-8B22-FEFAD8D56F1F}" type="presParOf" srcId="{D4DE5B48-8AF8-4C38-8EC6-0639DF3E5FB1}" destId="{41C9A40C-542B-4AE3-BA25-864E77927854}" srcOrd="1" destOrd="0" presId="urn:microsoft.com/office/officeart/2016/7/layout/LinearBlockProcessNumbered"/>
    <dgm:cxn modelId="{32F50A69-115F-41FB-AA36-7BDCA089C6D2}" type="presParOf" srcId="{D4DE5B48-8AF8-4C38-8EC6-0639DF3E5FB1}" destId="{1DC008E9-624C-4A38-B442-E71B1B0C8E7B}" srcOrd="2" destOrd="0" presId="urn:microsoft.com/office/officeart/2016/7/layout/LinearBlockProcessNumbered"/>
    <dgm:cxn modelId="{DA75D9AB-C23A-4D14-B6F0-FBFCEF637551}" type="presParOf" srcId="{1DC008E9-624C-4A38-B442-E71B1B0C8E7B}" destId="{AC44A0E5-E822-4F68-AD9C-E18500402101}" srcOrd="0" destOrd="0" presId="urn:microsoft.com/office/officeart/2016/7/layout/LinearBlockProcessNumbered"/>
    <dgm:cxn modelId="{2757350F-DBEB-47AF-B2A4-8761685D717C}" type="presParOf" srcId="{1DC008E9-624C-4A38-B442-E71B1B0C8E7B}" destId="{2DA7C087-03FD-4F55-A580-C777DC046299}" srcOrd="1" destOrd="0" presId="urn:microsoft.com/office/officeart/2016/7/layout/LinearBlockProcessNumbered"/>
    <dgm:cxn modelId="{5307C3B5-E284-4B93-B13F-1CDEA75114EB}" type="presParOf" srcId="{1DC008E9-624C-4A38-B442-E71B1B0C8E7B}" destId="{7D14D90F-80C9-4AD5-8C03-E58B180F3CFF}" srcOrd="2" destOrd="0" presId="urn:microsoft.com/office/officeart/2016/7/layout/LinearBlockProcessNumbered"/>
    <dgm:cxn modelId="{563102D4-6FB7-46B2-87D8-3181379E2807}" type="presParOf" srcId="{D4DE5B48-8AF8-4C38-8EC6-0639DF3E5FB1}" destId="{79DC5C27-93F7-4F2D-A4E8-C4B703913187}" srcOrd="3" destOrd="0" presId="urn:microsoft.com/office/officeart/2016/7/layout/LinearBlockProcessNumbered"/>
    <dgm:cxn modelId="{AEB9B47D-E65D-40A3-985F-F960A476047B}" type="presParOf" srcId="{D4DE5B48-8AF8-4C38-8EC6-0639DF3E5FB1}" destId="{8A65EF1C-0EE9-4281-A9D9-808E0DC695FE}" srcOrd="4" destOrd="0" presId="urn:microsoft.com/office/officeart/2016/7/layout/LinearBlockProcessNumbered"/>
    <dgm:cxn modelId="{30F2AD9E-7293-47B7-8DEB-A10ACD48F105}" type="presParOf" srcId="{8A65EF1C-0EE9-4281-A9D9-808E0DC695FE}" destId="{9C956DC9-855D-4016-9ADC-E2F5B144C84D}" srcOrd="0" destOrd="0" presId="urn:microsoft.com/office/officeart/2016/7/layout/LinearBlockProcessNumbered"/>
    <dgm:cxn modelId="{7A3AA0D1-D4F3-49D7-AF75-0168ED2B2732}" type="presParOf" srcId="{8A65EF1C-0EE9-4281-A9D9-808E0DC695FE}" destId="{E01326F1-2641-4047-A860-2A8F36228C7A}" srcOrd="1" destOrd="0" presId="urn:microsoft.com/office/officeart/2016/7/layout/LinearBlockProcessNumbered"/>
    <dgm:cxn modelId="{95721393-F7F2-4F81-9465-16CD85C1D6EC}" type="presParOf" srcId="{8A65EF1C-0EE9-4281-A9D9-808E0DC695FE}" destId="{76DA237D-8B42-4108-A4ED-1555312D3DED}" srcOrd="2" destOrd="0" presId="urn:microsoft.com/office/officeart/2016/7/layout/LinearBlockProcessNumbered"/>
    <dgm:cxn modelId="{0C481637-B0A0-490E-86B4-AF31B096B224}" type="presParOf" srcId="{D4DE5B48-8AF8-4C38-8EC6-0639DF3E5FB1}" destId="{B2D11406-F5CF-451D-8052-C9B3BF519502}" srcOrd="5" destOrd="0" presId="urn:microsoft.com/office/officeart/2016/7/layout/LinearBlockProcessNumbered"/>
    <dgm:cxn modelId="{29056921-0456-4145-8A8F-43193661490A}" type="presParOf" srcId="{D4DE5B48-8AF8-4C38-8EC6-0639DF3E5FB1}" destId="{7B1034C0-4FDE-4D15-9751-20671985646D}" srcOrd="6" destOrd="0" presId="urn:microsoft.com/office/officeart/2016/7/layout/LinearBlockProcessNumbered"/>
    <dgm:cxn modelId="{1B483257-F708-491E-B5C7-5D741383BC69}" type="presParOf" srcId="{7B1034C0-4FDE-4D15-9751-20671985646D}" destId="{F4DDA1B2-83E5-4552-A485-3A8268F4A573}" srcOrd="0" destOrd="0" presId="urn:microsoft.com/office/officeart/2016/7/layout/LinearBlockProcessNumbered"/>
    <dgm:cxn modelId="{81E09128-E449-4CA5-A245-BE0896E7B582}" type="presParOf" srcId="{7B1034C0-4FDE-4D15-9751-20671985646D}" destId="{45805B53-FBF6-4224-A2FC-F8B992930F86}" srcOrd="1" destOrd="0" presId="urn:microsoft.com/office/officeart/2016/7/layout/LinearBlockProcessNumbered"/>
    <dgm:cxn modelId="{386793A0-30E1-42AA-AC71-3A32D90971CB}" type="presParOf" srcId="{7B1034C0-4FDE-4D15-9751-20671985646D}" destId="{99F1B54D-F18D-4ECC-B5EA-33BA8688BD35}"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AE1963E-66FD-4C63-B8FB-C28BA58FDCD2}"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D344B7E-FF68-4280-822E-63B5CA8A69E5}">
      <dgm:prSet custT="1"/>
      <dgm:spPr/>
      <dgm:t>
        <a:bodyPr/>
        <a:lstStyle/>
        <a:p>
          <a:pPr algn="just">
            <a:defRPr cap="all"/>
          </a:pPr>
          <a:r>
            <a:rPr lang="es-CR" sz="1800" b="0" cap="none" baseline="0" noProof="0" dirty="0">
              <a:solidFill>
                <a:schemeClr val="tx1"/>
              </a:solidFill>
            </a:rPr>
            <a:t>El costo de un defecto tiende a aumentar a medida que el proyecto continúa</a:t>
          </a:r>
        </a:p>
      </dgm:t>
    </dgm:pt>
    <dgm:pt modelId="{FA384A49-7A4D-467C-B8DD-B1F5113DE013}" type="parTrans" cxnId="{CF10EA19-464A-4DE6-9640-EC01BD8278D2}">
      <dgm:prSet/>
      <dgm:spPr/>
      <dgm:t>
        <a:bodyPr/>
        <a:lstStyle/>
        <a:p>
          <a:endParaRPr lang="en-US"/>
        </a:p>
      </dgm:t>
    </dgm:pt>
    <dgm:pt modelId="{99AC37C3-D0FC-45F7-9DF3-A2E48276D97E}" type="sibTrans" cxnId="{CF10EA19-464A-4DE6-9640-EC01BD8278D2}">
      <dgm:prSet/>
      <dgm:spPr/>
      <dgm:t>
        <a:bodyPr/>
        <a:lstStyle/>
        <a:p>
          <a:endParaRPr lang="en-US"/>
        </a:p>
      </dgm:t>
    </dgm:pt>
    <dgm:pt modelId="{72BD3847-C7E4-4EAE-8EBD-BF1BFBE63CF4}">
      <dgm:prSet custT="1"/>
      <dgm:spPr/>
      <dgm:t>
        <a:bodyPr/>
        <a:lstStyle/>
        <a:p>
          <a:pPr algn="just">
            <a:defRPr cap="all"/>
          </a:pPr>
          <a:r>
            <a:rPr lang="es-CR" sz="1800" b="0" cap="none" baseline="0">
              <a:solidFill>
                <a:schemeClr val="tx1"/>
              </a:solidFill>
            </a:rPr>
            <a:t>La mayor parte de los costos asociados con defectos de una pre-versión tienden a ser asociados con el esfuerzo necesario para eliminarlos, por lo que costos más altos significan cronogramas más largos</a:t>
          </a:r>
          <a:endParaRPr lang="en-US" sz="1800" b="0" cap="none" baseline="0">
            <a:solidFill>
              <a:schemeClr val="tx1"/>
            </a:solidFill>
          </a:endParaRPr>
        </a:p>
      </dgm:t>
    </dgm:pt>
    <dgm:pt modelId="{CC0DB55E-C467-4C71-B387-9F670A4B0F7F}" type="parTrans" cxnId="{685DA5D2-DC95-4AD8-B47A-490FA25D9D57}">
      <dgm:prSet/>
      <dgm:spPr/>
      <dgm:t>
        <a:bodyPr/>
        <a:lstStyle/>
        <a:p>
          <a:endParaRPr lang="en-US"/>
        </a:p>
      </dgm:t>
    </dgm:pt>
    <dgm:pt modelId="{60054BF6-42C9-4A4A-895A-1C3D2C615B01}" type="sibTrans" cxnId="{685DA5D2-DC95-4AD8-B47A-490FA25D9D57}">
      <dgm:prSet/>
      <dgm:spPr/>
      <dgm:t>
        <a:bodyPr/>
        <a:lstStyle/>
        <a:p>
          <a:endParaRPr lang="en-US"/>
        </a:p>
      </dgm:t>
    </dgm:pt>
    <dgm:pt modelId="{485D629E-2C3D-4F23-9533-3F9FAEC2A2CB}">
      <dgm:prSet custT="1"/>
      <dgm:spPr/>
      <dgm:t>
        <a:bodyPr/>
        <a:lstStyle/>
        <a:p>
          <a:pPr algn="just">
            <a:defRPr cap="all"/>
          </a:pPr>
          <a:r>
            <a:rPr lang="es-CR" sz="1800" b="0" cap="none" baseline="0">
              <a:solidFill>
                <a:schemeClr val="tx1"/>
              </a:solidFill>
            </a:rPr>
            <a:t>Mientras más defectos entran en una actividad de QA o de pruebas, más defectos se escaparán de esa actividad</a:t>
          </a:r>
          <a:endParaRPr lang="en-US" sz="1800" b="0" cap="none" baseline="0">
            <a:solidFill>
              <a:schemeClr val="tx1"/>
            </a:solidFill>
          </a:endParaRPr>
        </a:p>
      </dgm:t>
    </dgm:pt>
    <dgm:pt modelId="{DD0D156E-FC87-414B-8141-334BD5AACB8C}" type="parTrans" cxnId="{B32ADFE2-A8BB-4714-AE8E-D50DCD3F3AEB}">
      <dgm:prSet/>
      <dgm:spPr/>
      <dgm:t>
        <a:bodyPr/>
        <a:lstStyle/>
        <a:p>
          <a:endParaRPr lang="en-US"/>
        </a:p>
      </dgm:t>
    </dgm:pt>
    <dgm:pt modelId="{1D5C30BB-0AA1-4912-8D3F-94EA0EC66071}" type="sibTrans" cxnId="{B32ADFE2-A8BB-4714-AE8E-D50DCD3F3AEB}">
      <dgm:prSet/>
      <dgm:spPr/>
      <dgm:t>
        <a:bodyPr/>
        <a:lstStyle/>
        <a:p>
          <a:endParaRPr lang="en-US"/>
        </a:p>
      </dgm:t>
    </dgm:pt>
    <dgm:pt modelId="{67F2375A-F281-4AC8-8697-44F69F37DE46}" type="pres">
      <dgm:prSet presAssocID="{0AE1963E-66FD-4C63-B8FB-C28BA58FDCD2}" presName="root" presStyleCnt="0">
        <dgm:presLayoutVars>
          <dgm:dir/>
          <dgm:resizeHandles val="exact"/>
        </dgm:presLayoutVars>
      </dgm:prSet>
      <dgm:spPr/>
    </dgm:pt>
    <dgm:pt modelId="{A094F845-5099-400E-8C8C-C2CF58512BBE}" type="pres">
      <dgm:prSet presAssocID="{0D344B7E-FF68-4280-822E-63B5CA8A69E5}" presName="compNode" presStyleCnt="0"/>
      <dgm:spPr/>
    </dgm:pt>
    <dgm:pt modelId="{6EB235AE-082C-4EDD-A58E-6080D3DED5DD}" type="pres">
      <dgm:prSet presAssocID="{0D344B7E-FF68-4280-822E-63B5CA8A69E5}" presName="iconBgRect" presStyleLbl="bgShp" presStyleIdx="0" presStyleCnt="3"/>
      <dgm:spPr>
        <a:prstGeom prst="round2DiagRect">
          <a:avLst>
            <a:gd name="adj1" fmla="val 29727"/>
            <a:gd name="adj2" fmla="val 0"/>
          </a:avLst>
        </a:prstGeom>
      </dgm:spPr>
    </dgm:pt>
    <dgm:pt modelId="{01FE5798-E11C-4CA5-8DC8-FFB9F3C8A280}" type="pres">
      <dgm:prSet presAssocID="{0D344B7E-FF68-4280-822E-63B5CA8A69E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BFDDE212-AC8A-4733-B512-B5643E9C1545}" type="pres">
      <dgm:prSet presAssocID="{0D344B7E-FF68-4280-822E-63B5CA8A69E5}" presName="spaceRect" presStyleCnt="0"/>
      <dgm:spPr/>
    </dgm:pt>
    <dgm:pt modelId="{1427A151-9EFC-47B9-85CF-07C15CF8CE1B}" type="pres">
      <dgm:prSet presAssocID="{0D344B7E-FF68-4280-822E-63B5CA8A69E5}" presName="textRect" presStyleLbl="revTx" presStyleIdx="0" presStyleCnt="3" custScaleX="123320" custScaleY="149617">
        <dgm:presLayoutVars>
          <dgm:chMax val="1"/>
          <dgm:chPref val="1"/>
        </dgm:presLayoutVars>
      </dgm:prSet>
      <dgm:spPr/>
    </dgm:pt>
    <dgm:pt modelId="{9A30A536-3EB0-4A9D-AF61-7B60F9897AB5}" type="pres">
      <dgm:prSet presAssocID="{99AC37C3-D0FC-45F7-9DF3-A2E48276D97E}" presName="sibTrans" presStyleCnt="0"/>
      <dgm:spPr/>
    </dgm:pt>
    <dgm:pt modelId="{87A21D92-1D77-43CB-A994-2DD413FDCB12}" type="pres">
      <dgm:prSet presAssocID="{72BD3847-C7E4-4EAE-8EBD-BF1BFBE63CF4}" presName="compNode" presStyleCnt="0"/>
      <dgm:spPr/>
    </dgm:pt>
    <dgm:pt modelId="{ECF3516B-BC7C-4ADF-ABD2-C5D91A4D546A}" type="pres">
      <dgm:prSet presAssocID="{72BD3847-C7E4-4EAE-8EBD-BF1BFBE63CF4}" presName="iconBgRect" presStyleLbl="bgShp" presStyleIdx="1" presStyleCnt="3"/>
      <dgm:spPr>
        <a:prstGeom prst="round2DiagRect">
          <a:avLst>
            <a:gd name="adj1" fmla="val 29727"/>
            <a:gd name="adj2" fmla="val 0"/>
          </a:avLst>
        </a:prstGeom>
      </dgm:spPr>
    </dgm:pt>
    <dgm:pt modelId="{C03F62AC-9781-4D73-82DB-C536CB2F06CD}" type="pres">
      <dgm:prSet presAssocID="{72BD3847-C7E4-4EAE-8EBD-BF1BFBE63CF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pretón de manos"/>
        </a:ext>
      </dgm:extLst>
    </dgm:pt>
    <dgm:pt modelId="{D5D35D72-D398-4F88-A6B8-E07736496268}" type="pres">
      <dgm:prSet presAssocID="{72BD3847-C7E4-4EAE-8EBD-BF1BFBE63CF4}" presName="spaceRect" presStyleCnt="0"/>
      <dgm:spPr/>
    </dgm:pt>
    <dgm:pt modelId="{05F7E748-3CD3-48F8-A0B0-04C2C0F4B7F1}" type="pres">
      <dgm:prSet presAssocID="{72BD3847-C7E4-4EAE-8EBD-BF1BFBE63CF4}" presName="textRect" presStyleLbl="revTx" presStyleIdx="1" presStyleCnt="3" custScaleX="123320" custScaleY="149617">
        <dgm:presLayoutVars>
          <dgm:chMax val="1"/>
          <dgm:chPref val="1"/>
        </dgm:presLayoutVars>
      </dgm:prSet>
      <dgm:spPr/>
    </dgm:pt>
    <dgm:pt modelId="{9909DDAC-07D8-4F80-AD86-4CC8739C9904}" type="pres">
      <dgm:prSet presAssocID="{60054BF6-42C9-4A4A-895A-1C3D2C615B01}" presName="sibTrans" presStyleCnt="0"/>
      <dgm:spPr/>
    </dgm:pt>
    <dgm:pt modelId="{EE02D4D6-A7F1-4AA0-B26F-212159D70353}" type="pres">
      <dgm:prSet presAssocID="{485D629E-2C3D-4F23-9533-3F9FAEC2A2CB}" presName="compNode" presStyleCnt="0"/>
      <dgm:spPr/>
    </dgm:pt>
    <dgm:pt modelId="{7304874F-1535-4C09-BADE-14CB5100EFEB}" type="pres">
      <dgm:prSet presAssocID="{485D629E-2C3D-4F23-9533-3F9FAEC2A2CB}" presName="iconBgRect" presStyleLbl="bgShp" presStyleIdx="2" presStyleCnt="3"/>
      <dgm:spPr>
        <a:prstGeom prst="round2DiagRect">
          <a:avLst>
            <a:gd name="adj1" fmla="val 29727"/>
            <a:gd name="adj2" fmla="val 0"/>
          </a:avLst>
        </a:prstGeom>
      </dgm:spPr>
    </dgm:pt>
    <dgm:pt modelId="{D9303C5F-4D83-445C-A5A3-916E86589F29}" type="pres">
      <dgm:prSet presAssocID="{485D629E-2C3D-4F23-9533-3F9FAEC2A2C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D7DC9D95-0845-41C9-B09A-ADBA4A4E4DA8}" type="pres">
      <dgm:prSet presAssocID="{485D629E-2C3D-4F23-9533-3F9FAEC2A2CB}" presName="spaceRect" presStyleCnt="0"/>
      <dgm:spPr/>
    </dgm:pt>
    <dgm:pt modelId="{C5AE177C-7711-4119-AB75-9B44F6AF3C67}" type="pres">
      <dgm:prSet presAssocID="{485D629E-2C3D-4F23-9533-3F9FAEC2A2CB}" presName="textRect" presStyleLbl="revTx" presStyleIdx="2" presStyleCnt="3" custScaleX="123320" custScaleY="149617">
        <dgm:presLayoutVars>
          <dgm:chMax val="1"/>
          <dgm:chPref val="1"/>
        </dgm:presLayoutVars>
      </dgm:prSet>
      <dgm:spPr/>
    </dgm:pt>
  </dgm:ptLst>
  <dgm:cxnLst>
    <dgm:cxn modelId="{CF10EA19-464A-4DE6-9640-EC01BD8278D2}" srcId="{0AE1963E-66FD-4C63-B8FB-C28BA58FDCD2}" destId="{0D344B7E-FF68-4280-822E-63B5CA8A69E5}" srcOrd="0" destOrd="0" parTransId="{FA384A49-7A4D-467C-B8DD-B1F5113DE013}" sibTransId="{99AC37C3-D0FC-45F7-9DF3-A2E48276D97E}"/>
    <dgm:cxn modelId="{58CF6129-BC0D-43C3-BFA0-B5B275CCD8CA}" type="presOf" srcId="{0AE1963E-66FD-4C63-B8FB-C28BA58FDCD2}" destId="{67F2375A-F281-4AC8-8697-44F69F37DE46}" srcOrd="0" destOrd="0" presId="urn:microsoft.com/office/officeart/2018/5/layout/IconLeafLabelList"/>
    <dgm:cxn modelId="{C7D60257-FEAF-4F2C-A9B3-5C19E9DEDFB7}" type="presOf" srcId="{0D344B7E-FF68-4280-822E-63B5CA8A69E5}" destId="{1427A151-9EFC-47B9-85CF-07C15CF8CE1B}" srcOrd="0" destOrd="0" presId="urn:microsoft.com/office/officeart/2018/5/layout/IconLeafLabelList"/>
    <dgm:cxn modelId="{2133547E-F676-411A-AD0B-CB262804B105}" type="presOf" srcId="{72BD3847-C7E4-4EAE-8EBD-BF1BFBE63CF4}" destId="{05F7E748-3CD3-48F8-A0B0-04C2C0F4B7F1}" srcOrd="0" destOrd="0" presId="urn:microsoft.com/office/officeart/2018/5/layout/IconLeafLabelList"/>
    <dgm:cxn modelId="{685DA5D2-DC95-4AD8-B47A-490FA25D9D57}" srcId="{0AE1963E-66FD-4C63-B8FB-C28BA58FDCD2}" destId="{72BD3847-C7E4-4EAE-8EBD-BF1BFBE63CF4}" srcOrd="1" destOrd="0" parTransId="{CC0DB55E-C467-4C71-B387-9F670A4B0F7F}" sibTransId="{60054BF6-42C9-4A4A-895A-1C3D2C615B01}"/>
    <dgm:cxn modelId="{B32ADFE2-A8BB-4714-AE8E-D50DCD3F3AEB}" srcId="{0AE1963E-66FD-4C63-B8FB-C28BA58FDCD2}" destId="{485D629E-2C3D-4F23-9533-3F9FAEC2A2CB}" srcOrd="2" destOrd="0" parTransId="{DD0D156E-FC87-414B-8141-334BD5AACB8C}" sibTransId="{1D5C30BB-0AA1-4912-8D3F-94EA0EC66071}"/>
    <dgm:cxn modelId="{ABAE93F5-F98A-4305-8B35-2180F612EF3B}" type="presOf" srcId="{485D629E-2C3D-4F23-9533-3F9FAEC2A2CB}" destId="{C5AE177C-7711-4119-AB75-9B44F6AF3C67}" srcOrd="0" destOrd="0" presId="urn:microsoft.com/office/officeart/2018/5/layout/IconLeafLabelList"/>
    <dgm:cxn modelId="{BFAD9D28-FFB0-4974-89A7-179578158D56}" type="presParOf" srcId="{67F2375A-F281-4AC8-8697-44F69F37DE46}" destId="{A094F845-5099-400E-8C8C-C2CF58512BBE}" srcOrd="0" destOrd="0" presId="urn:microsoft.com/office/officeart/2018/5/layout/IconLeafLabelList"/>
    <dgm:cxn modelId="{4D454F6E-6D5C-4E50-9BCF-26B837402D01}" type="presParOf" srcId="{A094F845-5099-400E-8C8C-C2CF58512BBE}" destId="{6EB235AE-082C-4EDD-A58E-6080D3DED5DD}" srcOrd="0" destOrd="0" presId="urn:microsoft.com/office/officeart/2018/5/layout/IconLeafLabelList"/>
    <dgm:cxn modelId="{8866F868-D044-4133-8C47-7DD748E1557F}" type="presParOf" srcId="{A094F845-5099-400E-8C8C-C2CF58512BBE}" destId="{01FE5798-E11C-4CA5-8DC8-FFB9F3C8A280}" srcOrd="1" destOrd="0" presId="urn:microsoft.com/office/officeart/2018/5/layout/IconLeafLabelList"/>
    <dgm:cxn modelId="{F435BD12-E53A-4D0A-9383-2A9F6C2A6A62}" type="presParOf" srcId="{A094F845-5099-400E-8C8C-C2CF58512BBE}" destId="{BFDDE212-AC8A-4733-B512-B5643E9C1545}" srcOrd="2" destOrd="0" presId="urn:microsoft.com/office/officeart/2018/5/layout/IconLeafLabelList"/>
    <dgm:cxn modelId="{BD570F44-815C-48EF-9C8A-406959763097}" type="presParOf" srcId="{A094F845-5099-400E-8C8C-C2CF58512BBE}" destId="{1427A151-9EFC-47B9-85CF-07C15CF8CE1B}" srcOrd="3" destOrd="0" presId="urn:microsoft.com/office/officeart/2018/5/layout/IconLeafLabelList"/>
    <dgm:cxn modelId="{E6BD3123-61B9-43B2-92E6-D14F8EDF3C7C}" type="presParOf" srcId="{67F2375A-F281-4AC8-8697-44F69F37DE46}" destId="{9A30A536-3EB0-4A9D-AF61-7B60F9897AB5}" srcOrd="1" destOrd="0" presId="urn:microsoft.com/office/officeart/2018/5/layout/IconLeafLabelList"/>
    <dgm:cxn modelId="{9C7F0F4F-4364-4504-AF81-C89C07B86D79}" type="presParOf" srcId="{67F2375A-F281-4AC8-8697-44F69F37DE46}" destId="{87A21D92-1D77-43CB-A994-2DD413FDCB12}" srcOrd="2" destOrd="0" presId="urn:microsoft.com/office/officeart/2018/5/layout/IconLeafLabelList"/>
    <dgm:cxn modelId="{DBE7FA35-4730-4CD7-AEFF-A0D828161A76}" type="presParOf" srcId="{87A21D92-1D77-43CB-A994-2DD413FDCB12}" destId="{ECF3516B-BC7C-4ADF-ABD2-C5D91A4D546A}" srcOrd="0" destOrd="0" presId="urn:microsoft.com/office/officeart/2018/5/layout/IconLeafLabelList"/>
    <dgm:cxn modelId="{AA573936-6616-4FF0-AA36-95E8EC8567FF}" type="presParOf" srcId="{87A21D92-1D77-43CB-A994-2DD413FDCB12}" destId="{C03F62AC-9781-4D73-82DB-C536CB2F06CD}" srcOrd="1" destOrd="0" presId="urn:microsoft.com/office/officeart/2018/5/layout/IconLeafLabelList"/>
    <dgm:cxn modelId="{27153242-0310-4A52-848F-C7B18ECA8384}" type="presParOf" srcId="{87A21D92-1D77-43CB-A994-2DD413FDCB12}" destId="{D5D35D72-D398-4F88-A6B8-E07736496268}" srcOrd="2" destOrd="0" presId="urn:microsoft.com/office/officeart/2018/5/layout/IconLeafLabelList"/>
    <dgm:cxn modelId="{703EFFA4-1471-4AE7-B547-0FAFC1987DA2}" type="presParOf" srcId="{87A21D92-1D77-43CB-A994-2DD413FDCB12}" destId="{05F7E748-3CD3-48F8-A0B0-04C2C0F4B7F1}" srcOrd="3" destOrd="0" presId="urn:microsoft.com/office/officeart/2018/5/layout/IconLeafLabelList"/>
    <dgm:cxn modelId="{E670E377-369D-4EFA-AF30-A6295981EE26}" type="presParOf" srcId="{67F2375A-F281-4AC8-8697-44F69F37DE46}" destId="{9909DDAC-07D8-4F80-AD86-4CC8739C9904}" srcOrd="3" destOrd="0" presId="urn:microsoft.com/office/officeart/2018/5/layout/IconLeafLabelList"/>
    <dgm:cxn modelId="{4863ABB6-4866-4BF4-B2F9-2C9DBCD6E063}" type="presParOf" srcId="{67F2375A-F281-4AC8-8697-44F69F37DE46}" destId="{EE02D4D6-A7F1-4AA0-B26F-212159D70353}" srcOrd="4" destOrd="0" presId="urn:microsoft.com/office/officeart/2018/5/layout/IconLeafLabelList"/>
    <dgm:cxn modelId="{099E6D71-82BC-46BF-85B6-EC83E13A2188}" type="presParOf" srcId="{EE02D4D6-A7F1-4AA0-B26F-212159D70353}" destId="{7304874F-1535-4C09-BADE-14CB5100EFEB}" srcOrd="0" destOrd="0" presId="urn:microsoft.com/office/officeart/2018/5/layout/IconLeafLabelList"/>
    <dgm:cxn modelId="{C2DB6519-B28B-4AE3-B4E8-E13EB96A1039}" type="presParOf" srcId="{EE02D4D6-A7F1-4AA0-B26F-212159D70353}" destId="{D9303C5F-4D83-445C-A5A3-916E86589F29}" srcOrd="1" destOrd="0" presId="urn:microsoft.com/office/officeart/2018/5/layout/IconLeafLabelList"/>
    <dgm:cxn modelId="{B9E0858D-F3E9-48D4-8C8B-1F9707A81AFB}" type="presParOf" srcId="{EE02D4D6-A7F1-4AA0-B26F-212159D70353}" destId="{D7DC9D95-0845-41C9-B09A-ADBA4A4E4DA8}" srcOrd="2" destOrd="0" presId="urn:microsoft.com/office/officeart/2018/5/layout/IconLeafLabelList"/>
    <dgm:cxn modelId="{5FB432D6-39F1-4DF8-90F0-25EA36A574EC}" type="presParOf" srcId="{EE02D4D6-A7F1-4AA0-B26F-212159D70353}" destId="{C5AE177C-7711-4119-AB75-9B44F6AF3C6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E334DD0-7F22-4D7D-ADDF-94BEBA748D3F}"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3C14241D-0602-4578-B542-9BD9FB5E0C33}">
      <dgm:prSet custT="1"/>
      <dgm:spPr/>
      <dgm:t>
        <a:bodyPr/>
        <a:lstStyle/>
        <a:p>
          <a:r>
            <a:rPr lang="es-CR" sz="1800"/>
            <a:t>Encontrar y corregir muchos errores no garantiza la satisfacción del usuario, del cliente y/o de los interesados del negocio</a:t>
          </a:r>
          <a:endParaRPr lang="en-US" sz="1800"/>
        </a:p>
      </dgm:t>
    </dgm:pt>
    <dgm:pt modelId="{F2B16B9A-A800-4B88-B772-917E2AB2F85B}" type="parTrans" cxnId="{86A59162-2598-489D-993B-4A8C90B19902}">
      <dgm:prSet/>
      <dgm:spPr/>
      <dgm:t>
        <a:bodyPr/>
        <a:lstStyle/>
        <a:p>
          <a:endParaRPr lang="en-US" sz="1800"/>
        </a:p>
      </dgm:t>
    </dgm:pt>
    <dgm:pt modelId="{2127A689-6326-477D-98CE-69A5F3DABE8E}" type="sibTrans" cxnId="{86A59162-2598-489D-993B-4A8C90B19902}">
      <dgm:prSet/>
      <dgm:spPr/>
      <dgm:t>
        <a:bodyPr/>
        <a:lstStyle/>
        <a:p>
          <a:endParaRPr lang="en-US" sz="1800"/>
        </a:p>
      </dgm:t>
    </dgm:pt>
    <dgm:pt modelId="{9F3BB009-E86E-4A06-B7BD-C78DF07F0495}">
      <dgm:prSet custT="1"/>
      <dgm:spPr/>
      <dgm:t>
        <a:bodyPr/>
        <a:lstStyle/>
        <a:p>
          <a:r>
            <a:rPr lang="es-CR" sz="1800"/>
            <a:t>Los proyectos exitosos equilibran fuerzas que compiten en términos de características, cronograma, presupuesto y calidad</a:t>
          </a:r>
          <a:endParaRPr lang="en-US" sz="1800"/>
        </a:p>
      </dgm:t>
    </dgm:pt>
    <dgm:pt modelId="{30F3763D-5C6A-4F24-B71A-D58FE5F485E7}" type="parTrans" cxnId="{3C500EF9-C7D2-46BF-8DAC-3CCB8B4B1A76}">
      <dgm:prSet/>
      <dgm:spPr/>
      <dgm:t>
        <a:bodyPr/>
        <a:lstStyle/>
        <a:p>
          <a:endParaRPr lang="en-US" sz="1800"/>
        </a:p>
      </dgm:t>
    </dgm:pt>
    <dgm:pt modelId="{DDF8F371-5656-493D-A3FC-6A2B5E21EC4A}" type="sibTrans" cxnId="{3C500EF9-C7D2-46BF-8DAC-3CCB8B4B1A76}">
      <dgm:prSet/>
      <dgm:spPr/>
      <dgm:t>
        <a:bodyPr/>
        <a:lstStyle/>
        <a:p>
          <a:endParaRPr lang="en-US" sz="1800"/>
        </a:p>
      </dgm:t>
    </dgm:pt>
    <dgm:pt modelId="{2D64BD98-73D6-4E7C-8027-69D65FADB631}">
      <dgm:prSet custT="1"/>
      <dgm:spPr/>
      <dgm:t>
        <a:bodyPr/>
        <a:lstStyle/>
        <a:p>
          <a:r>
            <a:rPr lang="es-CR" sz="1800"/>
            <a:t>Muchos productos con pocos defectos han fracasado en el mercado</a:t>
          </a:r>
          <a:endParaRPr lang="en-US" sz="1800"/>
        </a:p>
      </dgm:t>
    </dgm:pt>
    <dgm:pt modelId="{FD1A14CA-969F-4E57-875D-080BB49DA857}" type="parTrans" cxnId="{0B27DEB0-E219-435C-81E0-FA0CCB0A0FFF}">
      <dgm:prSet/>
      <dgm:spPr/>
      <dgm:t>
        <a:bodyPr/>
        <a:lstStyle/>
        <a:p>
          <a:endParaRPr lang="en-US" sz="1800"/>
        </a:p>
      </dgm:t>
    </dgm:pt>
    <dgm:pt modelId="{AE7DBE40-D3F9-4875-B6A9-0A38D935FFCA}" type="sibTrans" cxnId="{0B27DEB0-E219-435C-81E0-FA0CCB0A0FFF}">
      <dgm:prSet/>
      <dgm:spPr/>
      <dgm:t>
        <a:bodyPr/>
        <a:lstStyle/>
        <a:p>
          <a:endParaRPr lang="en-US" sz="1800"/>
        </a:p>
      </dgm:t>
    </dgm:pt>
    <dgm:pt modelId="{4E4984A4-A743-4D3B-9925-524939714F58}">
      <dgm:prSet custT="1"/>
      <dgm:spPr/>
      <dgm:t>
        <a:bodyPr/>
        <a:lstStyle/>
        <a:p>
          <a:r>
            <a:rPr lang="es-ES_tradnl" sz="1800"/>
            <a:t>“El testing puede probar la presencia de errores, pero no la ausencia de ellos” Edsger Dijkstra</a:t>
          </a:r>
          <a:endParaRPr lang="en-US" sz="1800"/>
        </a:p>
      </dgm:t>
    </dgm:pt>
    <dgm:pt modelId="{7AE96622-B364-4723-AA1F-41328B7E0936}" type="parTrans" cxnId="{06C6A9EB-BEAA-4A31-B074-91228B3018DB}">
      <dgm:prSet/>
      <dgm:spPr/>
      <dgm:t>
        <a:bodyPr/>
        <a:lstStyle/>
        <a:p>
          <a:endParaRPr lang="en-US" sz="1800"/>
        </a:p>
      </dgm:t>
    </dgm:pt>
    <dgm:pt modelId="{33F55BB8-DC08-4F96-B96D-A587FD81598B}" type="sibTrans" cxnId="{06C6A9EB-BEAA-4A31-B074-91228B3018DB}">
      <dgm:prSet/>
      <dgm:spPr/>
      <dgm:t>
        <a:bodyPr/>
        <a:lstStyle/>
        <a:p>
          <a:endParaRPr lang="en-US" sz="1800"/>
        </a:p>
      </dgm:t>
    </dgm:pt>
    <dgm:pt modelId="{93CC9D3E-2767-4EAC-B86F-7A76AFADBEC4}" type="pres">
      <dgm:prSet presAssocID="{AE334DD0-7F22-4D7D-ADDF-94BEBA748D3F}" presName="matrix" presStyleCnt="0">
        <dgm:presLayoutVars>
          <dgm:chMax val="1"/>
          <dgm:dir/>
          <dgm:resizeHandles val="exact"/>
        </dgm:presLayoutVars>
      </dgm:prSet>
      <dgm:spPr/>
    </dgm:pt>
    <dgm:pt modelId="{4B213D07-23D2-4E25-B839-A8D853C6BC6E}" type="pres">
      <dgm:prSet presAssocID="{AE334DD0-7F22-4D7D-ADDF-94BEBA748D3F}" presName="diamond" presStyleLbl="bgShp" presStyleIdx="0" presStyleCnt="1"/>
      <dgm:spPr/>
    </dgm:pt>
    <dgm:pt modelId="{0611393D-275A-4D38-BA28-49BBB0699126}" type="pres">
      <dgm:prSet presAssocID="{AE334DD0-7F22-4D7D-ADDF-94BEBA748D3F}" presName="quad1" presStyleLbl="node1" presStyleIdx="0" presStyleCnt="4">
        <dgm:presLayoutVars>
          <dgm:chMax val="0"/>
          <dgm:chPref val="0"/>
          <dgm:bulletEnabled val="1"/>
        </dgm:presLayoutVars>
      </dgm:prSet>
      <dgm:spPr/>
    </dgm:pt>
    <dgm:pt modelId="{F373E743-CCAA-4C84-994B-A83B53E36756}" type="pres">
      <dgm:prSet presAssocID="{AE334DD0-7F22-4D7D-ADDF-94BEBA748D3F}" presName="quad2" presStyleLbl="node1" presStyleIdx="1" presStyleCnt="4">
        <dgm:presLayoutVars>
          <dgm:chMax val="0"/>
          <dgm:chPref val="0"/>
          <dgm:bulletEnabled val="1"/>
        </dgm:presLayoutVars>
      </dgm:prSet>
      <dgm:spPr/>
    </dgm:pt>
    <dgm:pt modelId="{C9CAD76B-443E-4D30-BB4D-5833278EE05F}" type="pres">
      <dgm:prSet presAssocID="{AE334DD0-7F22-4D7D-ADDF-94BEBA748D3F}" presName="quad3" presStyleLbl="node1" presStyleIdx="2" presStyleCnt="4">
        <dgm:presLayoutVars>
          <dgm:chMax val="0"/>
          <dgm:chPref val="0"/>
          <dgm:bulletEnabled val="1"/>
        </dgm:presLayoutVars>
      </dgm:prSet>
      <dgm:spPr/>
    </dgm:pt>
    <dgm:pt modelId="{12001FE7-108B-433D-BF82-5422FAE6344A}" type="pres">
      <dgm:prSet presAssocID="{AE334DD0-7F22-4D7D-ADDF-94BEBA748D3F}" presName="quad4" presStyleLbl="node1" presStyleIdx="3" presStyleCnt="4">
        <dgm:presLayoutVars>
          <dgm:chMax val="0"/>
          <dgm:chPref val="0"/>
          <dgm:bulletEnabled val="1"/>
        </dgm:presLayoutVars>
      </dgm:prSet>
      <dgm:spPr/>
    </dgm:pt>
  </dgm:ptLst>
  <dgm:cxnLst>
    <dgm:cxn modelId="{E01E201B-AC32-40E5-9DA7-0B858D8BAF57}" type="presOf" srcId="{AE334DD0-7F22-4D7D-ADDF-94BEBA748D3F}" destId="{93CC9D3E-2767-4EAC-B86F-7A76AFADBEC4}" srcOrd="0" destOrd="0" presId="urn:microsoft.com/office/officeart/2005/8/layout/matrix3"/>
    <dgm:cxn modelId="{F072A640-C668-463F-B69F-87EEBE333F0E}" type="presOf" srcId="{9F3BB009-E86E-4A06-B7BD-C78DF07F0495}" destId="{F373E743-CCAA-4C84-994B-A83B53E36756}" srcOrd="0" destOrd="0" presId="urn:microsoft.com/office/officeart/2005/8/layout/matrix3"/>
    <dgm:cxn modelId="{86A59162-2598-489D-993B-4A8C90B19902}" srcId="{AE334DD0-7F22-4D7D-ADDF-94BEBA748D3F}" destId="{3C14241D-0602-4578-B542-9BD9FB5E0C33}" srcOrd="0" destOrd="0" parTransId="{F2B16B9A-A800-4B88-B772-917E2AB2F85B}" sibTransId="{2127A689-6326-477D-98CE-69A5F3DABE8E}"/>
    <dgm:cxn modelId="{E9FBB678-7917-49CF-99A3-1DBB914DA92D}" type="presOf" srcId="{3C14241D-0602-4578-B542-9BD9FB5E0C33}" destId="{0611393D-275A-4D38-BA28-49BBB0699126}" srcOrd="0" destOrd="0" presId="urn:microsoft.com/office/officeart/2005/8/layout/matrix3"/>
    <dgm:cxn modelId="{398C3479-8A49-435B-9850-C82A7D232CCB}" type="presOf" srcId="{2D64BD98-73D6-4E7C-8027-69D65FADB631}" destId="{C9CAD76B-443E-4D30-BB4D-5833278EE05F}" srcOrd="0" destOrd="0" presId="urn:microsoft.com/office/officeart/2005/8/layout/matrix3"/>
    <dgm:cxn modelId="{C64BBC9B-630A-4DCD-B333-27AAF6484A7B}" type="presOf" srcId="{4E4984A4-A743-4D3B-9925-524939714F58}" destId="{12001FE7-108B-433D-BF82-5422FAE6344A}" srcOrd="0" destOrd="0" presId="urn:microsoft.com/office/officeart/2005/8/layout/matrix3"/>
    <dgm:cxn modelId="{0B27DEB0-E219-435C-81E0-FA0CCB0A0FFF}" srcId="{AE334DD0-7F22-4D7D-ADDF-94BEBA748D3F}" destId="{2D64BD98-73D6-4E7C-8027-69D65FADB631}" srcOrd="2" destOrd="0" parTransId="{FD1A14CA-969F-4E57-875D-080BB49DA857}" sibTransId="{AE7DBE40-D3F9-4875-B6A9-0A38D935FFCA}"/>
    <dgm:cxn modelId="{06C6A9EB-BEAA-4A31-B074-91228B3018DB}" srcId="{AE334DD0-7F22-4D7D-ADDF-94BEBA748D3F}" destId="{4E4984A4-A743-4D3B-9925-524939714F58}" srcOrd="3" destOrd="0" parTransId="{7AE96622-B364-4723-AA1F-41328B7E0936}" sibTransId="{33F55BB8-DC08-4F96-B96D-A587FD81598B}"/>
    <dgm:cxn modelId="{3C500EF9-C7D2-46BF-8DAC-3CCB8B4B1A76}" srcId="{AE334DD0-7F22-4D7D-ADDF-94BEBA748D3F}" destId="{9F3BB009-E86E-4A06-B7BD-C78DF07F0495}" srcOrd="1" destOrd="0" parTransId="{30F3763D-5C6A-4F24-B71A-D58FE5F485E7}" sibTransId="{DDF8F371-5656-493D-A3FC-6A2B5E21EC4A}"/>
    <dgm:cxn modelId="{38C311C8-E3D8-4C3E-A6C3-9B256BA027BC}" type="presParOf" srcId="{93CC9D3E-2767-4EAC-B86F-7A76AFADBEC4}" destId="{4B213D07-23D2-4E25-B839-A8D853C6BC6E}" srcOrd="0" destOrd="0" presId="urn:microsoft.com/office/officeart/2005/8/layout/matrix3"/>
    <dgm:cxn modelId="{EC11A092-6DD6-4182-8A14-9B3750340067}" type="presParOf" srcId="{93CC9D3E-2767-4EAC-B86F-7A76AFADBEC4}" destId="{0611393D-275A-4D38-BA28-49BBB0699126}" srcOrd="1" destOrd="0" presId="urn:microsoft.com/office/officeart/2005/8/layout/matrix3"/>
    <dgm:cxn modelId="{36431112-E7F7-46BE-8C1D-D561C1955C6F}" type="presParOf" srcId="{93CC9D3E-2767-4EAC-B86F-7A76AFADBEC4}" destId="{F373E743-CCAA-4C84-994B-A83B53E36756}" srcOrd="2" destOrd="0" presId="urn:microsoft.com/office/officeart/2005/8/layout/matrix3"/>
    <dgm:cxn modelId="{7B2F7B59-EB2C-47D7-8A3F-2A3A52D6BAC0}" type="presParOf" srcId="{93CC9D3E-2767-4EAC-B86F-7A76AFADBEC4}" destId="{C9CAD76B-443E-4D30-BB4D-5833278EE05F}" srcOrd="3" destOrd="0" presId="urn:microsoft.com/office/officeart/2005/8/layout/matrix3"/>
    <dgm:cxn modelId="{98A9D1AB-47DB-4F3F-95F4-423F5928815C}" type="presParOf" srcId="{93CC9D3E-2767-4EAC-B86F-7A76AFADBEC4}" destId="{12001FE7-108B-433D-BF82-5422FAE6344A}"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8D6EBD6-9408-4B8F-8E5A-10AE786608B5}"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98557F0A-27B4-4ABD-A64A-60825FA7A8FE}">
      <dgm:prSet custT="1"/>
      <dgm:spPr/>
      <dgm:t>
        <a:bodyPr/>
        <a:lstStyle/>
        <a:p>
          <a:pPr>
            <a:lnSpc>
              <a:spcPct val="100000"/>
            </a:lnSpc>
            <a:defRPr b="1"/>
          </a:pPr>
          <a:r>
            <a:rPr lang="es-CR" sz="1800" i="1"/>
            <a:t>Atributos de un buen probador</a:t>
          </a:r>
          <a:endParaRPr lang="en-US" sz="1800" i="1"/>
        </a:p>
      </dgm:t>
    </dgm:pt>
    <dgm:pt modelId="{D0F7197F-66EC-4841-B8CB-FEB06C1957B0}" type="parTrans" cxnId="{65C70408-2FAD-4CCA-8147-C5DA3C7E4E75}">
      <dgm:prSet/>
      <dgm:spPr/>
      <dgm:t>
        <a:bodyPr/>
        <a:lstStyle/>
        <a:p>
          <a:endParaRPr lang="en-US" sz="2000"/>
        </a:p>
      </dgm:t>
    </dgm:pt>
    <dgm:pt modelId="{56568CD4-41F4-4286-B1DB-B6754C037526}" type="sibTrans" cxnId="{65C70408-2FAD-4CCA-8147-C5DA3C7E4E75}">
      <dgm:prSet/>
      <dgm:spPr/>
      <dgm:t>
        <a:bodyPr/>
        <a:lstStyle/>
        <a:p>
          <a:endParaRPr lang="en-US" sz="1600"/>
        </a:p>
      </dgm:t>
    </dgm:pt>
    <dgm:pt modelId="{90EDF14D-04CD-41B1-8E83-0B082F0114D6}">
      <dgm:prSet custT="1"/>
      <dgm:spPr/>
      <dgm:t>
        <a:bodyPr/>
        <a:lstStyle/>
        <a:p>
          <a:pPr algn="just">
            <a:lnSpc>
              <a:spcPct val="100000"/>
            </a:lnSpc>
          </a:pPr>
          <a:r>
            <a:rPr lang="es-CR" sz="1400"/>
            <a:t>Curiosidad</a:t>
          </a:r>
          <a:endParaRPr lang="en-US" sz="1400"/>
        </a:p>
      </dgm:t>
    </dgm:pt>
    <dgm:pt modelId="{9EF34802-E7C8-47B0-8AB3-B26A7273B54D}" type="parTrans" cxnId="{A8B27A13-C9B4-4ECB-B554-176849DA44E8}">
      <dgm:prSet/>
      <dgm:spPr/>
      <dgm:t>
        <a:bodyPr/>
        <a:lstStyle/>
        <a:p>
          <a:endParaRPr lang="en-US" sz="2000"/>
        </a:p>
      </dgm:t>
    </dgm:pt>
    <dgm:pt modelId="{C89B6C90-9624-467B-905E-10936C58E6E1}" type="sibTrans" cxnId="{A8B27A13-C9B4-4ECB-B554-176849DA44E8}">
      <dgm:prSet/>
      <dgm:spPr/>
      <dgm:t>
        <a:bodyPr/>
        <a:lstStyle/>
        <a:p>
          <a:endParaRPr lang="en-US" sz="1600"/>
        </a:p>
      </dgm:t>
    </dgm:pt>
    <dgm:pt modelId="{22DEF0F5-7DA7-46FB-9320-9A46F1186CA2}">
      <dgm:prSet custT="1"/>
      <dgm:spPr/>
      <dgm:t>
        <a:bodyPr/>
        <a:lstStyle/>
        <a:p>
          <a:pPr algn="just">
            <a:lnSpc>
              <a:spcPct val="100000"/>
            </a:lnSpc>
          </a:pPr>
          <a:r>
            <a:rPr lang="es-CR" sz="1400" dirty="0"/>
            <a:t>Atención al detalle</a:t>
          </a:r>
          <a:endParaRPr lang="en-US" sz="1400" dirty="0"/>
        </a:p>
      </dgm:t>
    </dgm:pt>
    <dgm:pt modelId="{8E017613-17BF-464A-A846-C8B2F1956A7C}" type="parTrans" cxnId="{4A71C7E4-D0D4-492E-811C-6C27D7AF4766}">
      <dgm:prSet/>
      <dgm:spPr/>
      <dgm:t>
        <a:bodyPr/>
        <a:lstStyle/>
        <a:p>
          <a:endParaRPr lang="en-US" sz="2000"/>
        </a:p>
      </dgm:t>
    </dgm:pt>
    <dgm:pt modelId="{B227F461-951B-4B92-9BED-F812A25D0F6F}" type="sibTrans" cxnId="{4A71C7E4-D0D4-492E-811C-6C27D7AF4766}">
      <dgm:prSet/>
      <dgm:spPr/>
      <dgm:t>
        <a:bodyPr/>
        <a:lstStyle/>
        <a:p>
          <a:endParaRPr lang="en-US" sz="1600"/>
        </a:p>
      </dgm:t>
    </dgm:pt>
    <dgm:pt modelId="{D5354BB1-2678-447D-A965-0BCE57E43433}">
      <dgm:prSet custT="1"/>
      <dgm:spPr/>
      <dgm:t>
        <a:bodyPr/>
        <a:lstStyle/>
        <a:p>
          <a:pPr algn="just">
            <a:lnSpc>
              <a:spcPct val="100000"/>
            </a:lnSpc>
          </a:pPr>
          <a:r>
            <a:rPr lang="es-CR" sz="1400"/>
            <a:t>Buenas habilidades de comunicación</a:t>
          </a:r>
          <a:endParaRPr lang="en-US" sz="1400"/>
        </a:p>
      </dgm:t>
    </dgm:pt>
    <dgm:pt modelId="{A5B1AB9B-935B-4971-90AE-8A5D704D9550}" type="parTrans" cxnId="{35435AF8-1773-490D-9924-73EBBA91E8ED}">
      <dgm:prSet/>
      <dgm:spPr/>
      <dgm:t>
        <a:bodyPr/>
        <a:lstStyle/>
        <a:p>
          <a:endParaRPr lang="en-US" sz="2000"/>
        </a:p>
      </dgm:t>
    </dgm:pt>
    <dgm:pt modelId="{4D85A3B9-4A61-481C-A206-61C4AA9E31FB}" type="sibTrans" cxnId="{35435AF8-1773-490D-9924-73EBBA91E8ED}">
      <dgm:prSet/>
      <dgm:spPr/>
      <dgm:t>
        <a:bodyPr/>
        <a:lstStyle/>
        <a:p>
          <a:endParaRPr lang="en-US" sz="1600"/>
        </a:p>
      </dgm:t>
    </dgm:pt>
    <dgm:pt modelId="{FF718216-7B6F-4C88-B16A-529E9F47A10D}">
      <dgm:prSet custT="1"/>
      <dgm:spPr/>
      <dgm:t>
        <a:bodyPr/>
        <a:lstStyle/>
        <a:p>
          <a:pPr algn="just">
            <a:lnSpc>
              <a:spcPct val="100000"/>
            </a:lnSpc>
          </a:pPr>
          <a:r>
            <a:rPr lang="es-CR" sz="1400"/>
            <a:t>La mezcla adecuada de las habilidades es necesaria</a:t>
          </a:r>
          <a:endParaRPr lang="en-US" sz="1400"/>
        </a:p>
      </dgm:t>
    </dgm:pt>
    <dgm:pt modelId="{9C6F39BC-6EEF-4480-BF8B-70C78C4AEC25}" type="parTrans" cxnId="{C1DF0B03-5C51-4301-ADEA-4806F27AAC29}">
      <dgm:prSet/>
      <dgm:spPr/>
      <dgm:t>
        <a:bodyPr/>
        <a:lstStyle/>
        <a:p>
          <a:endParaRPr lang="en-US" sz="2000"/>
        </a:p>
      </dgm:t>
    </dgm:pt>
    <dgm:pt modelId="{9479A2D2-AC0E-4A73-A113-AE2F7D5D122D}" type="sibTrans" cxnId="{C1DF0B03-5C51-4301-ADEA-4806F27AAC29}">
      <dgm:prSet/>
      <dgm:spPr/>
      <dgm:t>
        <a:bodyPr/>
        <a:lstStyle/>
        <a:p>
          <a:endParaRPr lang="en-US" sz="1600"/>
        </a:p>
      </dgm:t>
    </dgm:pt>
    <dgm:pt modelId="{AB7B58E9-B69A-40F6-A0C1-FB8A2D48492D}">
      <dgm:prSet custT="1"/>
      <dgm:spPr/>
      <dgm:t>
        <a:bodyPr/>
        <a:lstStyle/>
        <a:p>
          <a:pPr>
            <a:lnSpc>
              <a:spcPct val="100000"/>
            </a:lnSpc>
            <a:defRPr b="1"/>
          </a:pPr>
          <a:r>
            <a:rPr lang="es-CR" sz="1800" i="1"/>
            <a:t>Habilidades</a:t>
          </a:r>
          <a:endParaRPr lang="en-US" sz="1800" i="1"/>
        </a:p>
      </dgm:t>
    </dgm:pt>
    <dgm:pt modelId="{211E1A75-8CEA-48D9-A2B6-23BD3B4146CC}" type="parTrans" cxnId="{E96E966F-47E1-42F5-864E-F8F7B85ACE12}">
      <dgm:prSet/>
      <dgm:spPr/>
      <dgm:t>
        <a:bodyPr/>
        <a:lstStyle/>
        <a:p>
          <a:endParaRPr lang="en-US" sz="2000"/>
        </a:p>
      </dgm:t>
    </dgm:pt>
    <dgm:pt modelId="{726C5F77-6FFF-4809-AEBE-76A14BD12DB7}" type="sibTrans" cxnId="{E96E966F-47E1-42F5-864E-F8F7B85ACE12}">
      <dgm:prSet/>
      <dgm:spPr/>
      <dgm:t>
        <a:bodyPr/>
        <a:lstStyle/>
        <a:p>
          <a:endParaRPr lang="en-US" sz="1600"/>
        </a:p>
      </dgm:t>
    </dgm:pt>
    <dgm:pt modelId="{BBB57DD8-520D-4D6A-A41F-3B4B7D4E904B}">
      <dgm:prSet custT="1"/>
      <dgm:spPr/>
      <dgm:t>
        <a:bodyPr/>
        <a:lstStyle/>
        <a:p>
          <a:pPr algn="just">
            <a:lnSpc>
              <a:spcPct val="100000"/>
            </a:lnSpc>
          </a:pPr>
          <a:r>
            <a:rPr lang="es-CR" sz="1400" dirty="0"/>
            <a:t>Lectura: especificaciones, correos electrónicos, casos de prueba, etc.</a:t>
          </a:r>
          <a:endParaRPr lang="en-US" sz="1400" dirty="0"/>
        </a:p>
      </dgm:t>
    </dgm:pt>
    <dgm:pt modelId="{46D90BED-C299-40D0-851E-51444A1CB0F7}" type="parTrans" cxnId="{EDFCA99D-694A-440E-BE2C-371F5E37F4BF}">
      <dgm:prSet/>
      <dgm:spPr/>
      <dgm:t>
        <a:bodyPr/>
        <a:lstStyle/>
        <a:p>
          <a:endParaRPr lang="en-US" sz="2000"/>
        </a:p>
      </dgm:t>
    </dgm:pt>
    <dgm:pt modelId="{B890D358-7FF2-455F-91F8-086C15BE82C6}" type="sibTrans" cxnId="{EDFCA99D-694A-440E-BE2C-371F5E37F4BF}">
      <dgm:prSet/>
      <dgm:spPr/>
      <dgm:t>
        <a:bodyPr/>
        <a:lstStyle/>
        <a:p>
          <a:endParaRPr lang="en-US" sz="1600"/>
        </a:p>
      </dgm:t>
    </dgm:pt>
    <dgm:pt modelId="{5BBC0573-FC30-446C-A834-040B46F895BF}">
      <dgm:prSet custT="1"/>
      <dgm:spPr/>
      <dgm:t>
        <a:bodyPr/>
        <a:lstStyle/>
        <a:p>
          <a:pPr algn="just">
            <a:lnSpc>
              <a:spcPct val="100000"/>
            </a:lnSpc>
          </a:pPr>
          <a:r>
            <a:rPr lang="es-CR" sz="1400" dirty="0"/>
            <a:t>Escritura: casos de prueba, informes de defectos, documentación de pruebas, etc.</a:t>
          </a:r>
          <a:endParaRPr lang="en-US" sz="1400" dirty="0"/>
        </a:p>
      </dgm:t>
    </dgm:pt>
    <dgm:pt modelId="{CE72AAD7-DD3B-4975-A33D-7DB750F759E1}" type="parTrans" cxnId="{CA4AF8DE-F0B8-4299-91E8-A55D6C69CF4E}">
      <dgm:prSet/>
      <dgm:spPr/>
      <dgm:t>
        <a:bodyPr/>
        <a:lstStyle/>
        <a:p>
          <a:endParaRPr lang="en-US" sz="2000"/>
        </a:p>
      </dgm:t>
    </dgm:pt>
    <dgm:pt modelId="{764F9E28-A6A8-4692-A1B8-658068C3A07B}" type="sibTrans" cxnId="{CA4AF8DE-F0B8-4299-91E8-A55D6C69CF4E}">
      <dgm:prSet/>
      <dgm:spPr/>
      <dgm:t>
        <a:bodyPr/>
        <a:lstStyle/>
        <a:p>
          <a:endParaRPr lang="en-US" sz="1600"/>
        </a:p>
      </dgm:t>
    </dgm:pt>
    <dgm:pt modelId="{9476DC00-3E15-4B60-B84C-370EFB7ADCAF}">
      <dgm:prSet custT="1"/>
      <dgm:spPr/>
      <dgm:t>
        <a:bodyPr/>
        <a:lstStyle/>
        <a:p>
          <a:pPr algn="just">
            <a:lnSpc>
              <a:spcPct val="100000"/>
            </a:lnSpc>
          </a:pPr>
          <a:r>
            <a:rPr lang="es-CR" sz="1400" dirty="0"/>
            <a:t>Habilidades en tecnologías, proyectos y pruebas</a:t>
          </a:r>
          <a:endParaRPr lang="en-US" sz="1400" dirty="0"/>
        </a:p>
      </dgm:t>
    </dgm:pt>
    <dgm:pt modelId="{3DBC64B1-2A5A-4010-B9FE-F42D1EB424C4}" type="parTrans" cxnId="{6EF4C731-B68A-47C6-818F-80E30E061469}">
      <dgm:prSet/>
      <dgm:spPr/>
      <dgm:t>
        <a:bodyPr/>
        <a:lstStyle/>
        <a:p>
          <a:endParaRPr lang="en-US" sz="2000"/>
        </a:p>
      </dgm:t>
    </dgm:pt>
    <dgm:pt modelId="{2D9D5897-19BF-468E-B3A7-75893FB9158F}" type="sibTrans" cxnId="{6EF4C731-B68A-47C6-818F-80E30E061469}">
      <dgm:prSet/>
      <dgm:spPr/>
      <dgm:t>
        <a:bodyPr/>
        <a:lstStyle/>
        <a:p>
          <a:endParaRPr lang="en-US" sz="1600"/>
        </a:p>
      </dgm:t>
    </dgm:pt>
    <dgm:pt modelId="{CD0AF50E-F2AC-46F6-BDDD-813A9C69A999}">
      <dgm:prSet custT="1"/>
      <dgm:spPr/>
      <dgm:t>
        <a:bodyPr/>
        <a:lstStyle/>
        <a:p>
          <a:pPr algn="just">
            <a:lnSpc>
              <a:spcPct val="100000"/>
            </a:lnSpc>
          </a:pPr>
          <a:r>
            <a:rPr lang="es-CR" sz="1400"/>
            <a:t>Tecnología: lenguajes de programación, sistemas operativos, redes, Internet, dispositivos móviles, etc</a:t>
          </a:r>
          <a:endParaRPr lang="en-US" sz="1400"/>
        </a:p>
      </dgm:t>
    </dgm:pt>
    <dgm:pt modelId="{60316EEB-649B-4967-807C-B6E1568A21E8}" type="parTrans" cxnId="{94F3E591-5FA3-4837-8241-0D836B8EB743}">
      <dgm:prSet/>
      <dgm:spPr/>
      <dgm:t>
        <a:bodyPr/>
        <a:lstStyle/>
        <a:p>
          <a:endParaRPr lang="en-US" sz="2000"/>
        </a:p>
      </dgm:t>
    </dgm:pt>
    <dgm:pt modelId="{DD0F9BC9-7376-494D-BDA0-852D9DAD661E}" type="sibTrans" cxnId="{94F3E591-5FA3-4837-8241-0D836B8EB743}">
      <dgm:prSet/>
      <dgm:spPr/>
      <dgm:t>
        <a:bodyPr/>
        <a:lstStyle/>
        <a:p>
          <a:endParaRPr lang="en-US" sz="1600"/>
        </a:p>
      </dgm:t>
    </dgm:pt>
    <dgm:pt modelId="{D3661C03-E315-42EA-8C1D-C6DF40B25279}">
      <dgm:prSet custT="1"/>
      <dgm:spPr/>
      <dgm:t>
        <a:bodyPr/>
        <a:lstStyle/>
        <a:p>
          <a:pPr algn="just">
            <a:lnSpc>
              <a:spcPct val="100000"/>
            </a:lnSpc>
          </a:pPr>
          <a:r>
            <a:rPr lang="es-CR" sz="1400"/>
            <a:t>Dominio de la aplicación: banca, oficina, salud, etc</a:t>
          </a:r>
          <a:endParaRPr lang="en-US" sz="1400"/>
        </a:p>
      </dgm:t>
    </dgm:pt>
    <dgm:pt modelId="{8BAD0D0C-86D4-4B52-A59C-77AD9B4D7F24}" type="parTrans" cxnId="{D56FE5A6-95BD-474D-B9FD-3CB503A81C9E}">
      <dgm:prSet/>
      <dgm:spPr/>
      <dgm:t>
        <a:bodyPr/>
        <a:lstStyle/>
        <a:p>
          <a:endParaRPr lang="en-US" sz="2000"/>
        </a:p>
      </dgm:t>
    </dgm:pt>
    <dgm:pt modelId="{F9F9ECB0-D97F-42A0-A1C5-891E6D1CF557}" type="sibTrans" cxnId="{D56FE5A6-95BD-474D-B9FD-3CB503A81C9E}">
      <dgm:prSet/>
      <dgm:spPr/>
      <dgm:t>
        <a:bodyPr/>
        <a:lstStyle/>
        <a:p>
          <a:endParaRPr lang="en-US" sz="1600"/>
        </a:p>
      </dgm:t>
    </dgm:pt>
    <dgm:pt modelId="{923BDF6D-9F77-4830-98E1-C95C64911A59}">
      <dgm:prSet custT="1"/>
      <dgm:spPr/>
      <dgm:t>
        <a:bodyPr/>
        <a:lstStyle/>
        <a:p>
          <a:pPr algn="just">
            <a:lnSpc>
              <a:spcPct val="100000"/>
            </a:lnSpc>
          </a:pPr>
          <a:r>
            <a:rPr lang="es-CR" sz="1400"/>
            <a:t>Pruebas: construcción de guiones, exploración y el ataque del sistema, automatización, modelado de rendimiento, etc.</a:t>
          </a:r>
          <a:endParaRPr lang="en-US" sz="1400"/>
        </a:p>
      </dgm:t>
    </dgm:pt>
    <dgm:pt modelId="{A25CCBA9-9EF6-4C30-8735-A674FACE73D8}" type="parTrans" cxnId="{71B9DBD5-F624-42A4-B696-3289B7B151AC}">
      <dgm:prSet/>
      <dgm:spPr/>
      <dgm:t>
        <a:bodyPr/>
        <a:lstStyle/>
        <a:p>
          <a:endParaRPr lang="en-US" sz="2000"/>
        </a:p>
      </dgm:t>
    </dgm:pt>
    <dgm:pt modelId="{C08126EB-B20E-4E59-8EDB-E8195A47BCCE}" type="sibTrans" cxnId="{71B9DBD5-F624-42A4-B696-3289B7B151AC}">
      <dgm:prSet/>
      <dgm:spPr/>
      <dgm:t>
        <a:bodyPr/>
        <a:lstStyle/>
        <a:p>
          <a:endParaRPr lang="en-US" sz="1600"/>
        </a:p>
      </dgm:t>
    </dgm:pt>
    <dgm:pt modelId="{E7BEE200-332A-4466-ACF3-05425BE7C150}">
      <dgm:prSet custT="1"/>
      <dgm:spPr/>
      <dgm:t>
        <a:bodyPr/>
        <a:lstStyle/>
        <a:p>
          <a:pPr>
            <a:lnSpc>
              <a:spcPct val="100000"/>
            </a:lnSpc>
            <a:defRPr b="1"/>
          </a:pPr>
          <a:r>
            <a:rPr lang="es-CR" sz="1800" i="1"/>
            <a:t>¿Constructor o destructor?</a:t>
          </a:r>
          <a:endParaRPr lang="en-US" sz="1800" i="1"/>
        </a:p>
      </dgm:t>
    </dgm:pt>
    <dgm:pt modelId="{9A25784C-A9FE-4700-9D81-696BD2F92B38}" type="parTrans" cxnId="{06A86549-FBC3-4EF5-9412-0F13741C062F}">
      <dgm:prSet/>
      <dgm:spPr/>
      <dgm:t>
        <a:bodyPr/>
        <a:lstStyle/>
        <a:p>
          <a:endParaRPr lang="en-US" sz="2000"/>
        </a:p>
      </dgm:t>
    </dgm:pt>
    <dgm:pt modelId="{A5FBD176-E6A2-4E36-9146-5E39941B5D6F}" type="sibTrans" cxnId="{06A86549-FBC3-4EF5-9412-0F13741C062F}">
      <dgm:prSet/>
      <dgm:spPr/>
      <dgm:t>
        <a:bodyPr/>
        <a:lstStyle/>
        <a:p>
          <a:endParaRPr lang="en-US" sz="1600"/>
        </a:p>
      </dgm:t>
    </dgm:pt>
    <dgm:pt modelId="{36A1CE04-4388-4946-8C2D-4A6FE3EED0FD}">
      <dgm:prSet custT="1"/>
      <dgm:spPr/>
      <dgm:t>
        <a:bodyPr/>
        <a:lstStyle/>
        <a:p>
          <a:pPr algn="just">
            <a:lnSpc>
              <a:spcPct val="100000"/>
            </a:lnSpc>
          </a:pPr>
          <a:r>
            <a:rPr lang="es-CR" sz="1400"/>
            <a:t>A veces se percibe que el probador critica el producto o al autor.</a:t>
          </a:r>
          <a:endParaRPr lang="en-US" sz="1400"/>
        </a:p>
      </dgm:t>
    </dgm:pt>
    <dgm:pt modelId="{E662AB38-DBA8-402C-887B-7B819F561247}" type="parTrans" cxnId="{A49AFEFC-AD53-4DCF-90DC-6553880331BB}">
      <dgm:prSet/>
      <dgm:spPr/>
      <dgm:t>
        <a:bodyPr/>
        <a:lstStyle/>
        <a:p>
          <a:endParaRPr lang="en-US" sz="2000"/>
        </a:p>
      </dgm:t>
    </dgm:pt>
    <dgm:pt modelId="{6549110E-371E-4727-82BE-F987FFABCC34}" type="sibTrans" cxnId="{A49AFEFC-AD53-4DCF-90DC-6553880331BB}">
      <dgm:prSet/>
      <dgm:spPr/>
      <dgm:t>
        <a:bodyPr/>
        <a:lstStyle/>
        <a:p>
          <a:endParaRPr lang="en-US" sz="1600"/>
        </a:p>
      </dgm:t>
    </dgm:pt>
    <dgm:pt modelId="{37A00E08-C7ED-4CA4-8BC2-994C2957D509}">
      <dgm:prSet custT="1"/>
      <dgm:spPr/>
      <dgm:t>
        <a:bodyPr/>
        <a:lstStyle/>
        <a:p>
          <a:pPr algn="just">
            <a:lnSpc>
              <a:spcPct val="100000"/>
            </a:lnSpc>
          </a:pPr>
          <a:r>
            <a:rPr lang="es-CR" sz="1400"/>
            <a:t>Se visualiza a las pruebas como una actividad destructiva.</a:t>
          </a:r>
          <a:endParaRPr lang="en-US" sz="1400"/>
        </a:p>
      </dgm:t>
    </dgm:pt>
    <dgm:pt modelId="{C27EFFC8-217B-4AD5-9EA2-7659FE11937E}" type="parTrans" cxnId="{E7335A4B-41DE-44A4-8FBF-0D989534063D}">
      <dgm:prSet/>
      <dgm:spPr/>
      <dgm:t>
        <a:bodyPr/>
        <a:lstStyle/>
        <a:p>
          <a:endParaRPr lang="en-US" sz="2000"/>
        </a:p>
      </dgm:t>
    </dgm:pt>
    <dgm:pt modelId="{FF9480C0-46E5-4374-A026-8B4BCED08038}" type="sibTrans" cxnId="{E7335A4B-41DE-44A4-8FBF-0D989534063D}">
      <dgm:prSet/>
      <dgm:spPr/>
      <dgm:t>
        <a:bodyPr/>
        <a:lstStyle/>
        <a:p>
          <a:endParaRPr lang="en-US" sz="1600"/>
        </a:p>
      </dgm:t>
    </dgm:pt>
    <dgm:pt modelId="{58FCA086-5269-4929-B7B7-F54A09A0C110}">
      <dgm:prSet custT="1"/>
      <dgm:spPr/>
      <dgm:t>
        <a:bodyPr/>
        <a:lstStyle/>
        <a:p>
          <a:pPr algn="just">
            <a:lnSpc>
              <a:spcPct val="100000"/>
            </a:lnSpc>
          </a:pPr>
          <a:r>
            <a:rPr lang="es-CR" sz="1400"/>
            <a:t>El probador debe comunicar de forma constructiva acerca de los defectos.</a:t>
          </a:r>
          <a:endParaRPr lang="en-US" sz="1400"/>
        </a:p>
      </dgm:t>
    </dgm:pt>
    <dgm:pt modelId="{20EE00B1-F79C-4E53-879E-DF2F0EBE8423}" type="parTrans" cxnId="{A9C4C68E-380A-4947-90D0-C6FB12D740A4}">
      <dgm:prSet/>
      <dgm:spPr/>
      <dgm:t>
        <a:bodyPr/>
        <a:lstStyle/>
        <a:p>
          <a:endParaRPr lang="en-US" sz="2000"/>
        </a:p>
      </dgm:t>
    </dgm:pt>
    <dgm:pt modelId="{2F3BDA4C-758F-45AE-B60A-1032E31DA4A8}" type="sibTrans" cxnId="{A9C4C68E-380A-4947-90D0-C6FB12D740A4}">
      <dgm:prSet/>
      <dgm:spPr/>
      <dgm:t>
        <a:bodyPr/>
        <a:lstStyle/>
        <a:p>
          <a:endParaRPr lang="en-US" sz="1600"/>
        </a:p>
      </dgm:t>
    </dgm:pt>
    <dgm:pt modelId="{B9949FEF-7CBA-4301-86DA-BEDCC6CBD974}">
      <dgm:prSet custT="1"/>
      <dgm:spPr/>
      <dgm:t>
        <a:bodyPr/>
        <a:lstStyle/>
        <a:p>
          <a:pPr algn="just">
            <a:lnSpc>
              <a:spcPct val="100000"/>
            </a:lnSpc>
          </a:pPr>
          <a:r>
            <a:rPr lang="es-CR" sz="1400" dirty="0"/>
            <a:t>Ojo crítico (Constructivista)</a:t>
          </a:r>
          <a:endParaRPr lang="en-US" sz="1400" dirty="0"/>
        </a:p>
      </dgm:t>
    </dgm:pt>
    <dgm:pt modelId="{EC4D74BA-3D8C-43D3-9C4B-3A1CF0417A1E}" type="sibTrans" cxnId="{008ACCCA-02FE-4DC5-9008-6CC892D8AC86}">
      <dgm:prSet/>
      <dgm:spPr/>
      <dgm:t>
        <a:bodyPr/>
        <a:lstStyle/>
        <a:p>
          <a:endParaRPr lang="en-US" sz="1600"/>
        </a:p>
      </dgm:t>
    </dgm:pt>
    <dgm:pt modelId="{CA3FA471-1912-45DA-96BB-A9A41FF64356}" type="parTrans" cxnId="{008ACCCA-02FE-4DC5-9008-6CC892D8AC86}">
      <dgm:prSet/>
      <dgm:spPr/>
      <dgm:t>
        <a:bodyPr/>
        <a:lstStyle/>
        <a:p>
          <a:endParaRPr lang="en-US" sz="2000"/>
        </a:p>
      </dgm:t>
    </dgm:pt>
    <dgm:pt modelId="{86BD349B-2545-469F-B64B-29D8A1C086E7}" type="pres">
      <dgm:prSet presAssocID="{58D6EBD6-9408-4B8F-8E5A-10AE786608B5}" presName="root" presStyleCnt="0">
        <dgm:presLayoutVars>
          <dgm:dir/>
          <dgm:resizeHandles val="exact"/>
        </dgm:presLayoutVars>
      </dgm:prSet>
      <dgm:spPr/>
    </dgm:pt>
    <dgm:pt modelId="{98855004-9CF5-45C2-BF5D-E223B88F11EA}" type="pres">
      <dgm:prSet presAssocID="{98557F0A-27B4-4ABD-A64A-60825FA7A8FE}" presName="compNode" presStyleCnt="0"/>
      <dgm:spPr/>
    </dgm:pt>
    <dgm:pt modelId="{6EAE9E12-6D1D-404F-B853-03B6DC1023DA}" type="pres">
      <dgm:prSet presAssocID="{98557F0A-27B4-4ABD-A64A-60825FA7A8F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321BB20E-CD90-48C8-BCA1-BF8798CFA662}" type="pres">
      <dgm:prSet presAssocID="{98557F0A-27B4-4ABD-A64A-60825FA7A8FE}" presName="iconSpace" presStyleCnt="0"/>
      <dgm:spPr/>
    </dgm:pt>
    <dgm:pt modelId="{B10215D7-6C2E-40B6-8841-C26F6A1244A5}" type="pres">
      <dgm:prSet presAssocID="{98557F0A-27B4-4ABD-A64A-60825FA7A8FE}" presName="parTx" presStyleLbl="revTx" presStyleIdx="0" presStyleCnt="6">
        <dgm:presLayoutVars>
          <dgm:chMax val="0"/>
          <dgm:chPref val="0"/>
        </dgm:presLayoutVars>
      </dgm:prSet>
      <dgm:spPr/>
    </dgm:pt>
    <dgm:pt modelId="{3E7028BF-C263-4A4A-9EC3-C1A12F84AB78}" type="pres">
      <dgm:prSet presAssocID="{98557F0A-27B4-4ABD-A64A-60825FA7A8FE}" presName="txSpace" presStyleCnt="0"/>
      <dgm:spPr/>
    </dgm:pt>
    <dgm:pt modelId="{178C416E-5280-4F99-A8F3-C158EA34F286}" type="pres">
      <dgm:prSet presAssocID="{98557F0A-27B4-4ABD-A64A-60825FA7A8FE}" presName="desTx" presStyleLbl="revTx" presStyleIdx="1" presStyleCnt="6">
        <dgm:presLayoutVars/>
      </dgm:prSet>
      <dgm:spPr/>
    </dgm:pt>
    <dgm:pt modelId="{8C4D699B-63A5-48A9-998E-F47C1B475364}" type="pres">
      <dgm:prSet presAssocID="{56568CD4-41F4-4286-B1DB-B6754C037526}" presName="sibTrans" presStyleCnt="0"/>
      <dgm:spPr/>
    </dgm:pt>
    <dgm:pt modelId="{DE157DFB-2848-4DAB-BC11-8574A30E8B74}" type="pres">
      <dgm:prSet presAssocID="{AB7B58E9-B69A-40F6-A0C1-FB8A2D48492D}" presName="compNode" presStyleCnt="0"/>
      <dgm:spPr/>
    </dgm:pt>
    <dgm:pt modelId="{17FC0F3B-5C9D-4B16-BCD4-77F991ABB9F6}" type="pres">
      <dgm:prSet presAssocID="{AB7B58E9-B69A-40F6-A0C1-FB8A2D48492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bros"/>
        </a:ext>
      </dgm:extLst>
    </dgm:pt>
    <dgm:pt modelId="{5C341F0E-46A5-4F00-8794-3E592B29F83A}" type="pres">
      <dgm:prSet presAssocID="{AB7B58E9-B69A-40F6-A0C1-FB8A2D48492D}" presName="iconSpace" presStyleCnt="0"/>
      <dgm:spPr/>
    </dgm:pt>
    <dgm:pt modelId="{1AEB8FA0-358F-4FFA-8F7D-1842F66BD85D}" type="pres">
      <dgm:prSet presAssocID="{AB7B58E9-B69A-40F6-A0C1-FB8A2D48492D}" presName="parTx" presStyleLbl="revTx" presStyleIdx="2" presStyleCnt="6">
        <dgm:presLayoutVars>
          <dgm:chMax val="0"/>
          <dgm:chPref val="0"/>
        </dgm:presLayoutVars>
      </dgm:prSet>
      <dgm:spPr/>
    </dgm:pt>
    <dgm:pt modelId="{AFB86994-2EC9-4957-9569-80344BCED13F}" type="pres">
      <dgm:prSet presAssocID="{AB7B58E9-B69A-40F6-A0C1-FB8A2D48492D}" presName="txSpace" presStyleCnt="0"/>
      <dgm:spPr/>
    </dgm:pt>
    <dgm:pt modelId="{26854F8C-BFF3-4869-B1CD-0A1F57B6F14E}" type="pres">
      <dgm:prSet presAssocID="{AB7B58E9-B69A-40F6-A0C1-FB8A2D48492D}" presName="desTx" presStyleLbl="revTx" presStyleIdx="3" presStyleCnt="6">
        <dgm:presLayoutVars/>
      </dgm:prSet>
      <dgm:spPr/>
    </dgm:pt>
    <dgm:pt modelId="{312B9656-81FD-4AB9-938E-B4F936044725}" type="pres">
      <dgm:prSet presAssocID="{726C5F77-6FFF-4809-AEBE-76A14BD12DB7}" presName="sibTrans" presStyleCnt="0"/>
      <dgm:spPr/>
    </dgm:pt>
    <dgm:pt modelId="{833ADA23-9B10-4EAF-98CC-8F1A74C8C783}" type="pres">
      <dgm:prSet presAssocID="{E7BEE200-332A-4466-ACF3-05425BE7C150}" presName="compNode" presStyleCnt="0"/>
      <dgm:spPr/>
    </dgm:pt>
    <dgm:pt modelId="{9212F318-6EDF-47CE-9B71-68038406A168}" type="pres">
      <dgm:prSet presAssocID="{E7BEE200-332A-4466-ACF3-05425BE7C15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oldador"/>
        </a:ext>
      </dgm:extLst>
    </dgm:pt>
    <dgm:pt modelId="{8E973AB0-4691-43C8-9EDB-865FD7920956}" type="pres">
      <dgm:prSet presAssocID="{E7BEE200-332A-4466-ACF3-05425BE7C150}" presName="iconSpace" presStyleCnt="0"/>
      <dgm:spPr/>
    </dgm:pt>
    <dgm:pt modelId="{F40BB7A1-9BF9-4D50-93A4-EF3152968429}" type="pres">
      <dgm:prSet presAssocID="{E7BEE200-332A-4466-ACF3-05425BE7C150}" presName="parTx" presStyleLbl="revTx" presStyleIdx="4" presStyleCnt="6">
        <dgm:presLayoutVars>
          <dgm:chMax val="0"/>
          <dgm:chPref val="0"/>
        </dgm:presLayoutVars>
      </dgm:prSet>
      <dgm:spPr/>
    </dgm:pt>
    <dgm:pt modelId="{4A645EEC-FF72-4759-90C5-1D35B21FABD0}" type="pres">
      <dgm:prSet presAssocID="{E7BEE200-332A-4466-ACF3-05425BE7C150}" presName="txSpace" presStyleCnt="0"/>
      <dgm:spPr/>
    </dgm:pt>
    <dgm:pt modelId="{16CE9F3D-1E85-4FFD-ACAA-B5E1A8A5E393}" type="pres">
      <dgm:prSet presAssocID="{E7BEE200-332A-4466-ACF3-05425BE7C150}" presName="desTx" presStyleLbl="revTx" presStyleIdx="5" presStyleCnt="6">
        <dgm:presLayoutVars/>
      </dgm:prSet>
      <dgm:spPr/>
    </dgm:pt>
  </dgm:ptLst>
  <dgm:cxnLst>
    <dgm:cxn modelId="{C1DF0B03-5C51-4301-ADEA-4806F27AAC29}" srcId="{98557F0A-27B4-4ABD-A64A-60825FA7A8FE}" destId="{FF718216-7B6F-4C88-B16A-529E9F47A10D}" srcOrd="4" destOrd="0" parTransId="{9C6F39BC-6EEF-4480-BF8B-70C78C4AEC25}" sibTransId="{9479A2D2-AC0E-4A73-A113-AE2F7D5D122D}"/>
    <dgm:cxn modelId="{65C70408-2FAD-4CCA-8147-C5DA3C7E4E75}" srcId="{58D6EBD6-9408-4B8F-8E5A-10AE786608B5}" destId="{98557F0A-27B4-4ABD-A64A-60825FA7A8FE}" srcOrd="0" destOrd="0" parTransId="{D0F7197F-66EC-4841-B8CB-FEB06C1957B0}" sibTransId="{56568CD4-41F4-4286-B1DB-B6754C037526}"/>
    <dgm:cxn modelId="{57317809-C76F-4096-B4CD-57DD48F5D0FD}" type="presOf" srcId="{5BBC0573-FC30-446C-A834-040B46F895BF}" destId="{26854F8C-BFF3-4869-B1CD-0A1F57B6F14E}" srcOrd="0" destOrd="1" presId="urn:microsoft.com/office/officeart/2018/2/layout/IconLabelDescriptionList"/>
    <dgm:cxn modelId="{A8B27A13-C9B4-4ECB-B554-176849DA44E8}" srcId="{98557F0A-27B4-4ABD-A64A-60825FA7A8FE}" destId="{90EDF14D-04CD-41B1-8E83-0B082F0114D6}" srcOrd="0" destOrd="0" parTransId="{9EF34802-E7C8-47B0-8AB3-B26A7273B54D}" sibTransId="{C89B6C90-9624-467B-905E-10936C58E6E1}"/>
    <dgm:cxn modelId="{1E8D831F-7BDE-46C9-A626-F06C890D2472}" type="presOf" srcId="{D5354BB1-2678-447D-A965-0BCE57E43433}" destId="{178C416E-5280-4F99-A8F3-C158EA34F286}" srcOrd="0" destOrd="3" presId="urn:microsoft.com/office/officeart/2018/2/layout/IconLabelDescriptionList"/>
    <dgm:cxn modelId="{04792A2D-D638-444F-B9E9-BF221F04B150}" type="presOf" srcId="{98557F0A-27B4-4ABD-A64A-60825FA7A8FE}" destId="{B10215D7-6C2E-40B6-8841-C26F6A1244A5}" srcOrd="0" destOrd="0" presId="urn:microsoft.com/office/officeart/2018/2/layout/IconLabelDescriptionList"/>
    <dgm:cxn modelId="{6EF4C731-B68A-47C6-818F-80E30E061469}" srcId="{AB7B58E9-B69A-40F6-A0C1-FB8A2D48492D}" destId="{9476DC00-3E15-4B60-B84C-370EFB7ADCAF}" srcOrd="2" destOrd="0" parTransId="{3DBC64B1-2A5A-4010-B9FE-F42D1EB424C4}" sibTransId="{2D9D5897-19BF-468E-B3A7-75893FB9158F}"/>
    <dgm:cxn modelId="{563A193C-88E6-440D-98CA-D3D7B0697543}" type="presOf" srcId="{90EDF14D-04CD-41B1-8E83-0B082F0114D6}" destId="{178C416E-5280-4F99-A8F3-C158EA34F286}" srcOrd="0" destOrd="0" presId="urn:microsoft.com/office/officeart/2018/2/layout/IconLabelDescriptionList"/>
    <dgm:cxn modelId="{7A03F044-4579-491E-B58C-0C65AE868E03}" type="presOf" srcId="{36A1CE04-4388-4946-8C2D-4A6FE3EED0FD}" destId="{16CE9F3D-1E85-4FFD-ACAA-B5E1A8A5E393}" srcOrd="0" destOrd="0" presId="urn:microsoft.com/office/officeart/2018/2/layout/IconLabelDescriptionList"/>
    <dgm:cxn modelId="{B60C9165-7B47-4E03-B392-E6E43490716C}" type="presOf" srcId="{FF718216-7B6F-4C88-B16A-529E9F47A10D}" destId="{178C416E-5280-4F99-A8F3-C158EA34F286}" srcOrd="0" destOrd="4" presId="urn:microsoft.com/office/officeart/2018/2/layout/IconLabelDescriptionList"/>
    <dgm:cxn modelId="{06A86549-FBC3-4EF5-9412-0F13741C062F}" srcId="{58D6EBD6-9408-4B8F-8E5A-10AE786608B5}" destId="{E7BEE200-332A-4466-ACF3-05425BE7C150}" srcOrd="2" destOrd="0" parTransId="{9A25784C-A9FE-4700-9D81-696BD2F92B38}" sibTransId="{A5FBD176-E6A2-4E36-9146-5E39941B5D6F}"/>
    <dgm:cxn modelId="{E7335A4B-41DE-44A4-8FBF-0D989534063D}" srcId="{E7BEE200-332A-4466-ACF3-05425BE7C150}" destId="{37A00E08-C7ED-4CA4-8BC2-994C2957D509}" srcOrd="1" destOrd="0" parTransId="{C27EFFC8-217B-4AD5-9EA2-7659FE11937E}" sibTransId="{FF9480C0-46E5-4374-A026-8B4BCED08038}"/>
    <dgm:cxn modelId="{E96E966F-47E1-42F5-864E-F8F7B85ACE12}" srcId="{58D6EBD6-9408-4B8F-8E5A-10AE786608B5}" destId="{AB7B58E9-B69A-40F6-A0C1-FB8A2D48492D}" srcOrd="1" destOrd="0" parTransId="{211E1A75-8CEA-48D9-A2B6-23BD3B4146CC}" sibTransId="{726C5F77-6FFF-4809-AEBE-76A14BD12DB7}"/>
    <dgm:cxn modelId="{F1AFA071-EA7B-4C62-86F4-CA9BC5E81EDD}" type="presOf" srcId="{37A00E08-C7ED-4CA4-8BC2-994C2957D509}" destId="{16CE9F3D-1E85-4FFD-ACAA-B5E1A8A5E393}" srcOrd="0" destOrd="1" presId="urn:microsoft.com/office/officeart/2018/2/layout/IconLabelDescriptionList"/>
    <dgm:cxn modelId="{68A1B252-E461-4CD9-8E26-E40160A7299D}" type="presOf" srcId="{AB7B58E9-B69A-40F6-A0C1-FB8A2D48492D}" destId="{1AEB8FA0-358F-4FFA-8F7D-1842F66BD85D}" srcOrd="0" destOrd="0" presId="urn:microsoft.com/office/officeart/2018/2/layout/IconLabelDescriptionList"/>
    <dgm:cxn modelId="{A9C4C68E-380A-4947-90D0-C6FB12D740A4}" srcId="{E7BEE200-332A-4466-ACF3-05425BE7C150}" destId="{58FCA086-5269-4929-B7B7-F54A09A0C110}" srcOrd="2" destOrd="0" parTransId="{20EE00B1-F79C-4E53-879E-DF2F0EBE8423}" sibTransId="{2F3BDA4C-758F-45AE-B60A-1032E31DA4A8}"/>
    <dgm:cxn modelId="{94F3E591-5FA3-4837-8241-0D836B8EB743}" srcId="{AB7B58E9-B69A-40F6-A0C1-FB8A2D48492D}" destId="{CD0AF50E-F2AC-46F6-BDDD-813A9C69A999}" srcOrd="3" destOrd="0" parTransId="{60316EEB-649B-4967-807C-B6E1568A21E8}" sibTransId="{DD0F9BC9-7376-494D-BDA0-852D9DAD661E}"/>
    <dgm:cxn modelId="{9D286795-8F9A-47BB-86FB-8E311DAF5ED2}" type="presOf" srcId="{58FCA086-5269-4929-B7B7-F54A09A0C110}" destId="{16CE9F3D-1E85-4FFD-ACAA-B5E1A8A5E393}" srcOrd="0" destOrd="2" presId="urn:microsoft.com/office/officeart/2018/2/layout/IconLabelDescriptionList"/>
    <dgm:cxn modelId="{F4A01D96-D1A0-448A-9DC3-AFEC5B750E01}" type="presOf" srcId="{B9949FEF-7CBA-4301-86DA-BEDCC6CBD974}" destId="{178C416E-5280-4F99-A8F3-C158EA34F286}" srcOrd="0" destOrd="1" presId="urn:microsoft.com/office/officeart/2018/2/layout/IconLabelDescriptionList"/>
    <dgm:cxn modelId="{EDFCA99D-694A-440E-BE2C-371F5E37F4BF}" srcId="{AB7B58E9-B69A-40F6-A0C1-FB8A2D48492D}" destId="{BBB57DD8-520D-4D6A-A41F-3B4B7D4E904B}" srcOrd="0" destOrd="0" parTransId="{46D90BED-C299-40D0-851E-51444A1CB0F7}" sibTransId="{B890D358-7FF2-455F-91F8-086C15BE82C6}"/>
    <dgm:cxn modelId="{D56FE5A6-95BD-474D-B9FD-3CB503A81C9E}" srcId="{AB7B58E9-B69A-40F6-A0C1-FB8A2D48492D}" destId="{D3661C03-E315-42EA-8C1D-C6DF40B25279}" srcOrd="4" destOrd="0" parTransId="{8BAD0D0C-86D4-4B52-A59C-77AD9B4D7F24}" sibTransId="{F9F9ECB0-D97F-42A0-A1C5-891E6D1CF557}"/>
    <dgm:cxn modelId="{D63558AA-599F-4C51-9912-9B3D18364BF1}" type="presOf" srcId="{BBB57DD8-520D-4D6A-A41F-3B4B7D4E904B}" destId="{26854F8C-BFF3-4869-B1CD-0A1F57B6F14E}" srcOrd="0" destOrd="0" presId="urn:microsoft.com/office/officeart/2018/2/layout/IconLabelDescriptionList"/>
    <dgm:cxn modelId="{1F2A80C1-BBF1-45CD-8DD2-CE2E987A765B}" type="presOf" srcId="{9476DC00-3E15-4B60-B84C-370EFB7ADCAF}" destId="{26854F8C-BFF3-4869-B1CD-0A1F57B6F14E}" srcOrd="0" destOrd="2" presId="urn:microsoft.com/office/officeart/2018/2/layout/IconLabelDescriptionList"/>
    <dgm:cxn modelId="{89203EC2-6FF0-48BE-900E-7E42E01CE6B1}" type="presOf" srcId="{22DEF0F5-7DA7-46FB-9320-9A46F1186CA2}" destId="{178C416E-5280-4F99-A8F3-C158EA34F286}" srcOrd="0" destOrd="2" presId="urn:microsoft.com/office/officeart/2018/2/layout/IconLabelDescriptionList"/>
    <dgm:cxn modelId="{008ACCCA-02FE-4DC5-9008-6CC892D8AC86}" srcId="{98557F0A-27B4-4ABD-A64A-60825FA7A8FE}" destId="{B9949FEF-7CBA-4301-86DA-BEDCC6CBD974}" srcOrd="1" destOrd="0" parTransId="{CA3FA471-1912-45DA-96BB-A9A41FF64356}" sibTransId="{EC4D74BA-3D8C-43D3-9C4B-3A1CF0417A1E}"/>
    <dgm:cxn modelId="{8D5BB7CE-4900-41CA-9A8D-722D4BC9B303}" type="presOf" srcId="{58D6EBD6-9408-4B8F-8E5A-10AE786608B5}" destId="{86BD349B-2545-469F-B64B-29D8A1C086E7}" srcOrd="0" destOrd="0" presId="urn:microsoft.com/office/officeart/2018/2/layout/IconLabelDescriptionList"/>
    <dgm:cxn modelId="{71B9DBD5-F624-42A4-B696-3289B7B151AC}" srcId="{AB7B58E9-B69A-40F6-A0C1-FB8A2D48492D}" destId="{923BDF6D-9F77-4830-98E1-C95C64911A59}" srcOrd="5" destOrd="0" parTransId="{A25CCBA9-9EF6-4C30-8735-A674FACE73D8}" sibTransId="{C08126EB-B20E-4E59-8EDB-E8195A47BCCE}"/>
    <dgm:cxn modelId="{CA4AF8DE-F0B8-4299-91E8-A55D6C69CF4E}" srcId="{AB7B58E9-B69A-40F6-A0C1-FB8A2D48492D}" destId="{5BBC0573-FC30-446C-A834-040B46F895BF}" srcOrd="1" destOrd="0" parTransId="{CE72AAD7-DD3B-4975-A33D-7DB750F759E1}" sibTransId="{764F9E28-A6A8-4692-A1B8-658068C3A07B}"/>
    <dgm:cxn modelId="{4A71C7E4-D0D4-492E-811C-6C27D7AF4766}" srcId="{98557F0A-27B4-4ABD-A64A-60825FA7A8FE}" destId="{22DEF0F5-7DA7-46FB-9320-9A46F1186CA2}" srcOrd="2" destOrd="0" parTransId="{8E017613-17BF-464A-A846-C8B2F1956A7C}" sibTransId="{B227F461-951B-4B92-9BED-F812A25D0F6F}"/>
    <dgm:cxn modelId="{4D82E3E4-609D-45DE-A490-F213C53D8577}" type="presOf" srcId="{E7BEE200-332A-4466-ACF3-05425BE7C150}" destId="{F40BB7A1-9BF9-4D50-93A4-EF3152968429}" srcOrd="0" destOrd="0" presId="urn:microsoft.com/office/officeart/2018/2/layout/IconLabelDescriptionList"/>
    <dgm:cxn modelId="{567136E8-CA28-49B5-BAE5-E5553FC78492}" type="presOf" srcId="{CD0AF50E-F2AC-46F6-BDDD-813A9C69A999}" destId="{26854F8C-BFF3-4869-B1CD-0A1F57B6F14E}" srcOrd="0" destOrd="3" presId="urn:microsoft.com/office/officeart/2018/2/layout/IconLabelDescriptionList"/>
    <dgm:cxn modelId="{383667F3-7C88-44DF-A14D-6FB768D82B42}" type="presOf" srcId="{923BDF6D-9F77-4830-98E1-C95C64911A59}" destId="{26854F8C-BFF3-4869-B1CD-0A1F57B6F14E}" srcOrd="0" destOrd="5" presId="urn:microsoft.com/office/officeart/2018/2/layout/IconLabelDescriptionList"/>
    <dgm:cxn modelId="{35435AF8-1773-490D-9924-73EBBA91E8ED}" srcId="{98557F0A-27B4-4ABD-A64A-60825FA7A8FE}" destId="{D5354BB1-2678-447D-A965-0BCE57E43433}" srcOrd="3" destOrd="0" parTransId="{A5B1AB9B-935B-4971-90AE-8A5D704D9550}" sibTransId="{4D85A3B9-4A61-481C-A206-61C4AA9E31FB}"/>
    <dgm:cxn modelId="{A49AFEFC-AD53-4DCF-90DC-6553880331BB}" srcId="{E7BEE200-332A-4466-ACF3-05425BE7C150}" destId="{36A1CE04-4388-4946-8C2D-4A6FE3EED0FD}" srcOrd="0" destOrd="0" parTransId="{E662AB38-DBA8-402C-887B-7B819F561247}" sibTransId="{6549110E-371E-4727-82BE-F987FFABCC34}"/>
    <dgm:cxn modelId="{0FD0D5FE-3C84-45BC-8E9B-C049E8E048EE}" type="presOf" srcId="{D3661C03-E315-42EA-8C1D-C6DF40B25279}" destId="{26854F8C-BFF3-4869-B1CD-0A1F57B6F14E}" srcOrd="0" destOrd="4" presId="urn:microsoft.com/office/officeart/2018/2/layout/IconLabelDescriptionList"/>
    <dgm:cxn modelId="{A79F8E83-1B5F-449A-BEBD-9AC8A6536718}" type="presParOf" srcId="{86BD349B-2545-469F-B64B-29D8A1C086E7}" destId="{98855004-9CF5-45C2-BF5D-E223B88F11EA}" srcOrd="0" destOrd="0" presId="urn:microsoft.com/office/officeart/2018/2/layout/IconLabelDescriptionList"/>
    <dgm:cxn modelId="{F42FFFA2-62A8-467F-8A4C-FC5AC57662FF}" type="presParOf" srcId="{98855004-9CF5-45C2-BF5D-E223B88F11EA}" destId="{6EAE9E12-6D1D-404F-B853-03B6DC1023DA}" srcOrd="0" destOrd="0" presId="urn:microsoft.com/office/officeart/2018/2/layout/IconLabelDescriptionList"/>
    <dgm:cxn modelId="{5B942A86-5890-440C-B368-B98DAAC09BA2}" type="presParOf" srcId="{98855004-9CF5-45C2-BF5D-E223B88F11EA}" destId="{321BB20E-CD90-48C8-BCA1-BF8798CFA662}" srcOrd="1" destOrd="0" presId="urn:microsoft.com/office/officeart/2018/2/layout/IconLabelDescriptionList"/>
    <dgm:cxn modelId="{8FD4B10A-486B-41F2-8063-1FD37870BC5C}" type="presParOf" srcId="{98855004-9CF5-45C2-BF5D-E223B88F11EA}" destId="{B10215D7-6C2E-40B6-8841-C26F6A1244A5}" srcOrd="2" destOrd="0" presId="urn:microsoft.com/office/officeart/2018/2/layout/IconLabelDescriptionList"/>
    <dgm:cxn modelId="{7B35454A-5B24-41D4-B360-C046B4B998B6}" type="presParOf" srcId="{98855004-9CF5-45C2-BF5D-E223B88F11EA}" destId="{3E7028BF-C263-4A4A-9EC3-C1A12F84AB78}" srcOrd="3" destOrd="0" presId="urn:microsoft.com/office/officeart/2018/2/layout/IconLabelDescriptionList"/>
    <dgm:cxn modelId="{5426F151-B5F4-493F-95BB-8C7AC2E5E18D}" type="presParOf" srcId="{98855004-9CF5-45C2-BF5D-E223B88F11EA}" destId="{178C416E-5280-4F99-A8F3-C158EA34F286}" srcOrd="4" destOrd="0" presId="urn:microsoft.com/office/officeart/2018/2/layout/IconLabelDescriptionList"/>
    <dgm:cxn modelId="{CA23A9E5-027E-424E-B172-E39712395B01}" type="presParOf" srcId="{86BD349B-2545-469F-B64B-29D8A1C086E7}" destId="{8C4D699B-63A5-48A9-998E-F47C1B475364}" srcOrd="1" destOrd="0" presId="urn:microsoft.com/office/officeart/2018/2/layout/IconLabelDescriptionList"/>
    <dgm:cxn modelId="{B8FFCB55-8CCC-49D8-9A05-75AD977BC63E}" type="presParOf" srcId="{86BD349B-2545-469F-B64B-29D8A1C086E7}" destId="{DE157DFB-2848-4DAB-BC11-8574A30E8B74}" srcOrd="2" destOrd="0" presId="urn:microsoft.com/office/officeart/2018/2/layout/IconLabelDescriptionList"/>
    <dgm:cxn modelId="{536BCFBD-3A0B-4CF4-86A0-6CBC359A4BD6}" type="presParOf" srcId="{DE157DFB-2848-4DAB-BC11-8574A30E8B74}" destId="{17FC0F3B-5C9D-4B16-BCD4-77F991ABB9F6}" srcOrd="0" destOrd="0" presId="urn:microsoft.com/office/officeart/2018/2/layout/IconLabelDescriptionList"/>
    <dgm:cxn modelId="{F46A5B48-1E65-4F57-9C0B-74609298D75C}" type="presParOf" srcId="{DE157DFB-2848-4DAB-BC11-8574A30E8B74}" destId="{5C341F0E-46A5-4F00-8794-3E592B29F83A}" srcOrd="1" destOrd="0" presId="urn:microsoft.com/office/officeart/2018/2/layout/IconLabelDescriptionList"/>
    <dgm:cxn modelId="{E629BF6F-C84E-44D1-8B11-E9C0386EC408}" type="presParOf" srcId="{DE157DFB-2848-4DAB-BC11-8574A30E8B74}" destId="{1AEB8FA0-358F-4FFA-8F7D-1842F66BD85D}" srcOrd="2" destOrd="0" presId="urn:microsoft.com/office/officeart/2018/2/layout/IconLabelDescriptionList"/>
    <dgm:cxn modelId="{5DAECB10-24A7-413A-B59A-9952148AFEDB}" type="presParOf" srcId="{DE157DFB-2848-4DAB-BC11-8574A30E8B74}" destId="{AFB86994-2EC9-4957-9569-80344BCED13F}" srcOrd="3" destOrd="0" presId="urn:microsoft.com/office/officeart/2018/2/layout/IconLabelDescriptionList"/>
    <dgm:cxn modelId="{BC60409F-4819-48E4-A25E-E30E41EED41D}" type="presParOf" srcId="{DE157DFB-2848-4DAB-BC11-8574A30E8B74}" destId="{26854F8C-BFF3-4869-B1CD-0A1F57B6F14E}" srcOrd="4" destOrd="0" presId="urn:microsoft.com/office/officeart/2018/2/layout/IconLabelDescriptionList"/>
    <dgm:cxn modelId="{D781F860-507F-44C8-B998-8EBACF6A30F2}" type="presParOf" srcId="{86BD349B-2545-469F-B64B-29D8A1C086E7}" destId="{312B9656-81FD-4AB9-938E-B4F936044725}" srcOrd="3" destOrd="0" presId="urn:microsoft.com/office/officeart/2018/2/layout/IconLabelDescriptionList"/>
    <dgm:cxn modelId="{1BDBAD9D-D5D8-4701-8C3B-312E055FDFC5}" type="presParOf" srcId="{86BD349B-2545-469F-B64B-29D8A1C086E7}" destId="{833ADA23-9B10-4EAF-98CC-8F1A74C8C783}" srcOrd="4" destOrd="0" presId="urn:microsoft.com/office/officeart/2018/2/layout/IconLabelDescriptionList"/>
    <dgm:cxn modelId="{CDF4C710-4615-4C91-A282-4A64EE95E3D6}" type="presParOf" srcId="{833ADA23-9B10-4EAF-98CC-8F1A74C8C783}" destId="{9212F318-6EDF-47CE-9B71-68038406A168}" srcOrd="0" destOrd="0" presId="urn:microsoft.com/office/officeart/2018/2/layout/IconLabelDescriptionList"/>
    <dgm:cxn modelId="{4DBF00EE-55EA-448F-BFD6-61DBDE14D31D}" type="presParOf" srcId="{833ADA23-9B10-4EAF-98CC-8F1A74C8C783}" destId="{8E973AB0-4691-43C8-9EDB-865FD7920956}" srcOrd="1" destOrd="0" presId="urn:microsoft.com/office/officeart/2018/2/layout/IconLabelDescriptionList"/>
    <dgm:cxn modelId="{58E2CCFF-EC86-4998-A351-D3BD4A7FF255}" type="presParOf" srcId="{833ADA23-9B10-4EAF-98CC-8F1A74C8C783}" destId="{F40BB7A1-9BF9-4D50-93A4-EF3152968429}" srcOrd="2" destOrd="0" presId="urn:microsoft.com/office/officeart/2018/2/layout/IconLabelDescriptionList"/>
    <dgm:cxn modelId="{734F50E0-7AE1-417B-9139-3EBFBD82C5C4}" type="presParOf" srcId="{833ADA23-9B10-4EAF-98CC-8F1A74C8C783}" destId="{4A645EEC-FF72-4759-90C5-1D35B21FABD0}" srcOrd="3" destOrd="0" presId="urn:microsoft.com/office/officeart/2018/2/layout/IconLabelDescriptionList"/>
    <dgm:cxn modelId="{BF8DE381-89D6-424E-A36D-63E496895094}" type="presParOf" srcId="{833ADA23-9B10-4EAF-98CC-8F1A74C8C783}" destId="{16CE9F3D-1E85-4FFD-ACAA-B5E1A8A5E39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012C0C5-A306-4C83-9647-1330B30BF94C}" type="doc">
      <dgm:prSet loTypeId="urn:microsoft.com/office/officeart/2016/7/layout/ChevronBlockProcess" loCatId="process" qsTypeId="urn:microsoft.com/office/officeart/2005/8/quickstyle/simple1" qsCatId="simple" csTypeId="urn:microsoft.com/office/officeart/2005/8/colors/colorful2" csCatId="colorful" phldr="1"/>
      <dgm:spPr/>
      <dgm:t>
        <a:bodyPr/>
        <a:lstStyle/>
        <a:p>
          <a:endParaRPr lang="es-CR"/>
        </a:p>
      </dgm:t>
    </dgm:pt>
    <dgm:pt modelId="{EE04F2FE-9396-420A-849D-4CE7B604567C}">
      <dgm:prSet phldrT="[Texto]" custT="1"/>
      <dgm:spPr/>
      <dgm:t>
        <a:bodyPr/>
        <a:lstStyle/>
        <a:p>
          <a:r>
            <a:rPr lang="es-CR" sz="1800" dirty="0"/>
            <a:t>Los probadores de software deberían actuar coherentemente con el interés público</a:t>
          </a:r>
        </a:p>
      </dgm:t>
    </dgm:pt>
    <dgm:pt modelId="{B7A71003-AC49-4F7F-99E9-88608E62C0F3}" type="parTrans" cxnId="{B8350F67-1BEB-4846-A08F-56F9D6140374}">
      <dgm:prSet/>
      <dgm:spPr/>
      <dgm:t>
        <a:bodyPr/>
        <a:lstStyle/>
        <a:p>
          <a:endParaRPr lang="es-CR" sz="4000"/>
        </a:p>
      </dgm:t>
    </dgm:pt>
    <dgm:pt modelId="{06E71A9F-D717-4406-9E0B-CFDA4E548271}" type="sibTrans" cxnId="{B8350F67-1BEB-4846-A08F-56F9D6140374}">
      <dgm:prSet/>
      <dgm:spPr/>
      <dgm:t>
        <a:bodyPr/>
        <a:lstStyle/>
        <a:p>
          <a:endParaRPr lang="es-CR" sz="3200"/>
        </a:p>
      </dgm:t>
    </dgm:pt>
    <dgm:pt modelId="{E4114A95-38D3-42B9-9FD6-F826044E76CF}">
      <dgm:prSet custT="1"/>
      <dgm:spPr/>
      <dgm:t>
        <a:bodyPr/>
        <a:lstStyle/>
        <a:p>
          <a:r>
            <a:rPr lang="es-CR" sz="2000" b="1"/>
            <a:t>Cliente y empleador</a:t>
          </a:r>
        </a:p>
      </dgm:t>
    </dgm:pt>
    <dgm:pt modelId="{2A7DA649-E5AA-4057-8238-EF5D59DCA2D4}" type="parTrans" cxnId="{3672DB8E-167B-4B8C-846A-177CEB691A4D}">
      <dgm:prSet/>
      <dgm:spPr/>
      <dgm:t>
        <a:bodyPr/>
        <a:lstStyle/>
        <a:p>
          <a:endParaRPr lang="es-CR" sz="4000"/>
        </a:p>
      </dgm:t>
    </dgm:pt>
    <dgm:pt modelId="{EDF26352-DD81-40A7-B946-A399442012E2}" type="sibTrans" cxnId="{3672DB8E-167B-4B8C-846A-177CEB691A4D}">
      <dgm:prSet/>
      <dgm:spPr/>
      <dgm:t>
        <a:bodyPr/>
        <a:lstStyle/>
        <a:p>
          <a:endParaRPr lang="es-CR" sz="3200"/>
        </a:p>
      </dgm:t>
    </dgm:pt>
    <dgm:pt modelId="{2F4354C7-5B5B-4323-ABF3-876581BDA4E6}">
      <dgm:prSet custT="1"/>
      <dgm:spPr/>
      <dgm:t>
        <a:bodyPr/>
        <a:lstStyle/>
        <a:p>
          <a:r>
            <a:rPr lang="es-CR" sz="2000" b="1"/>
            <a:t>Producto</a:t>
          </a:r>
        </a:p>
      </dgm:t>
    </dgm:pt>
    <dgm:pt modelId="{13124F0B-DF31-4615-856C-7EA45B155C1A}" type="parTrans" cxnId="{52C3B49D-B6C4-4E73-8927-5A526174B59A}">
      <dgm:prSet/>
      <dgm:spPr/>
      <dgm:t>
        <a:bodyPr/>
        <a:lstStyle/>
        <a:p>
          <a:endParaRPr lang="es-CR" sz="4000"/>
        </a:p>
      </dgm:t>
    </dgm:pt>
    <dgm:pt modelId="{E80C4876-91CD-42DC-AD4E-E2273AB67DF7}" type="sibTrans" cxnId="{52C3B49D-B6C4-4E73-8927-5A526174B59A}">
      <dgm:prSet/>
      <dgm:spPr/>
      <dgm:t>
        <a:bodyPr/>
        <a:lstStyle/>
        <a:p>
          <a:endParaRPr lang="es-CR" sz="3200"/>
        </a:p>
      </dgm:t>
    </dgm:pt>
    <dgm:pt modelId="{25A66522-902D-4D04-B604-7877AEACC385}">
      <dgm:prSet custT="1"/>
      <dgm:spPr/>
      <dgm:t>
        <a:bodyPr/>
        <a:lstStyle/>
        <a:p>
          <a:r>
            <a:rPr lang="es-CR" sz="2000" b="1"/>
            <a:t>Juicio</a:t>
          </a:r>
        </a:p>
      </dgm:t>
    </dgm:pt>
    <dgm:pt modelId="{5577FAC3-E6DC-4E9A-87C5-E52D1A332ED0}" type="parTrans" cxnId="{516996ED-8BCC-4042-BB23-FB686A4A087C}">
      <dgm:prSet/>
      <dgm:spPr/>
      <dgm:t>
        <a:bodyPr/>
        <a:lstStyle/>
        <a:p>
          <a:endParaRPr lang="es-CR" sz="4000"/>
        </a:p>
      </dgm:t>
    </dgm:pt>
    <dgm:pt modelId="{33B741DE-9847-4720-86BB-727B1C3EA9FC}" type="sibTrans" cxnId="{516996ED-8BCC-4042-BB23-FB686A4A087C}">
      <dgm:prSet/>
      <dgm:spPr/>
      <dgm:t>
        <a:bodyPr/>
        <a:lstStyle/>
        <a:p>
          <a:endParaRPr lang="es-CR" sz="3200"/>
        </a:p>
      </dgm:t>
    </dgm:pt>
    <dgm:pt modelId="{AD9E3D28-EEA8-4540-B6A5-7F0E5FF0DB81}">
      <dgm:prSet phldrT="[Texto]" custT="1"/>
      <dgm:spPr/>
      <dgm:t>
        <a:bodyPr/>
        <a:lstStyle/>
        <a:p>
          <a:r>
            <a:rPr lang="es-CR" sz="2000" b="1"/>
            <a:t>Público</a:t>
          </a:r>
        </a:p>
      </dgm:t>
    </dgm:pt>
    <dgm:pt modelId="{13534EB8-9E47-49A5-BF6A-068585F770D3}" type="parTrans" cxnId="{372CFA1F-062E-4534-826E-C1B96E4150D4}">
      <dgm:prSet/>
      <dgm:spPr/>
      <dgm:t>
        <a:bodyPr/>
        <a:lstStyle/>
        <a:p>
          <a:endParaRPr lang="es-CR" sz="4000"/>
        </a:p>
      </dgm:t>
    </dgm:pt>
    <dgm:pt modelId="{F886CC06-788F-49D7-9F48-9030804E02B8}" type="sibTrans" cxnId="{372CFA1F-062E-4534-826E-C1B96E4150D4}">
      <dgm:prSet/>
      <dgm:spPr/>
      <dgm:t>
        <a:bodyPr/>
        <a:lstStyle/>
        <a:p>
          <a:endParaRPr lang="es-CR" sz="3200"/>
        </a:p>
      </dgm:t>
    </dgm:pt>
    <dgm:pt modelId="{CF0ED087-A2B4-4AEB-B1B1-79283904A6FB}">
      <dgm:prSet custT="1"/>
      <dgm:spPr/>
      <dgm:t>
        <a:bodyPr/>
        <a:lstStyle/>
        <a:p>
          <a:r>
            <a:rPr lang="es-CR" sz="1800"/>
            <a:t>Los probadores deberían actuar de una manera que es en el mejor interés de su cliente y empleador, compatible con el interés público</a:t>
          </a:r>
        </a:p>
      </dgm:t>
    </dgm:pt>
    <dgm:pt modelId="{DE67FB26-5995-4D94-B956-967FDC8E4CC0}" type="parTrans" cxnId="{E245E6C9-12C5-4C2A-81A6-C7CF5D74550D}">
      <dgm:prSet/>
      <dgm:spPr/>
      <dgm:t>
        <a:bodyPr/>
        <a:lstStyle/>
        <a:p>
          <a:endParaRPr lang="es-CR" sz="4000"/>
        </a:p>
      </dgm:t>
    </dgm:pt>
    <dgm:pt modelId="{EA67AB7D-00CC-4C33-B68E-AFC69BCE7E9C}" type="sibTrans" cxnId="{E245E6C9-12C5-4C2A-81A6-C7CF5D74550D}">
      <dgm:prSet/>
      <dgm:spPr/>
      <dgm:t>
        <a:bodyPr/>
        <a:lstStyle/>
        <a:p>
          <a:endParaRPr lang="es-CR" sz="3200"/>
        </a:p>
      </dgm:t>
    </dgm:pt>
    <dgm:pt modelId="{BE3BE94E-E379-4C39-B8AB-1149BEE41AB8}">
      <dgm:prSet custT="1"/>
      <dgm:spPr/>
      <dgm:t>
        <a:bodyPr/>
        <a:lstStyle/>
        <a:p>
          <a:r>
            <a:rPr lang="es-CR" sz="1800"/>
            <a:t>Los probadores deberían asegurar que los entregables que ellos proporcionan cumplan con los estándares más altos posibles</a:t>
          </a:r>
        </a:p>
      </dgm:t>
    </dgm:pt>
    <dgm:pt modelId="{6BC80ACD-C818-4920-967C-70DC14BB2C95}" type="parTrans" cxnId="{10B88DDA-DA17-4E58-A0E4-B2310193ECFB}">
      <dgm:prSet/>
      <dgm:spPr/>
      <dgm:t>
        <a:bodyPr/>
        <a:lstStyle/>
        <a:p>
          <a:endParaRPr lang="es-CR" sz="4000"/>
        </a:p>
      </dgm:t>
    </dgm:pt>
    <dgm:pt modelId="{D7D485E8-F65D-4BF5-9825-3EB8F787519E}" type="sibTrans" cxnId="{10B88DDA-DA17-4E58-A0E4-B2310193ECFB}">
      <dgm:prSet/>
      <dgm:spPr/>
      <dgm:t>
        <a:bodyPr/>
        <a:lstStyle/>
        <a:p>
          <a:endParaRPr lang="es-CR" sz="3200"/>
        </a:p>
      </dgm:t>
    </dgm:pt>
    <dgm:pt modelId="{173CE899-4E94-48B8-A1D0-C2E3A4571499}">
      <dgm:prSet custT="1"/>
      <dgm:spPr/>
      <dgm:t>
        <a:bodyPr/>
        <a:lstStyle/>
        <a:p>
          <a:r>
            <a:rPr lang="es-CR" sz="1800"/>
            <a:t>Los probadores de software deberían mantener la integridad e independencia en su juicio profesional</a:t>
          </a:r>
        </a:p>
      </dgm:t>
    </dgm:pt>
    <dgm:pt modelId="{B62472BB-6F74-4CA5-8076-4DB94590610B}" type="parTrans" cxnId="{437B7211-28C1-4C78-8E99-D129212C3F79}">
      <dgm:prSet/>
      <dgm:spPr/>
      <dgm:t>
        <a:bodyPr/>
        <a:lstStyle/>
        <a:p>
          <a:endParaRPr lang="es-CR" sz="4000"/>
        </a:p>
      </dgm:t>
    </dgm:pt>
    <dgm:pt modelId="{5351A8BB-85A0-47BB-B18C-753A07143527}" type="sibTrans" cxnId="{437B7211-28C1-4C78-8E99-D129212C3F79}">
      <dgm:prSet/>
      <dgm:spPr/>
      <dgm:t>
        <a:bodyPr/>
        <a:lstStyle/>
        <a:p>
          <a:endParaRPr lang="es-CR" sz="3200"/>
        </a:p>
      </dgm:t>
    </dgm:pt>
    <dgm:pt modelId="{97AACC69-08B4-4BA3-A637-944A838D1FC9}">
      <dgm:prSet custT="1"/>
      <dgm:spPr/>
      <dgm:t>
        <a:bodyPr/>
        <a:lstStyle/>
        <a:p>
          <a:r>
            <a:rPr lang="es-CR" sz="2000" b="1"/>
            <a:t>Profesión</a:t>
          </a:r>
        </a:p>
      </dgm:t>
    </dgm:pt>
    <dgm:pt modelId="{3A8CAFEC-83A7-4142-94F9-FA40F4B3E70F}" type="parTrans" cxnId="{3363540C-A36A-41AD-8ED6-432FB8F17CFD}">
      <dgm:prSet/>
      <dgm:spPr/>
      <dgm:t>
        <a:bodyPr/>
        <a:lstStyle/>
        <a:p>
          <a:endParaRPr lang="es-CR" sz="4000"/>
        </a:p>
      </dgm:t>
    </dgm:pt>
    <dgm:pt modelId="{FED9D09C-B2CE-4EA7-B5CA-9B5153F02516}" type="sibTrans" cxnId="{3363540C-A36A-41AD-8ED6-432FB8F17CFD}">
      <dgm:prSet/>
      <dgm:spPr/>
      <dgm:t>
        <a:bodyPr/>
        <a:lstStyle/>
        <a:p>
          <a:endParaRPr lang="es-CR" sz="3200"/>
        </a:p>
      </dgm:t>
    </dgm:pt>
    <dgm:pt modelId="{A3EA2B71-FC38-4D51-A732-6E85C90E9796}">
      <dgm:prSet custT="1"/>
      <dgm:spPr/>
      <dgm:t>
        <a:bodyPr/>
        <a:lstStyle/>
        <a:p>
          <a:r>
            <a:rPr lang="es-CR" sz="1800"/>
            <a:t>Los probadores deben promover la integridad y reputación de su profesión</a:t>
          </a:r>
        </a:p>
      </dgm:t>
    </dgm:pt>
    <dgm:pt modelId="{8F1002B4-246D-4F0D-A681-0E02C5E3F7E4}" type="parTrans" cxnId="{19344CB2-E5B8-4B5E-A178-4BC5DED8EED0}">
      <dgm:prSet/>
      <dgm:spPr/>
      <dgm:t>
        <a:bodyPr/>
        <a:lstStyle/>
        <a:p>
          <a:endParaRPr lang="es-CR" sz="4000"/>
        </a:p>
      </dgm:t>
    </dgm:pt>
    <dgm:pt modelId="{AD262585-334E-474F-8AD6-9BBDD06F2297}" type="sibTrans" cxnId="{19344CB2-E5B8-4B5E-A178-4BC5DED8EED0}">
      <dgm:prSet/>
      <dgm:spPr/>
      <dgm:t>
        <a:bodyPr/>
        <a:lstStyle/>
        <a:p>
          <a:endParaRPr lang="es-CR" sz="3200"/>
        </a:p>
      </dgm:t>
    </dgm:pt>
    <dgm:pt modelId="{73E337D8-E23B-4467-BDD2-3588FBCE8899}">
      <dgm:prSet custT="1"/>
      <dgm:spPr/>
      <dgm:t>
        <a:bodyPr/>
        <a:lstStyle/>
        <a:p>
          <a:r>
            <a:rPr lang="es-CR" sz="2000" b="1"/>
            <a:t>Colegas</a:t>
          </a:r>
        </a:p>
      </dgm:t>
    </dgm:pt>
    <dgm:pt modelId="{8BE2D749-BC3F-42FD-A63F-294148038193}" type="parTrans" cxnId="{CB18420E-F215-4D40-858C-6E7E4F6B3F14}">
      <dgm:prSet/>
      <dgm:spPr/>
      <dgm:t>
        <a:bodyPr/>
        <a:lstStyle/>
        <a:p>
          <a:endParaRPr lang="es-CR" sz="4000"/>
        </a:p>
      </dgm:t>
    </dgm:pt>
    <dgm:pt modelId="{13C1EC4F-B2C0-45C6-A946-2E920803C458}" type="sibTrans" cxnId="{CB18420E-F215-4D40-858C-6E7E4F6B3F14}">
      <dgm:prSet/>
      <dgm:spPr/>
      <dgm:t>
        <a:bodyPr/>
        <a:lstStyle/>
        <a:p>
          <a:endParaRPr lang="es-CR" sz="3200"/>
        </a:p>
      </dgm:t>
    </dgm:pt>
    <dgm:pt modelId="{5DFD8079-65E0-44E8-92AF-490FD3A5A286}">
      <dgm:prSet custT="1"/>
      <dgm:spPr/>
      <dgm:t>
        <a:bodyPr/>
        <a:lstStyle/>
        <a:p>
          <a:r>
            <a:rPr lang="es-CR" sz="1800"/>
            <a:t>Los probadores deben ser justos con sus colegas y de gran ayuda para ellos; así como promover la cooperación con los desarrolladores de software</a:t>
          </a:r>
        </a:p>
      </dgm:t>
    </dgm:pt>
    <dgm:pt modelId="{957865DA-233B-4CC8-94A5-0287C96D014E}" type="parTrans" cxnId="{4EB23A41-015C-449A-BF91-1BEECF862BA4}">
      <dgm:prSet/>
      <dgm:spPr/>
      <dgm:t>
        <a:bodyPr/>
        <a:lstStyle/>
        <a:p>
          <a:endParaRPr lang="es-CR" sz="4000"/>
        </a:p>
      </dgm:t>
    </dgm:pt>
    <dgm:pt modelId="{A6189C8B-68D4-4D44-ADE3-23A079089B1F}" type="sibTrans" cxnId="{4EB23A41-015C-449A-BF91-1BEECF862BA4}">
      <dgm:prSet/>
      <dgm:spPr/>
      <dgm:t>
        <a:bodyPr/>
        <a:lstStyle/>
        <a:p>
          <a:endParaRPr lang="es-CR" sz="3200"/>
        </a:p>
      </dgm:t>
    </dgm:pt>
    <dgm:pt modelId="{50012265-5AA7-4BFB-A5C3-41119E4E483F}">
      <dgm:prSet custT="1"/>
      <dgm:spPr/>
      <dgm:t>
        <a:bodyPr/>
        <a:lstStyle/>
        <a:p>
          <a:r>
            <a:rPr lang="es-CR" sz="2000" b="1" dirty="0"/>
            <a:t>Uno mismo</a:t>
          </a:r>
        </a:p>
      </dgm:t>
    </dgm:pt>
    <dgm:pt modelId="{93BD0BE4-B761-418A-B7F6-11BE4FD27661}" type="parTrans" cxnId="{3D3C95BE-6929-41A5-8D4B-1EE61E336BD7}">
      <dgm:prSet/>
      <dgm:spPr/>
      <dgm:t>
        <a:bodyPr/>
        <a:lstStyle/>
        <a:p>
          <a:endParaRPr lang="es-CR" sz="4000"/>
        </a:p>
      </dgm:t>
    </dgm:pt>
    <dgm:pt modelId="{AFC51314-A065-4C00-A0FE-72A5FB7F20F2}" type="sibTrans" cxnId="{3D3C95BE-6929-41A5-8D4B-1EE61E336BD7}">
      <dgm:prSet/>
      <dgm:spPr/>
      <dgm:t>
        <a:bodyPr/>
        <a:lstStyle/>
        <a:p>
          <a:endParaRPr lang="es-CR" sz="3200"/>
        </a:p>
      </dgm:t>
    </dgm:pt>
    <dgm:pt modelId="{5ABFA337-D14B-4BBC-970B-656A0E3BD04F}">
      <dgm:prSet custT="1"/>
      <dgm:spPr/>
      <dgm:t>
        <a:bodyPr/>
        <a:lstStyle/>
        <a:p>
          <a:r>
            <a:rPr lang="es-CR" sz="1800"/>
            <a:t>Los probadores deben participar en el aprendizaje permanente con relación a la práctica de su profesión y promover un método ético para la práctica de su profesión</a:t>
          </a:r>
        </a:p>
      </dgm:t>
    </dgm:pt>
    <dgm:pt modelId="{79418897-6BF1-44A3-8D96-71966AAEC7B5}" type="parTrans" cxnId="{15C89C81-48FD-4723-BC7E-188FC7F183DF}">
      <dgm:prSet/>
      <dgm:spPr/>
      <dgm:t>
        <a:bodyPr/>
        <a:lstStyle/>
        <a:p>
          <a:endParaRPr lang="es-CR" sz="4000"/>
        </a:p>
      </dgm:t>
    </dgm:pt>
    <dgm:pt modelId="{70C1F4F2-EE47-418F-8403-1E7FDD0F6243}" type="sibTrans" cxnId="{15C89C81-48FD-4723-BC7E-188FC7F183DF}">
      <dgm:prSet/>
      <dgm:spPr/>
      <dgm:t>
        <a:bodyPr/>
        <a:lstStyle/>
        <a:p>
          <a:endParaRPr lang="es-CR" sz="3200"/>
        </a:p>
      </dgm:t>
    </dgm:pt>
    <dgm:pt modelId="{1CBF1E6A-69A1-47A3-A9F6-EC78EEA96B1A}" type="pres">
      <dgm:prSet presAssocID="{C012C0C5-A306-4C83-9647-1330B30BF94C}" presName="Name0" presStyleCnt="0">
        <dgm:presLayoutVars>
          <dgm:dir/>
          <dgm:animLvl val="lvl"/>
          <dgm:resizeHandles val="exact"/>
        </dgm:presLayoutVars>
      </dgm:prSet>
      <dgm:spPr/>
    </dgm:pt>
    <dgm:pt modelId="{D46BB2D8-E2C3-45FF-BB97-0E6E30125E3A}" type="pres">
      <dgm:prSet presAssocID="{AD9E3D28-EEA8-4540-B6A5-7F0E5FF0DB81}" presName="composite" presStyleCnt="0"/>
      <dgm:spPr/>
    </dgm:pt>
    <dgm:pt modelId="{C7F02197-8A9F-4D86-B831-E1C5FA065BAD}" type="pres">
      <dgm:prSet presAssocID="{AD9E3D28-EEA8-4540-B6A5-7F0E5FF0DB81}" presName="parTx" presStyleLbl="alignNode1" presStyleIdx="0" presStyleCnt="7">
        <dgm:presLayoutVars>
          <dgm:chMax val="0"/>
          <dgm:chPref val="0"/>
        </dgm:presLayoutVars>
      </dgm:prSet>
      <dgm:spPr/>
    </dgm:pt>
    <dgm:pt modelId="{91C3EE31-ECEA-4BC6-A06A-CA238568C217}" type="pres">
      <dgm:prSet presAssocID="{AD9E3D28-EEA8-4540-B6A5-7F0E5FF0DB81}" presName="desTx" presStyleLbl="alignAccFollowNode1" presStyleIdx="0" presStyleCnt="7">
        <dgm:presLayoutVars/>
      </dgm:prSet>
      <dgm:spPr/>
    </dgm:pt>
    <dgm:pt modelId="{56ED83C9-9BB3-4F43-8975-B4033CF9018C}" type="pres">
      <dgm:prSet presAssocID="{F886CC06-788F-49D7-9F48-9030804E02B8}" presName="space" presStyleCnt="0"/>
      <dgm:spPr/>
    </dgm:pt>
    <dgm:pt modelId="{3FB35018-7ECE-4887-846D-F894C10FAE25}" type="pres">
      <dgm:prSet presAssocID="{E4114A95-38D3-42B9-9FD6-F826044E76CF}" presName="composite" presStyleCnt="0"/>
      <dgm:spPr/>
    </dgm:pt>
    <dgm:pt modelId="{7740B6EF-C2F4-41B6-879D-AC53831EBCF0}" type="pres">
      <dgm:prSet presAssocID="{E4114A95-38D3-42B9-9FD6-F826044E76CF}" presName="parTx" presStyleLbl="alignNode1" presStyleIdx="1" presStyleCnt="7">
        <dgm:presLayoutVars>
          <dgm:chMax val="0"/>
          <dgm:chPref val="0"/>
        </dgm:presLayoutVars>
      </dgm:prSet>
      <dgm:spPr/>
    </dgm:pt>
    <dgm:pt modelId="{98AE2C1B-06EE-422D-9338-E1AB24B1104E}" type="pres">
      <dgm:prSet presAssocID="{E4114A95-38D3-42B9-9FD6-F826044E76CF}" presName="desTx" presStyleLbl="alignAccFollowNode1" presStyleIdx="1" presStyleCnt="7">
        <dgm:presLayoutVars/>
      </dgm:prSet>
      <dgm:spPr/>
    </dgm:pt>
    <dgm:pt modelId="{ADCF72D6-D67B-4D05-B8E0-CC38748DC817}" type="pres">
      <dgm:prSet presAssocID="{EDF26352-DD81-40A7-B946-A399442012E2}" presName="space" presStyleCnt="0"/>
      <dgm:spPr/>
    </dgm:pt>
    <dgm:pt modelId="{573FF9F6-FD2F-4FC0-A14C-E2F221167521}" type="pres">
      <dgm:prSet presAssocID="{2F4354C7-5B5B-4323-ABF3-876581BDA4E6}" presName="composite" presStyleCnt="0"/>
      <dgm:spPr/>
    </dgm:pt>
    <dgm:pt modelId="{C674DEAC-2076-4F91-8F3A-B2FDD12B9E81}" type="pres">
      <dgm:prSet presAssocID="{2F4354C7-5B5B-4323-ABF3-876581BDA4E6}" presName="parTx" presStyleLbl="alignNode1" presStyleIdx="2" presStyleCnt="7">
        <dgm:presLayoutVars>
          <dgm:chMax val="0"/>
          <dgm:chPref val="0"/>
        </dgm:presLayoutVars>
      </dgm:prSet>
      <dgm:spPr/>
    </dgm:pt>
    <dgm:pt modelId="{59E00826-D6C3-4EDD-B86E-9D06B9417191}" type="pres">
      <dgm:prSet presAssocID="{2F4354C7-5B5B-4323-ABF3-876581BDA4E6}" presName="desTx" presStyleLbl="alignAccFollowNode1" presStyleIdx="2" presStyleCnt="7">
        <dgm:presLayoutVars/>
      </dgm:prSet>
      <dgm:spPr/>
    </dgm:pt>
    <dgm:pt modelId="{27EF1A64-9662-4463-B64C-21951F560E60}" type="pres">
      <dgm:prSet presAssocID="{E80C4876-91CD-42DC-AD4E-E2273AB67DF7}" presName="space" presStyleCnt="0"/>
      <dgm:spPr/>
    </dgm:pt>
    <dgm:pt modelId="{B231209F-2171-43A4-A0EF-4854759D7EFA}" type="pres">
      <dgm:prSet presAssocID="{25A66522-902D-4D04-B604-7877AEACC385}" presName="composite" presStyleCnt="0"/>
      <dgm:spPr/>
    </dgm:pt>
    <dgm:pt modelId="{B2175199-86FB-4BD8-9562-E334924748D3}" type="pres">
      <dgm:prSet presAssocID="{25A66522-902D-4D04-B604-7877AEACC385}" presName="parTx" presStyleLbl="alignNode1" presStyleIdx="3" presStyleCnt="7">
        <dgm:presLayoutVars>
          <dgm:chMax val="0"/>
          <dgm:chPref val="0"/>
        </dgm:presLayoutVars>
      </dgm:prSet>
      <dgm:spPr/>
    </dgm:pt>
    <dgm:pt modelId="{C2DAA4EA-09DF-40E7-9626-BEF9FE0C83D7}" type="pres">
      <dgm:prSet presAssocID="{25A66522-902D-4D04-B604-7877AEACC385}" presName="desTx" presStyleLbl="alignAccFollowNode1" presStyleIdx="3" presStyleCnt="7">
        <dgm:presLayoutVars/>
      </dgm:prSet>
      <dgm:spPr/>
    </dgm:pt>
    <dgm:pt modelId="{32F1D4F7-B3FA-4EFF-A4B5-F42F7A7F0852}" type="pres">
      <dgm:prSet presAssocID="{33B741DE-9847-4720-86BB-727B1C3EA9FC}" presName="space" presStyleCnt="0"/>
      <dgm:spPr/>
    </dgm:pt>
    <dgm:pt modelId="{DE44FBA1-904C-4EAA-8267-365069C4A319}" type="pres">
      <dgm:prSet presAssocID="{97AACC69-08B4-4BA3-A637-944A838D1FC9}" presName="composite" presStyleCnt="0"/>
      <dgm:spPr/>
    </dgm:pt>
    <dgm:pt modelId="{9EA51C71-F4F3-46C3-A6AE-E71998C53196}" type="pres">
      <dgm:prSet presAssocID="{97AACC69-08B4-4BA3-A637-944A838D1FC9}" presName="parTx" presStyleLbl="alignNode1" presStyleIdx="4" presStyleCnt="7">
        <dgm:presLayoutVars>
          <dgm:chMax val="0"/>
          <dgm:chPref val="0"/>
        </dgm:presLayoutVars>
      </dgm:prSet>
      <dgm:spPr/>
    </dgm:pt>
    <dgm:pt modelId="{6799C468-C491-4397-83B4-E62238C57689}" type="pres">
      <dgm:prSet presAssocID="{97AACC69-08B4-4BA3-A637-944A838D1FC9}" presName="desTx" presStyleLbl="alignAccFollowNode1" presStyleIdx="4" presStyleCnt="7">
        <dgm:presLayoutVars/>
      </dgm:prSet>
      <dgm:spPr/>
    </dgm:pt>
    <dgm:pt modelId="{DD9ECF51-AB59-41D9-8531-CC2780C209C8}" type="pres">
      <dgm:prSet presAssocID="{FED9D09C-B2CE-4EA7-B5CA-9B5153F02516}" presName="space" presStyleCnt="0"/>
      <dgm:spPr/>
    </dgm:pt>
    <dgm:pt modelId="{6986F564-9EAD-4707-BA4F-11228A632848}" type="pres">
      <dgm:prSet presAssocID="{73E337D8-E23B-4467-BDD2-3588FBCE8899}" presName="composite" presStyleCnt="0"/>
      <dgm:spPr/>
    </dgm:pt>
    <dgm:pt modelId="{60F7C9EA-52D3-48BA-A970-217A5BAD879F}" type="pres">
      <dgm:prSet presAssocID="{73E337D8-E23B-4467-BDD2-3588FBCE8899}" presName="parTx" presStyleLbl="alignNode1" presStyleIdx="5" presStyleCnt="7">
        <dgm:presLayoutVars>
          <dgm:chMax val="0"/>
          <dgm:chPref val="0"/>
        </dgm:presLayoutVars>
      </dgm:prSet>
      <dgm:spPr/>
    </dgm:pt>
    <dgm:pt modelId="{F4461309-F342-4B4B-A3FA-1470F962A48F}" type="pres">
      <dgm:prSet presAssocID="{73E337D8-E23B-4467-BDD2-3588FBCE8899}" presName="desTx" presStyleLbl="alignAccFollowNode1" presStyleIdx="5" presStyleCnt="7">
        <dgm:presLayoutVars/>
      </dgm:prSet>
      <dgm:spPr/>
    </dgm:pt>
    <dgm:pt modelId="{E937E61B-C138-4EB6-B21B-8ECDF5F223F1}" type="pres">
      <dgm:prSet presAssocID="{13C1EC4F-B2C0-45C6-A946-2E920803C458}" presName="space" presStyleCnt="0"/>
      <dgm:spPr/>
    </dgm:pt>
    <dgm:pt modelId="{E6C83642-9B05-47E9-BAF9-3185A8400731}" type="pres">
      <dgm:prSet presAssocID="{50012265-5AA7-4BFB-A5C3-41119E4E483F}" presName="composite" presStyleCnt="0"/>
      <dgm:spPr/>
    </dgm:pt>
    <dgm:pt modelId="{512C4FA3-E5B4-4EDE-82D6-DAF182079242}" type="pres">
      <dgm:prSet presAssocID="{50012265-5AA7-4BFB-A5C3-41119E4E483F}" presName="parTx" presStyleLbl="alignNode1" presStyleIdx="6" presStyleCnt="7">
        <dgm:presLayoutVars>
          <dgm:chMax val="0"/>
          <dgm:chPref val="0"/>
        </dgm:presLayoutVars>
      </dgm:prSet>
      <dgm:spPr/>
    </dgm:pt>
    <dgm:pt modelId="{49E21160-02DE-44C7-94F7-301138A7D36F}" type="pres">
      <dgm:prSet presAssocID="{50012265-5AA7-4BFB-A5C3-41119E4E483F}" presName="desTx" presStyleLbl="alignAccFollowNode1" presStyleIdx="6" presStyleCnt="7">
        <dgm:presLayoutVars/>
      </dgm:prSet>
      <dgm:spPr/>
    </dgm:pt>
  </dgm:ptLst>
  <dgm:cxnLst>
    <dgm:cxn modelId="{3363540C-A36A-41AD-8ED6-432FB8F17CFD}" srcId="{C012C0C5-A306-4C83-9647-1330B30BF94C}" destId="{97AACC69-08B4-4BA3-A637-944A838D1FC9}" srcOrd="4" destOrd="0" parTransId="{3A8CAFEC-83A7-4142-94F9-FA40F4B3E70F}" sibTransId="{FED9D09C-B2CE-4EA7-B5CA-9B5153F02516}"/>
    <dgm:cxn modelId="{CB18420E-F215-4D40-858C-6E7E4F6B3F14}" srcId="{C012C0C5-A306-4C83-9647-1330B30BF94C}" destId="{73E337D8-E23B-4467-BDD2-3588FBCE8899}" srcOrd="5" destOrd="0" parTransId="{8BE2D749-BC3F-42FD-A63F-294148038193}" sibTransId="{13C1EC4F-B2C0-45C6-A946-2E920803C458}"/>
    <dgm:cxn modelId="{437B7211-28C1-4C78-8E99-D129212C3F79}" srcId="{25A66522-902D-4D04-B604-7877AEACC385}" destId="{173CE899-4E94-48B8-A1D0-C2E3A4571499}" srcOrd="0" destOrd="0" parTransId="{B62472BB-6F74-4CA5-8076-4DB94590610B}" sibTransId="{5351A8BB-85A0-47BB-B18C-753A07143527}"/>
    <dgm:cxn modelId="{372CFA1F-062E-4534-826E-C1B96E4150D4}" srcId="{C012C0C5-A306-4C83-9647-1330B30BF94C}" destId="{AD9E3D28-EEA8-4540-B6A5-7F0E5FF0DB81}" srcOrd="0" destOrd="0" parTransId="{13534EB8-9E47-49A5-BF6A-068585F770D3}" sibTransId="{F886CC06-788F-49D7-9F48-9030804E02B8}"/>
    <dgm:cxn modelId="{2E1BA121-AA3B-46DA-9423-7975E4964299}" type="presOf" srcId="{AD9E3D28-EEA8-4540-B6A5-7F0E5FF0DB81}" destId="{C7F02197-8A9F-4D86-B831-E1C5FA065BAD}" srcOrd="0" destOrd="0" presId="urn:microsoft.com/office/officeart/2016/7/layout/ChevronBlockProcess"/>
    <dgm:cxn modelId="{F122B836-0261-467A-8F34-71C45EC9A243}" type="presOf" srcId="{2F4354C7-5B5B-4323-ABF3-876581BDA4E6}" destId="{C674DEAC-2076-4F91-8F3A-B2FDD12B9E81}" srcOrd="0" destOrd="0" presId="urn:microsoft.com/office/officeart/2016/7/layout/ChevronBlockProcess"/>
    <dgm:cxn modelId="{4EB23A41-015C-449A-BF91-1BEECF862BA4}" srcId="{73E337D8-E23B-4467-BDD2-3588FBCE8899}" destId="{5DFD8079-65E0-44E8-92AF-490FD3A5A286}" srcOrd="0" destOrd="0" parTransId="{957865DA-233B-4CC8-94A5-0287C96D014E}" sibTransId="{A6189C8B-68D4-4D44-ADE3-23A079089B1F}"/>
    <dgm:cxn modelId="{B8350F67-1BEB-4846-A08F-56F9D6140374}" srcId="{AD9E3D28-EEA8-4540-B6A5-7F0E5FF0DB81}" destId="{EE04F2FE-9396-420A-849D-4CE7B604567C}" srcOrd="0" destOrd="0" parTransId="{B7A71003-AC49-4F7F-99E9-88608E62C0F3}" sibTransId="{06E71A9F-D717-4406-9E0B-CFDA4E548271}"/>
    <dgm:cxn modelId="{7B3D104B-AB7D-4654-BA2F-8E779B2F5A06}" type="presOf" srcId="{EE04F2FE-9396-420A-849D-4CE7B604567C}" destId="{91C3EE31-ECEA-4BC6-A06A-CA238568C217}" srcOrd="0" destOrd="0" presId="urn:microsoft.com/office/officeart/2016/7/layout/ChevronBlockProcess"/>
    <dgm:cxn modelId="{4258DA50-FA90-42B9-AA50-950A50E3337E}" type="presOf" srcId="{25A66522-902D-4D04-B604-7877AEACC385}" destId="{B2175199-86FB-4BD8-9562-E334924748D3}" srcOrd="0" destOrd="0" presId="urn:microsoft.com/office/officeart/2016/7/layout/ChevronBlockProcess"/>
    <dgm:cxn modelId="{48824A79-59C7-4D71-A54C-7FFBB9A3D35B}" type="presOf" srcId="{50012265-5AA7-4BFB-A5C3-41119E4E483F}" destId="{512C4FA3-E5B4-4EDE-82D6-DAF182079242}" srcOrd="0" destOrd="0" presId="urn:microsoft.com/office/officeart/2016/7/layout/ChevronBlockProcess"/>
    <dgm:cxn modelId="{15C89C81-48FD-4723-BC7E-188FC7F183DF}" srcId="{50012265-5AA7-4BFB-A5C3-41119E4E483F}" destId="{5ABFA337-D14B-4BBC-970B-656A0E3BD04F}" srcOrd="0" destOrd="0" parTransId="{79418897-6BF1-44A3-8D96-71966AAEC7B5}" sibTransId="{70C1F4F2-EE47-418F-8403-1E7FDD0F6243}"/>
    <dgm:cxn modelId="{BB740F8C-62CD-4BF6-8A71-9D43A39B10BA}" type="presOf" srcId="{73E337D8-E23B-4467-BDD2-3588FBCE8899}" destId="{60F7C9EA-52D3-48BA-A970-217A5BAD879F}" srcOrd="0" destOrd="0" presId="urn:microsoft.com/office/officeart/2016/7/layout/ChevronBlockProcess"/>
    <dgm:cxn modelId="{3672DB8E-167B-4B8C-846A-177CEB691A4D}" srcId="{C012C0C5-A306-4C83-9647-1330B30BF94C}" destId="{E4114A95-38D3-42B9-9FD6-F826044E76CF}" srcOrd="1" destOrd="0" parTransId="{2A7DA649-E5AA-4057-8238-EF5D59DCA2D4}" sibTransId="{EDF26352-DD81-40A7-B946-A399442012E2}"/>
    <dgm:cxn modelId="{52C3B49D-B6C4-4E73-8927-5A526174B59A}" srcId="{C012C0C5-A306-4C83-9647-1330B30BF94C}" destId="{2F4354C7-5B5B-4323-ABF3-876581BDA4E6}" srcOrd="2" destOrd="0" parTransId="{13124F0B-DF31-4615-856C-7EA45B155C1A}" sibTransId="{E80C4876-91CD-42DC-AD4E-E2273AB67DF7}"/>
    <dgm:cxn modelId="{A36D00AB-C2F1-42ED-9FCC-375BF76000DE}" type="presOf" srcId="{C012C0C5-A306-4C83-9647-1330B30BF94C}" destId="{1CBF1E6A-69A1-47A3-A9F6-EC78EEA96B1A}" srcOrd="0" destOrd="0" presId="urn:microsoft.com/office/officeart/2016/7/layout/ChevronBlockProcess"/>
    <dgm:cxn modelId="{5F36BAAB-D110-420B-8DB3-8271AD91002C}" type="presOf" srcId="{A3EA2B71-FC38-4D51-A732-6E85C90E9796}" destId="{6799C468-C491-4397-83B4-E62238C57689}" srcOrd="0" destOrd="0" presId="urn:microsoft.com/office/officeart/2016/7/layout/ChevronBlockProcess"/>
    <dgm:cxn modelId="{37E932B2-D73D-44CD-8D41-DE418D988CAF}" type="presOf" srcId="{5ABFA337-D14B-4BBC-970B-656A0E3BD04F}" destId="{49E21160-02DE-44C7-94F7-301138A7D36F}" srcOrd="0" destOrd="0" presId="urn:microsoft.com/office/officeart/2016/7/layout/ChevronBlockProcess"/>
    <dgm:cxn modelId="{19344CB2-E5B8-4B5E-A178-4BC5DED8EED0}" srcId="{97AACC69-08B4-4BA3-A637-944A838D1FC9}" destId="{A3EA2B71-FC38-4D51-A732-6E85C90E9796}" srcOrd="0" destOrd="0" parTransId="{8F1002B4-246D-4F0D-A681-0E02C5E3F7E4}" sibTransId="{AD262585-334E-474F-8AD6-9BBDD06F2297}"/>
    <dgm:cxn modelId="{807BB5BA-7EE0-474A-8EC7-452914C7AA63}" type="presOf" srcId="{97AACC69-08B4-4BA3-A637-944A838D1FC9}" destId="{9EA51C71-F4F3-46C3-A6AE-E71998C53196}" srcOrd="0" destOrd="0" presId="urn:microsoft.com/office/officeart/2016/7/layout/ChevronBlockProcess"/>
    <dgm:cxn modelId="{3D3C95BE-6929-41A5-8D4B-1EE61E336BD7}" srcId="{C012C0C5-A306-4C83-9647-1330B30BF94C}" destId="{50012265-5AA7-4BFB-A5C3-41119E4E483F}" srcOrd="6" destOrd="0" parTransId="{93BD0BE4-B761-418A-B7F6-11BE4FD27661}" sibTransId="{AFC51314-A065-4C00-A0FE-72A5FB7F20F2}"/>
    <dgm:cxn modelId="{1DE5E3BE-31A3-4F1D-8025-000BAE8452B9}" type="presOf" srcId="{5DFD8079-65E0-44E8-92AF-490FD3A5A286}" destId="{F4461309-F342-4B4B-A3FA-1470F962A48F}" srcOrd="0" destOrd="0" presId="urn:microsoft.com/office/officeart/2016/7/layout/ChevronBlockProcess"/>
    <dgm:cxn modelId="{912490C6-77F1-4FBD-B1E7-455612F13950}" type="presOf" srcId="{173CE899-4E94-48B8-A1D0-C2E3A4571499}" destId="{C2DAA4EA-09DF-40E7-9626-BEF9FE0C83D7}" srcOrd="0" destOrd="0" presId="urn:microsoft.com/office/officeart/2016/7/layout/ChevronBlockProcess"/>
    <dgm:cxn modelId="{E245E6C9-12C5-4C2A-81A6-C7CF5D74550D}" srcId="{E4114A95-38D3-42B9-9FD6-F826044E76CF}" destId="{CF0ED087-A2B4-4AEB-B1B1-79283904A6FB}" srcOrd="0" destOrd="0" parTransId="{DE67FB26-5995-4D94-B956-967FDC8E4CC0}" sibTransId="{EA67AB7D-00CC-4C33-B68E-AFC69BCE7E9C}"/>
    <dgm:cxn modelId="{10B88DDA-DA17-4E58-A0E4-B2310193ECFB}" srcId="{2F4354C7-5B5B-4323-ABF3-876581BDA4E6}" destId="{BE3BE94E-E379-4C39-B8AB-1149BEE41AB8}" srcOrd="0" destOrd="0" parTransId="{6BC80ACD-C818-4920-967C-70DC14BB2C95}" sibTransId="{D7D485E8-F65D-4BF5-9825-3EB8F787519E}"/>
    <dgm:cxn modelId="{73E50CDE-EB31-4408-8D60-5124858672E6}" type="presOf" srcId="{CF0ED087-A2B4-4AEB-B1B1-79283904A6FB}" destId="{98AE2C1B-06EE-422D-9338-E1AB24B1104E}" srcOrd="0" destOrd="0" presId="urn:microsoft.com/office/officeart/2016/7/layout/ChevronBlockProcess"/>
    <dgm:cxn modelId="{98F8D5E4-577B-40C6-BF19-65E47C8BAEB0}" type="presOf" srcId="{BE3BE94E-E379-4C39-B8AB-1149BEE41AB8}" destId="{59E00826-D6C3-4EDD-B86E-9D06B9417191}" srcOrd="0" destOrd="0" presId="urn:microsoft.com/office/officeart/2016/7/layout/ChevronBlockProcess"/>
    <dgm:cxn modelId="{516996ED-8BCC-4042-BB23-FB686A4A087C}" srcId="{C012C0C5-A306-4C83-9647-1330B30BF94C}" destId="{25A66522-902D-4D04-B604-7877AEACC385}" srcOrd="3" destOrd="0" parTransId="{5577FAC3-E6DC-4E9A-87C5-E52D1A332ED0}" sibTransId="{33B741DE-9847-4720-86BB-727B1C3EA9FC}"/>
    <dgm:cxn modelId="{7263F2F7-3CD0-43EB-8EF9-BC108799B9F4}" type="presOf" srcId="{E4114A95-38D3-42B9-9FD6-F826044E76CF}" destId="{7740B6EF-C2F4-41B6-879D-AC53831EBCF0}" srcOrd="0" destOrd="0" presId="urn:microsoft.com/office/officeart/2016/7/layout/ChevronBlockProcess"/>
    <dgm:cxn modelId="{ADB3B036-BDC2-43E8-92BD-C35440BC269C}" type="presParOf" srcId="{1CBF1E6A-69A1-47A3-A9F6-EC78EEA96B1A}" destId="{D46BB2D8-E2C3-45FF-BB97-0E6E30125E3A}" srcOrd="0" destOrd="0" presId="urn:microsoft.com/office/officeart/2016/7/layout/ChevronBlockProcess"/>
    <dgm:cxn modelId="{B510E6F9-B61F-458B-B789-CB08E59EC0D9}" type="presParOf" srcId="{D46BB2D8-E2C3-45FF-BB97-0E6E30125E3A}" destId="{C7F02197-8A9F-4D86-B831-E1C5FA065BAD}" srcOrd="0" destOrd="0" presId="urn:microsoft.com/office/officeart/2016/7/layout/ChevronBlockProcess"/>
    <dgm:cxn modelId="{E1BCD2F2-640D-459B-86D8-D4CD34C24D87}" type="presParOf" srcId="{D46BB2D8-E2C3-45FF-BB97-0E6E30125E3A}" destId="{91C3EE31-ECEA-4BC6-A06A-CA238568C217}" srcOrd="1" destOrd="0" presId="urn:microsoft.com/office/officeart/2016/7/layout/ChevronBlockProcess"/>
    <dgm:cxn modelId="{C30241B1-C315-44B7-9DCD-31C3CB71773E}" type="presParOf" srcId="{1CBF1E6A-69A1-47A3-A9F6-EC78EEA96B1A}" destId="{56ED83C9-9BB3-4F43-8975-B4033CF9018C}" srcOrd="1" destOrd="0" presId="urn:microsoft.com/office/officeart/2016/7/layout/ChevronBlockProcess"/>
    <dgm:cxn modelId="{BC568C6A-A195-41B3-843C-7FA973E2CC8A}" type="presParOf" srcId="{1CBF1E6A-69A1-47A3-A9F6-EC78EEA96B1A}" destId="{3FB35018-7ECE-4887-846D-F894C10FAE25}" srcOrd="2" destOrd="0" presId="urn:microsoft.com/office/officeart/2016/7/layout/ChevronBlockProcess"/>
    <dgm:cxn modelId="{CDECB9E5-EAF4-4B6A-9788-BD253389832F}" type="presParOf" srcId="{3FB35018-7ECE-4887-846D-F894C10FAE25}" destId="{7740B6EF-C2F4-41B6-879D-AC53831EBCF0}" srcOrd="0" destOrd="0" presId="urn:microsoft.com/office/officeart/2016/7/layout/ChevronBlockProcess"/>
    <dgm:cxn modelId="{700D2DED-16FE-44D0-8F10-50C5440D3432}" type="presParOf" srcId="{3FB35018-7ECE-4887-846D-F894C10FAE25}" destId="{98AE2C1B-06EE-422D-9338-E1AB24B1104E}" srcOrd="1" destOrd="0" presId="urn:microsoft.com/office/officeart/2016/7/layout/ChevronBlockProcess"/>
    <dgm:cxn modelId="{B1A7C002-04DF-456A-82C8-C2DA72A97194}" type="presParOf" srcId="{1CBF1E6A-69A1-47A3-A9F6-EC78EEA96B1A}" destId="{ADCF72D6-D67B-4D05-B8E0-CC38748DC817}" srcOrd="3" destOrd="0" presId="urn:microsoft.com/office/officeart/2016/7/layout/ChevronBlockProcess"/>
    <dgm:cxn modelId="{6710221C-BB8E-4C1A-92C0-10430912A950}" type="presParOf" srcId="{1CBF1E6A-69A1-47A3-A9F6-EC78EEA96B1A}" destId="{573FF9F6-FD2F-4FC0-A14C-E2F221167521}" srcOrd="4" destOrd="0" presId="urn:microsoft.com/office/officeart/2016/7/layout/ChevronBlockProcess"/>
    <dgm:cxn modelId="{0D2A89CF-EB85-4111-A757-E9BE7546B697}" type="presParOf" srcId="{573FF9F6-FD2F-4FC0-A14C-E2F221167521}" destId="{C674DEAC-2076-4F91-8F3A-B2FDD12B9E81}" srcOrd="0" destOrd="0" presId="urn:microsoft.com/office/officeart/2016/7/layout/ChevronBlockProcess"/>
    <dgm:cxn modelId="{02116CEC-36BC-4701-89B0-99CA975E12A4}" type="presParOf" srcId="{573FF9F6-FD2F-4FC0-A14C-E2F221167521}" destId="{59E00826-D6C3-4EDD-B86E-9D06B9417191}" srcOrd="1" destOrd="0" presId="urn:microsoft.com/office/officeart/2016/7/layout/ChevronBlockProcess"/>
    <dgm:cxn modelId="{F07BF7DE-6BCC-476F-8F6B-BF318BA40ECB}" type="presParOf" srcId="{1CBF1E6A-69A1-47A3-A9F6-EC78EEA96B1A}" destId="{27EF1A64-9662-4463-B64C-21951F560E60}" srcOrd="5" destOrd="0" presId="urn:microsoft.com/office/officeart/2016/7/layout/ChevronBlockProcess"/>
    <dgm:cxn modelId="{8438E696-2F4F-4577-A418-567ACAB06443}" type="presParOf" srcId="{1CBF1E6A-69A1-47A3-A9F6-EC78EEA96B1A}" destId="{B231209F-2171-43A4-A0EF-4854759D7EFA}" srcOrd="6" destOrd="0" presId="urn:microsoft.com/office/officeart/2016/7/layout/ChevronBlockProcess"/>
    <dgm:cxn modelId="{80694FEC-81F5-4FD3-9A88-561CFF245D23}" type="presParOf" srcId="{B231209F-2171-43A4-A0EF-4854759D7EFA}" destId="{B2175199-86FB-4BD8-9562-E334924748D3}" srcOrd="0" destOrd="0" presId="urn:microsoft.com/office/officeart/2016/7/layout/ChevronBlockProcess"/>
    <dgm:cxn modelId="{4833CFD4-C73F-48E1-8629-043921216E59}" type="presParOf" srcId="{B231209F-2171-43A4-A0EF-4854759D7EFA}" destId="{C2DAA4EA-09DF-40E7-9626-BEF9FE0C83D7}" srcOrd="1" destOrd="0" presId="urn:microsoft.com/office/officeart/2016/7/layout/ChevronBlockProcess"/>
    <dgm:cxn modelId="{AD2361B4-B947-41DA-9670-0AA3C96C65F1}" type="presParOf" srcId="{1CBF1E6A-69A1-47A3-A9F6-EC78EEA96B1A}" destId="{32F1D4F7-B3FA-4EFF-A4B5-F42F7A7F0852}" srcOrd="7" destOrd="0" presId="urn:microsoft.com/office/officeart/2016/7/layout/ChevronBlockProcess"/>
    <dgm:cxn modelId="{507D2644-097F-4EC7-B759-4259596D7815}" type="presParOf" srcId="{1CBF1E6A-69A1-47A3-A9F6-EC78EEA96B1A}" destId="{DE44FBA1-904C-4EAA-8267-365069C4A319}" srcOrd="8" destOrd="0" presId="urn:microsoft.com/office/officeart/2016/7/layout/ChevronBlockProcess"/>
    <dgm:cxn modelId="{09328020-1B61-4C19-B501-49D9EC8E2F95}" type="presParOf" srcId="{DE44FBA1-904C-4EAA-8267-365069C4A319}" destId="{9EA51C71-F4F3-46C3-A6AE-E71998C53196}" srcOrd="0" destOrd="0" presId="urn:microsoft.com/office/officeart/2016/7/layout/ChevronBlockProcess"/>
    <dgm:cxn modelId="{6967653F-9D69-4FDD-97BA-49BCB6E83201}" type="presParOf" srcId="{DE44FBA1-904C-4EAA-8267-365069C4A319}" destId="{6799C468-C491-4397-83B4-E62238C57689}" srcOrd="1" destOrd="0" presId="urn:microsoft.com/office/officeart/2016/7/layout/ChevronBlockProcess"/>
    <dgm:cxn modelId="{9EE69482-DCC6-4ED1-B8C8-E92633B0B0B4}" type="presParOf" srcId="{1CBF1E6A-69A1-47A3-A9F6-EC78EEA96B1A}" destId="{DD9ECF51-AB59-41D9-8531-CC2780C209C8}" srcOrd="9" destOrd="0" presId="urn:microsoft.com/office/officeart/2016/7/layout/ChevronBlockProcess"/>
    <dgm:cxn modelId="{7FA36BDC-16D7-4AAD-B7B0-141BABE3B9F0}" type="presParOf" srcId="{1CBF1E6A-69A1-47A3-A9F6-EC78EEA96B1A}" destId="{6986F564-9EAD-4707-BA4F-11228A632848}" srcOrd="10" destOrd="0" presId="urn:microsoft.com/office/officeart/2016/7/layout/ChevronBlockProcess"/>
    <dgm:cxn modelId="{5785835E-8B60-4C23-BD65-5AA2338CD5DE}" type="presParOf" srcId="{6986F564-9EAD-4707-BA4F-11228A632848}" destId="{60F7C9EA-52D3-48BA-A970-217A5BAD879F}" srcOrd="0" destOrd="0" presId="urn:microsoft.com/office/officeart/2016/7/layout/ChevronBlockProcess"/>
    <dgm:cxn modelId="{52D69BFB-D652-4442-927C-5F97DC8FD7B4}" type="presParOf" srcId="{6986F564-9EAD-4707-BA4F-11228A632848}" destId="{F4461309-F342-4B4B-A3FA-1470F962A48F}" srcOrd="1" destOrd="0" presId="urn:microsoft.com/office/officeart/2016/7/layout/ChevronBlockProcess"/>
    <dgm:cxn modelId="{C7D32868-D754-43B7-8BA4-7679C3FD0028}" type="presParOf" srcId="{1CBF1E6A-69A1-47A3-A9F6-EC78EEA96B1A}" destId="{E937E61B-C138-4EB6-B21B-8ECDF5F223F1}" srcOrd="11" destOrd="0" presId="urn:microsoft.com/office/officeart/2016/7/layout/ChevronBlockProcess"/>
    <dgm:cxn modelId="{2E03E186-4525-4381-AD9C-F20DE1A5FD7F}" type="presParOf" srcId="{1CBF1E6A-69A1-47A3-A9F6-EC78EEA96B1A}" destId="{E6C83642-9B05-47E9-BAF9-3185A8400731}" srcOrd="12" destOrd="0" presId="urn:microsoft.com/office/officeart/2016/7/layout/ChevronBlockProcess"/>
    <dgm:cxn modelId="{1195EBD3-C518-4FC2-812F-3BA3C68117BC}" type="presParOf" srcId="{E6C83642-9B05-47E9-BAF9-3185A8400731}" destId="{512C4FA3-E5B4-4EDE-82D6-DAF182079242}" srcOrd="0" destOrd="0" presId="urn:microsoft.com/office/officeart/2016/7/layout/ChevronBlockProcess"/>
    <dgm:cxn modelId="{E35B9543-DCEE-432D-95BE-E40B734AE80F}" type="presParOf" srcId="{E6C83642-9B05-47E9-BAF9-3185A8400731}" destId="{49E21160-02DE-44C7-94F7-301138A7D36F}" srcOrd="1" destOrd="0" presId="urn:microsoft.com/office/officeart/2016/7/layout/ChevronBlock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66038-1EA3-493C-A0E7-8EC235A7DE9C}">
      <dsp:nvSpPr>
        <dsp:cNvPr id="0" name=""/>
        <dsp:cNvSpPr/>
      </dsp:nvSpPr>
      <dsp:spPr>
        <a:xfrm>
          <a:off x="0" y="5069"/>
          <a:ext cx="6886238" cy="76476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545A0E-F1B8-4578-B954-C781B0A6B8C4}">
      <dsp:nvSpPr>
        <dsp:cNvPr id="0" name=""/>
        <dsp:cNvSpPr/>
      </dsp:nvSpPr>
      <dsp:spPr>
        <a:xfrm>
          <a:off x="231342" y="177142"/>
          <a:ext cx="421033" cy="420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9D4823-AA56-4647-A6AF-FE7ED3ED8125}">
      <dsp:nvSpPr>
        <dsp:cNvPr id="0" name=""/>
        <dsp:cNvSpPr/>
      </dsp:nvSpPr>
      <dsp:spPr>
        <a:xfrm>
          <a:off x="883717" y="5069"/>
          <a:ext cx="5949439" cy="86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055" tIns="91055" rIns="91055" bIns="91055" numCol="1" spcCol="1270" anchor="ctr" anchorCtr="0">
          <a:noAutofit/>
        </a:bodyPr>
        <a:lstStyle/>
        <a:p>
          <a:pPr marL="0" lvl="0" indent="0" algn="l" defTabSz="800100">
            <a:lnSpc>
              <a:spcPct val="90000"/>
            </a:lnSpc>
            <a:spcBef>
              <a:spcPct val="0"/>
            </a:spcBef>
            <a:spcAft>
              <a:spcPct val="35000"/>
            </a:spcAft>
            <a:buNone/>
          </a:pPr>
          <a:r>
            <a:rPr lang="es-CR" sz="1800" kern="1200"/>
            <a:t>Busca comprobar que </a:t>
          </a:r>
          <a:r>
            <a:rPr lang="es-CR" sz="1800" b="1" kern="1200"/>
            <a:t>el software está de acuerdo con su especificación</a:t>
          </a:r>
          <a:r>
            <a:rPr lang="es-CR" sz="1800" kern="1200"/>
            <a:t>. </a:t>
          </a:r>
          <a:endParaRPr lang="en-US" sz="1800" kern="1200"/>
        </a:p>
      </dsp:txBody>
      <dsp:txXfrm>
        <a:off x="883717" y="5069"/>
        <a:ext cx="5949439" cy="860362"/>
      </dsp:txXfrm>
    </dsp:sp>
    <dsp:sp modelId="{2BD35768-89BE-42C4-9A82-1D2135B5201F}">
      <dsp:nvSpPr>
        <dsp:cNvPr id="0" name=""/>
        <dsp:cNvSpPr/>
      </dsp:nvSpPr>
      <dsp:spPr>
        <a:xfrm>
          <a:off x="0" y="1080523"/>
          <a:ext cx="6886238" cy="76476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0E01A6-AB05-4B0C-A278-16003D8849AE}">
      <dsp:nvSpPr>
        <dsp:cNvPr id="0" name=""/>
        <dsp:cNvSpPr/>
      </dsp:nvSpPr>
      <dsp:spPr>
        <a:xfrm>
          <a:off x="231342" y="1252596"/>
          <a:ext cx="421033" cy="420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AB8890-CB7F-449B-889C-5A363FA78031}">
      <dsp:nvSpPr>
        <dsp:cNvPr id="0" name=""/>
        <dsp:cNvSpPr/>
      </dsp:nvSpPr>
      <dsp:spPr>
        <a:xfrm>
          <a:off x="883717" y="1080523"/>
          <a:ext cx="5949439" cy="86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055" tIns="91055" rIns="91055" bIns="91055" numCol="1" spcCol="1270" anchor="ctr" anchorCtr="0">
          <a:noAutofit/>
        </a:bodyPr>
        <a:lstStyle/>
        <a:p>
          <a:pPr marL="0" lvl="0" indent="0" algn="l" defTabSz="800100">
            <a:lnSpc>
              <a:spcPct val="90000"/>
            </a:lnSpc>
            <a:spcBef>
              <a:spcPct val="0"/>
            </a:spcBef>
            <a:spcAft>
              <a:spcPct val="35000"/>
            </a:spcAft>
            <a:buNone/>
          </a:pPr>
          <a:r>
            <a:rPr lang="es-CR" sz="1800" kern="1200"/>
            <a:t>Debería comprobarse que satisface sus requisitos funcionales y no funcionales.</a:t>
          </a:r>
          <a:endParaRPr lang="en-US" sz="1800" kern="1200"/>
        </a:p>
      </dsp:txBody>
      <dsp:txXfrm>
        <a:off x="883717" y="1080523"/>
        <a:ext cx="5949439" cy="860362"/>
      </dsp:txXfrm>
    </dsp:sp>
    <dsp:sp modelId="{188E2D7A-0CAF-4107-ACED-4A8D0986AD58}">
      <dsp:nvSpPr>
        <dsp:cNvPr id="0" name=""/>
        <dsp:cNvSpPr/>
      </dsp:nvSpPr>
      <dsp:spPr>
        <a:xfrm>
          <a:off x="0" y="2155977"/>
          <a:ext cx="6886238" cy="76476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32E4C-AF2D-4013-BDA5-E4EF5A072EF5}">
      <dsp:nvSpPr>
        <dsp:cNvPr id="0" name=""/>
        <dsp:cNvSpPr/>
      </dsp:nvSpPr>
      <dsp:spPr>
        <a:xfrm>
          <a:off x="231342" y="2328049"/>
          <a:ext cx="421033" cy="420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D92A66-368B-431F-9DA3-4C33AF06B907}">
      <dsp:nvSpPr>
        <dsp:cNvPr id="0" name=""/>
        <dsp:cNvSpPr/>
      </dsp:nvSpPr>
      <dsp:spPr>
        <a:xfrm>
          <a:off x="883717" y="2155977"/>
          <a:ext cx="5949439" cy="86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055" tIns="91055" rIns="91055" bIns="91055" numCol="1" spcCol="1270" anchor="ctr" anchorCtr="0">
          <a:noAutofit/>
        </a:bodyPr>
        <a:lstStyle/>
        <a:p>
          <a:pPr marL="0" lvl="0" indent="0" algn="l" defTabSz="800100">
            <a:lnSpc>
              <a:spcPct val="90000"/>
            </a:lnSpc>
            <a:spcBef>
              <a:spcPct val="0"/>
            </a:spcBef>
            <a:spcAft>
              <a:spcPct val="35000"/>
            </a:spcAft>
            <a:buNone/>
          </a:pPr>
          <a:r>
            <a:rPr lang="es-CR" sz="1800" kern="1200"/>
            <a:t>Demostrar la consistencia, la completitud y la corrección de los </a:t>
          </a:r>
          <a:r>
            <a:rPr lang="es-CR" sz="1800" b="1" kern="1200"/>
            <a:t>artefactos</a:t>
          </a:r>
          <a:r>
            <a:rPr lang="es-CR" sz="1800" kern="1200"/>
            <a:t> de las distintas fases (productos intermedios).</a:t>
          </a:r>
          <a:endParaRPr lang="en-US" sz="1800" kern="1200"/>
        </a:p>
      </dsp:txBody>
      <dsp:txXfrm>
        <a:off x="883717" y="2155977"/>
        <a:ext cx="5949439" cy="860362"/>
      </dsp:txXfrm>
    </dsp:sp>
    <dsp:sp modelId="{A0F4F1F5-AE8B-4B57-B19D-A2D936E7AFAF}">
      <dsp:nvSpPr>
        <dsp:cNvPr id="0" name=""/>
        <dsp:cNvSpPr/>
      </dsp:nvSpPr>
      <dsp:spPr>
        <a:xfrm>
          <a:off x="0" y="3231430"/>
          <a:ext cx="6886238" cy="76476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C66FB2-DBA5-406B-A459-810F2C7D4FFD}">
      <dsp:nvSpPr>
        <dsp:cNvPr id="0" name=""/>
        <dsp:cNvSpPr/>
      </dsp:nvSpPr>
      <dsp:spPr>
        <a:xfrm>
          <a:off x="231342" y="3403503"/>
          <a:ext cx="421033" cy="420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7C9C69-BDAD-4EC1-B5E9-EFCE876C6EC9}">
      <dsp:nvSpPr>
        <dsp:cNvPr id="0" name=""/>
        <dsp:cNvSpPr/>
      </dsp:nvSpPr>
      <dsp:spPr>
        <a:xfrm>
          <a:off x="883717" y="3231430"/>
          <a:ext cx="5949439" cy="86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055" tIns="91055" rIns="91055" bIns="91055" numCol="1" spcCol="1270" anchor="ctr" anchorCtr="0">
          <a:noAutofit/>
        </a:bodyPr>
        <a:lstStyle/>
        <a:p>
          <a:pPr marL="0" lvl="0" indent="0" algn="l" defTabSz="800100">
            <a:lnSpc>
              <a:spcPct val="90000"/>
            </a:lnSpc>
            <a:spcBef>
              <a:spcPct val="0"/>
            </a:spcBef>
            <a:spcAft>
              <a:spcPct val="35000"/>
            </a:spcAft>
            <a:buNone/>
          </a:pPr>
          <a:r>
            <a:rPr lang="es-CR" sz="1800" kern="1200" dirty="0"/>
            <a:t>La verificación es una </a:t>
          </a:r>
          <a:r>
            <a:rPr lang="es-CR" sz="1800" b="1" kern="1200" dirty="0"/>
            <a:t>actividad desarrollada por ingenieros </a:t>
          </a:r>
          <a:r>
            <a:rPr lang="es-CR" sz="1800" kern="1200" dirty="0"/>
            <a:t>teniendo en cuenta un modelo del programa y el programa en sí.</a:t>
          </a:r>
          <a:endParaRPr lang="en-US" sz="1800" kern="1200" dirty="0"/>
        </a:p>
      </dsp:txBody>
      <dsp:txXfrm>
        <a:off x="883717" y="3231430"/>
        <a:ext cx="5949439" cy="860362"/>
      </dsp:txXfrm>
    </dsp:sp>
    <dsp:sp modelId="{10A3B4CD-B793-4CD1-8490-8470CE531E6B}">
      <dsp:nvSpPr>
        <dsp:cNvPr id="0" name=""/>
        <dsp:cNvSpPr/>
      </dsp:nvSpPr>
      <dsp:spPr>
        <a:xfrm>
          <a:off x="0" y="4306884"/>
          <a:ext cx="6886238" cy="76476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A07212-2DCA-4DFD-BA92-303A472CBDD2}">
      <dsp:nvSpPr>
        <dsp:cNvPr id="0" name=""/>
        <dsp:cNvSpPr/>
      </dsp:nvSpPr>
      <dsp:spPr>
        <a:xfrm>
          <a:off x="231342" y="4478957"/>
          <a:ext cx="421033" cy="420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A3E311-EBD8-4452-A758-BAC387690A39}">
      <dsp:nvSpPr>
        <dsp:cNvPr id="0" name=""/>
        <dsp:cNvSpPr/>
      </dsp:nvSpPr>
      <dsp:spPr>
        <a:xfrm>
          <a:off x="883717" y="4306884"/>
          <a:ext cx="5949439" cy="86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055" tIns="91055" rIns="91055" bIns="91055" numCol="1" spcCol="1270" anchor="ctr" anchorCtr="0">
          <a:noAutofit/>
        </a:bodyPr>
        <a:lstStyle/>
        <a:p>
          <a:pPr marL="0" lvl="0" indent="0" algn="l" defTabSz="800100">
            <a:lnSpc>
              <a:spcPct val="90000"/>
            </a:lnSpc>
            <a:spcBef>
              <a:spcPct val="0"/>
            </a:spcBef>
            <a:spcAft>
              <a:spcPct val="35000"/>
            </a:spcAft>
            <a:buNone/>
          </a:pPr>
          <a:r>
            <a:rPr lang="es-CR" sz="1800" kern="1200"/>
            <a:t>¿Se está construyendo el producto de la manera correcta?</a:t>
          </a:r>
          <a:endParaRPr lang="en-US" sz="1800" kern="1200"/>
        </a:p>
      </dsp:txBody>
      <dsp:txXfrm>
        <a:off x="883717" y="4306884"/>
        <a:ext cx="5949439" cy="860362"/>
      </dsp:txXfrm>
    </dsp:sp>
    <dsp:sp modelId="{DE24B82A-DC0A-4F76-A8B6-11FF3034B765}">
      <dsp:nvSpPr>
        <dsp:cNvPr id="0" name=""/>
        <dsp:cNvSpPr/>
      </dsp:nvSpPr>
      <dsp:spPr>
        <a:xfrm>
          <a:off x="0" y="5382338"/>
          <a:ext cx="6886238" cy="76476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60D2E9-47D2-4467-B987-4DB82D951F0E}">
      <dsp:nvSpPr>
        <dsp:cNvPr id="0" name=""/>
        <dsp:cNvSpPr/>
      </dsp:nvSpPr>
      <dsp:spPr>
        <a:xfrm>
          <a:off x="231342" y="5554410"/>
          <a:ext cx="421033" cy="420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6BE195-0E2E-46D3-949F-274A9D94EA6A}">
      <dsp:nvSpPr>
        <dsp:cNvPr id="0" name=""/>
        <dsp:cNvSpPr/>
      </dsp:nvSpPr>
      <dsp:spPr>
        <a:xfrm>
          <a:off x="883717" y="5382338"/>
          <a:ext cx="5949439" cy="86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055" tIns="91055" rIns="91055" bIns="91055" numCol="1" spcCol="1270" anchor="ctr" anchorCtr="0">
          <a:noAutofit/>
        </a:bodyPr>
        <a:lstStyle/>
        <a:p>
          <a:pPr marL="0" lvl="0" indent="0" algn="l" defTabSz="800100">
            <a:lnSpc>
              <a:spcPct val="90000"/>
            </a:lnSpc>
            <a:spcBef>
              <a:spcPct val="0"/>
            </a:spcBef>
            <a:spcAft>
              <a:spcPct val="35000"/>
            </a:spcAft>
            <a:buNone/>
          </a:pPr>
          <a:r>
            <a:rPr lang="es-CR" sz="1800" kern="1200"/>
            <a:t>¿Qué haga lo correcto?</a:t>
          </a:r>
          <a:endParaRPr lang="en-US" sz="1800" kern="1200"/>
        </a:p>
      </dsp:txBody>
      <dsp:txXfrm>
        <a:off x="883717" y="5382338"/>
        <a:ext cx="5949439" cy="8603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24A96-A079-4F08-AED3-D9C1EA37DE39}">
      <dsp:nvSpPr>
        <dsp:cNvPr id="0" name=""/>
        <dsp:cNvSpPr/>
      </dsp:nvSpPr>
      <dsp:spPr>
        <a:xfrm>
          <a:off x="0" y="0"/>
          <a:ext cx="745236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5F55B6-0380-4FFE-8697-98F8DC4DC488}">
      <dsp:nvSpPr>
        <dsp:cNvPr id="0" name=""/>
        <dsp:cNvSpPr/>
      </dsp:nvSpPr>
      <dsp:spPr>
        <a:xfrm>
          <a:off x="0" y="0"/>
          <a:ext cx="7452360" cy="2729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s-CR" sz="3600" kern="1200" dirty="0"/>
            <a:t>¿Cuáles son las principales diferencias entre validación y verificación?</a:t>
          </a:r>
          <a:endParaRPr lang="en-US" sz="3600" kern="1200" dirty="0"/>
        </a:p>
      </dsp:txBody>
      <dsp:txXfrm>
        <a:off x="0" y="0"/>
        <a:ext cx="7452360" cy="2729853"/>
      </dsp:txXfrm>
    </dsp:sp>
    <dsp:sp modelId="{3D1F7E6A-5703-44E9-AE5A-5ED87259C854}">
      <dsp:nvSpPr>
        <dsp:cNvPr id="0" name=""/>
        <dsp:cNvSpPr/>
      </dsp:nvSpPr>
      <dsp:spPr>
        <a:xfrm>
          <a:off x="0" y="2729853"/>
          <a:ext cx="7452360"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12911B-8F19-46B0-B640-10A9D8F762B1}">
      <dsp:nvSpPr>
        <dsp:cNvPr id="0" name=""/>
        <dsp:cNvSpPr/>
      </dsp:nvSpPr>
      <dsp:spPr>
        <a:xfrm>
          <a:off x="0" y="2729853"/>
          <a:ext cx="7452360" cy="2729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s-CR" sz="3600" kern="1200" dirty="0"/>
            <a:t>¿Cómo aplicarías la verificación y validación en tus procesos?</a:t>
          </a:r>
          <a:endParaRPr lang="en-US" sz="3600" kern="1200" dirty="0"/>
        </a:p>
      </dsp:txBody>
      <dsp:txXfrm>
        <a:off x="0" y="2729853"/>
        <a:ext cx="7452360" cy="27298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2C17D5-52FE-45D5-8F0A-9A6ACBE1A6A4}">
      <dsp:nvSpPr>
        <dsp:cNvPr id="0" name=""/>
        <dsp:cNvSpPr/>
      </dsp:nvSpPr>
      <dsp:spPr>
        <a:xfrm>
          <a:off x="223953" y="613788"/>
          <a:ext cx="5249603" cy="1990715"/>
        </a:xfrm>
        <a:prstGeom prst="rect">
          <a:avLst/>
        </a:prstGeom>
        <a:solidFill>
          <a:schemeClr val="dk1">
            <a:alpha val="4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11166" tIns="60960" rIns="60960" bIns="60960" numCol="1" spcCol="1270" anchor="ctr" anchorCtr="0">
          <a:noAutofit/>
        </a:bodyPr>
        <a:lstStyle/>
        <a:p>
          <a:pPr marL="0" lvl="0" indent="0" algn="l" defTabSz="711200">
            <a:lnSpc>
              <a:spcPct val="90000"/>
            </a:lnSpc>
            <a:spcBef>
              <a:spcPct val="0"/>
            </a:spcBef>
            <a:spcAft>
              <a:spcPct val="35000"/>
            </a:spcAft>
            <a:buNone/>
          </a:pPr>
          <a:r>
            <a:rPr lang="es-CR" sz="1600" kern="1200"/>
            <a:t>Proceso que consiste en todas las actividades del ciclo de vida, tanto estático como dinámico, que tiene que ver con planificación, preparación y evaluación de productos de software y productos relacionados al trabajo para determinar que satisfagan los requisitos especificados, para demostrar que son aptos para el propósito y para detectar defectos. (RBCS)</a:t>
          </a:r>
        </a:p>
      </dsp:txBody>
      <dsp:txXfrm>
        <a:off x="223953" y="613788"/>
        <a:ext cx="5249603" cy="1990715"/>
      </dsp:txXfrm>
    </dsp:sp>
    <dsp:sp modelId="{08B2CB51-2F8F-421E-A6F4-A2FF52FF5AD1}">
      <dsp:nvSpPr>
        <dsp:cNvPr id="0" name=""/>
        <dsp:cNvSpPr/>
      </dsp:nvSpPr>
      <dsp:spPr>
        <a:xfrm>
          <a:off x="5220" y="498139"/>
          <a:ext cx="1148350" cy="17225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l="-25000" r="-25000"/>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93270B-D123-452F-9F8F-2ACCB948A83B}">
      <dsp:nvSpPr>
        <dsp:cNvPr id="0" name=""/>
        <dsp:cNvSpPr/>
      </dsp:nvSpPr>
      <dsp:spPr>
        <a:xfrm>
          <a:off x="5955540" y="613788"/>
          <a:ext cx="5249603" cy="1990715"/>
        </a:xfrm>
        <a:prstGeom prst="rect">
          <a:avLst/>
        </a:prstGeom>
        <a:solidFill>
          <a:schemeClr val="dk1">
            <a:alpha val="4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11166" tIns="60960" rIns="60960" bIns="60960" numCol="1" spcCol="1270" anchor="ctr" anchorCtr="0">
          <a:noAutofit/>
        </a:bodyPr>
        <a:lstStyle/>
        <a:p>
          <a:pPr marL="0" lvl="0" indent="0" algn="l" defTabSz="711200">
            <a:lnSpc>
              <a:spcPct val="90000"/>
            </a:lnSpc>
            <a:spcBef>
              <a:spcPct val="0"/>
            </a:spcBef>
            <a:spcAft>
              <a:spcPct val="35000"/>
            </a:spcAft>
            <a:buNone/>
          </a:pPr>
          <a:r>
            <a:rPr lang="es-CR" sz="1600" kern="1200"/>
            <a:t>La prueba (testing) es el proceso de ejecutar un programa con la intención de encontrar fallos. .(Glenford J. Myers)</a:t>
          </a:r>
        </a:p>
      </dsp:txBody>
      <dsp:txXfrm>
        <a:off x="5955540" y="613788"/>
        <a:ext cx="5249603" cy="1990715"/>
      </dsp:txXfrm>
    </dsp:sp>
    <dsp:sp modelId="{6493161F-6B92-41E3-993E-87BC895E74DE}">
      <dsp:nvSpPr>
        <dsp:cNvPr id="0" name=""/>
        <dsp:cNvSpPr/>
      </dsp:nvSpPr>
      <dsp:spPr>
        <a:xfrm>
          <a:off x="5736807" y="498139"/>
          <a:ext cx="1148350" cy="17225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229DFE-422B-4800-976C-FF67F86FBC27}">
      <dsp:nvSpPr>
        <dsp:cNvPr id="0" name=""/>
        <dsp:cNvSpPr/>
      </dsp:nvSpPr>
      <dsp:spPr>
        <a:xfrm>
          <a:off x="3089747" y="2854103"/>
          <a:ext cx="5249603" cy="1990715"/>
        </a:xfrm>
        <a:prstGeom prst="rect">
          <a:avLst/>
        </a:prstGeom>
        <a:solidFill>
          <a:schemeClr val="dk1">
            <a:alpha val="4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11166" tIns="60960" rIns="60960" bIns="60960" numCol="1" spcCol="1270" anchor="ctr" anchorCtr="0">
          <a:noAutofit/>
        </a:bodyPr>
        <a:lstStyle/>
        <a:p>
          <a:pPr marL="0" lvl="0" indent="0" algn="l" defTabSz="711200">
            <a:lnSpc>
              <a:spcPct val="90000"/>
            </a:lnSpc>
            <a:spcBef>
              <a:spcPct val="0"/>
            </a:spcBef>
            <a:spcAft>
              <a:spcPct val="35000"/>
            </a:spcAft>
            <a:buNone/>
          </a:pPr>
          <a:r>
            <a:rPr lang="es-CR" sz="1600" kern="1200" dirty="0"/>
            <a:t>Una investigación técnica del producto bajo prueba para proporcionar a los interesados (</a:t>
          </a:r>
          <a:r>
            <a:rPr lang="es-CR" sz="1600" kern="1200" dirty="0" err="1"/>
            <a:t>stakeholders</a:t>
          </a:r>
          <a:r>
            <a:rPr lang="es-CR" sz="1600" kern="1200" dirty="0"/>
            <a:t>)  información relacionada con la calidad. (</a:t>
          </a:r>
          <a:r>
            <a:rPr lang="es-CR" sz="1600" kern="1200" dirty="0" err="1"/>
            <a:t>Cem</a:t>
          </a:r>
          <a:r>
            <a:rPr lang="es-CR" sz="1600" kern="1200" dirty="0"/>
            <a:t> </a:t>
          </a:r>
          <a:r>
            <a:rPr lang="es-CR" sz="1600" kern="1200" dirty="0" err="1"/>
            <a:t>Kaner</a:t>
          </a:r>
          <a:r>
            <a:rPr lang="es-CR" sz="1600" kern="1200" dirty="0"/>
            <a:t>)</a:t>
          </a:r>
        </a:p>
      </dsp:txBody>
      <dsp:txXfrm>
        <a:off x="3089747" y="2854103"/>
        <a:ext cx="5249603" cy="1990715"/>
      </dsp:txXfrm>
    </dsp:sp>
    <dsp:sp modelId="{664C84D4-C1D9-41D5-BD40-8FAB1F00C121}">
      <dsp:nvSpPr>
        <dsp:cNvPr id="0" name=""/>
        <dsp:cNvSpPr/>
      </dsp:nvSpPr>
      <dsp:spPr>
        <a:xfrm>
          <a:off x="2871013" y="2738455"/>
          <a:ext cx="1148350" cy="17225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l="-25000" r="-25000"/>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2FE84-6B3A-4BAC-B9BB-D2F57728ACB0}">
      <dsp:nvSpPr>
        <dsp:cNvPr id="0" name=""/>
        <dsp:cNvSpPr/>
      </dsp:nvSpPr>
      <dsp:spPr>
        <a:xfrm>
          <a:off x="40739" y="1031060"/>
          <a:ext cx="1037455" cy="1037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2517E1-4696-402D-9D23-BAA079936FB1}">
      <dsp:nvSpPr>
        <dsp:cNvPr id="0" name=""/>
        <dsp:cNvSpPr/>
      </dsp:nvSpPr>
      <dsp:spPr>
        <a:xfrm>
          <a:off x="258604" y="1248926"/>
          <a:ext cx="601724" cy="601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BAC8D3-EAA9-47D5-9E3A-5ACD33C8BD13}">
      <dsp:nvSpPr>
        <dsp:cNvPr id="0" name=""/>
        <dsp:cNvSpPr/>
      </dsp:nvSpPr>
      <dsp:spPr>
        <a:xfrm>
          <a:off x="1300506" y="1031060"/>
          <a:ext cx="2445430" cy="1037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s-CR" sz="1800" kern="1200" dirty="0"/>
            <a:t>Encontrar defectos y proporcionar a los programadores con la información que ellos necesitan para corregir defectos importantes</a:t>
          </a:r>
        </a:p>
      </dsp:txBody>
      <dsp:txXfrm>
        <a:off x="1300506" y="1031060"/>
        <a:ext cx="2445430" cy="1037455"/>
      </dsp:txXfrm>
    </dsp:sp>
    <dsp:sp modelId="{6ABC7EC0-5D6B-4A2D-85C8-507CA25CE000}">
      <dsp:nvSpPr>
        <dsp:cNvPr id="0" name=""/>
        <dsp:cNvSpPr/>
      </dsp:nvSpPr>
      <dsp:spPr>
        <a:xfrm>
          <a:off x="4172034" y="1031060"/>
          <a:ext cx="1037455" cy="1037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21EBEE-1433-4456-968A-7D14678DAB0F}">
      <dsp:nvSpPr>
        <dsp:cNvPr id="0" name=""/>
        <dsp:cNvSpPr/>
      </dsp:nvSpPr>
      <dsp:spPr>
        <a:xfrm>
          <a:off x="4389900" y="1248926"/>
          <a:ext cx="601724" cy="601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E24EE5-406E-40F2-BF05-CDA451504628}">
      <dsp:nvSpPr>
        <dsp:cNvPr id="0" name=""/>
        <dsp:cNvSpPr/>
      </dsp:nvSpPr>
      <dsp:spPr>
        <a:xfrm>
          <a:off x="5431802" y="1031060"/>
          <a:ext cx="2445430" cy="1037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s-CR" sz="1800" kern="1200" dirty="0"/>
            <a:t>Ganar confianza acerca del nivel de calidad del sistema</a:t>
          </a:r>
        </a:p>
      </dsp:txBody>
      <dsp:txXfrm>
        <a:off x="5431802" y="1031060"/>
        <a:ext cx="2445430" cy="1037455"/>
      </dsp:txXfrm>
    </dsp:sp>
    <dsp:sp modelId="{B17E5D0C-FE5C-4552-9D27-E94A3915A593}">
      <dsp:nvSpPr>
        <dsp:cNvPr id="0" name=""/>
        <dsp:cNvSpPr/>
      </dsp:nvSpPr>
      <dsp:spPr>
        <a:xfrm>
          <a:off x="8303330" y="1031060"/>
          <a:ext cx="1037455" cy="1037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7AD8AE-BDBD-4F0B-9F21-1B17F74C64CC}">
      <dsp:nvSpPr>
        <dsp:cNvPr id="0" name=""/>
        <dsp:cNvSpPr/>
      </dsp:nvSpPr>
      <dsp:spPr>
        <a:xfrm>
          <a:off x="8521196" y="1248926"/>
          <a:ext cx="601724" cy="601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628F98-3316-4A1A-A32A-10A2AB4301F1}">
      <dsp:nvSpPr>
        <dsp:cNvPr id="0" name=""/>
        <dsp:cNvSpPr/>
      </dsp:nvSpPr>
      <dsp:spPr>
        <a:xfrm>
          <a:off x="9563098" y="1031060"/>
          <a:ext cx="2445430" cy="1037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s-CR" sz="1800" kern="1200"/>
            <a:t>Prevenir defectos (a través de la participación temprana en las revisiones y el diseño anticipado de las pruebas)</a:t>
          </a:r>
        </a:p>
      </dsp:txBody>
      <dsp:txXfrm>
        <a:off x="9563098" y="1031060"/>
        <a:ext cx="2445430" cy="1037455"/>
      </dsp:txXfrm>
    </dsp:sp>
    <dsp:sp modelId="{28E32B67-5283-40D7-8A19-BFEC06E46173}">
      <dsp:nvSpPr>
        <dsp:cNvPr id="0" name=""/>
        <dsp:cNvSpPr/>
      </dsp:nvSpPr>
      <dsp:spPr>
        <a:xfrm>
          <a:off x="40739" y="2915859"/>
          <a:ext cx="1037455" cy="1037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7447CD-659B-4755-B307-A4881CD7FA4F}">
      <dsp:nvSpPr>
        <dsp:cNvPr id="0" name=""/>
        <dsp:cNvSpPr/>
      </dsp:nvSpPr>
      <dsp:spPr>
        <a:xfrm>
          <a:off x="258604" y="3133725"/>
          <a:ext cx="601724" cy="601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093243-75FA-4616-B04D-675061904B21}">
      <dsp:nvSpPr>
        <dsp:cNvPr id="0" name=""/>
        <dsp:cNvSpPr/>
      </dsp:nvSpPr>
      <dsp:spPr>
        <a:xfrm>
          <a:off x="1300506" y="2915859"/>
          <a:ext cx="2445430" cy="1037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s-CR" sz="1800" kern="1200"/>
            <a:t>Proporcionar la información acerca de los aspectos más importantes de la calidad del sistema sometido a prueba</a:t>
          </a:r>
        </a:p>
      </dsp:txBody>
      <dsp:txXfrm>
        <a:off x="1300506" y="2915859"/>
        <a:ext cx="2445430" cy="1037455"/>
      </dsp:txXfrm>
    </dsp:sp>
    <dsp:sp modelId="{C54C346B-4E3A-4675-BFAF-CB161FC35DFD}">
      <dsp:nvSpPr>
        <dsp:cNvPr id="0" name=""/>
        <dsp:cNvSpPr/>
      </dsp:nvSpPr>
      <dsp:spPr>
        <a:xfrm>
          <a:off x="4172034" y="2915859"/>
          <a:ext cx="1037455" cy="1037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83909A-1442-4CFF-B1DC-E58C70FD6246}">
      <dsp:nvSpPr>
        <dsp:cNvPr id="0" name=""/>
        <dsp:cNvSpPr/>
      </dsp:nvSpPr>
      <dsp:spPr>
        <a:xfrm>
          <a:off x="4389900" y="3133725"/>
          <a:ext cx="601724" cy="601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D36E98-4696-4078-9149-1165702FEF05}">
      <dsp:nvSpPr>
        <dsp:cNvPr id="0" name=""/>
        <dsp:cNvSpPr/>
      </dsp:nvSpPr>
      <dsp:spPr>
        <a:xfrm>
          <a:off x="5431802" y="2915859"/>
          <a:ext cx="2445430" cy="1037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800100">
            <a:lnSpc>
              <a:spcPct val="100000"/>
            </a:lnSpc>
            <a:spcBef>
              <a:spcPct val="0"/>
            </a:spcBef>
            <a:spcAft>
              <a:spcPct val="35000"/>
            </a:spcAft>
            <a:buNone/>
          </a:pPr>
          <a:r>
            <a:rPr lang="es-CR" sz="1800" kern="1200"/>
            <a:t>Ayudar a la gerencia a comprender la calidad del sistema</a:t>
          </a:r>
        </a:p>
      </dsp:txBody>
      <dsp:txXfrm>
        <a:off x="5431802" y="2915859"/>
        <a:ext cx="2445430" cy="10374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06E69-4CA2-4B1B-A338-481F7066E69B}">
      <dsp:nvSpPr>
        <dsp:cNvPr id="0" name=""/>
        <dsp:cNvSpPr/>
      </dsp:nvSpPr>
      <dsp:spPr>
        <a:xfrm>
          <a:off x="997630" y="199036"/>
          <a:ext cx="2572169" cy="2572169"/>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CR" sz="1700" kern="1200" dirty="0"/>
            <a:t>Nuevo</a:t>
          </a:r>
        </a:p>
      </dsp:txBody>
      <dsp:txXfrm>
        <a:off x="2353225" y="744092"/>
        <a:ext cx="918632" cy="765526"/>
      </dsp:txXfrm>
    </dsp:sp>
    <dsp:sp modelId="{CB1CA37F-E151-4372-98BE-3314298DFDC3}">
      <dsp:nvSpPr>
        <dsp:cNvPr id="0" name=""/>
        <dsp:cNvSpPr/>
      </dsp:nvSpPr>
      <dsp:spPr>
        <a:xfrm>
          <a:off x="944656" y="290900"/>
          <a:ext cx="2572169" cy="2572169"/>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CR" sz="1700" kern="1200" dirty="0"/>
            <a:t>Automatizado</a:t>
          </a:r>
        </a:p>
      </dsp:txBody>
      <dsp:txXfrm>
        <a:off x="1557077" y="1959748"/>
        <a:ext cx="1377948" cy="673663"/>
      </dsp:txXfrm>
    </dsp:sp>
    <dsp:sp modelId="{3AA7D8BF-612A-4DE6-951A-643B6E15AFEE}">
      <dsp:nvSpPr>
        <dsp:cNvPr id="0" name=""/>
        <dsp:cNvSpPr/>
      </dsp:nvSpPr>
      <dsp:spPr>
        <a:xfrm>
          <a:off x="891681" y="199036"/>
          <a:ext cx="2572169" cy="2572169"/>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CR" sz="1700" kern="1200" dirty="0"/>
            <a:t>Ejecutado</a:t>
          </a:r>
        </a:p>
      </dsp:txBody>
      <dsp:txXfrm>
        <a:off x="1189624" y="744092"/>
        <a:ext cx="918632" cy="765526"/>
      </dsp:txXfrm>
    </dsp:sp>
    <dsp:sp modelId="{BED20560-F0A3-48A3-9916-8CFB100AAF1D}">
      <dsp:nvSpPr>
        <dsp:cNvPr id="0" name=""/>
        <dsp:cNvSpPr/>
      </dsp:nvSpPr>
      <dsp:spPr>
        <a:xfrm>
          <a:off x="838613" y="39807"/>
          <a:ext cx="2890629" cy="2890629"/>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5628CCE-D291-45DF-AE95-7D81A62B8B78}">
      <dsp:nvSpPr>
        <dsp:cNvPr id="0" name=""/>
        <dsp:cNvSpPr/>
      </dsp:nvSpPr>
      <dsp:spPr>
        <a:xfrm>
          <a:off x="785426" y="131507"/>
          <a:ext cx="2890629" cy="2890629"/>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DDFC2DC-1A32-4C91-BD47-B01C78DE99A5}">
      <dsp:nvSpPr>
        <dsp:cNvPr id="0" name=""/>
        <dsp:cNvSpPr/>
      </dsp:nvSpPr>
      <dsp:spPr>
        <a:xfrm>
          <a:off x="732239" y="39807"/>
          <a:ext cx="2890629" cy="2890629"/>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1D83FB-3D85-4E74-A716-3BB25AC3B748}">
      <dsp:nvSpPr>
        <dsp:cNvPr id="0" name=""/>
        <dsp:cNvSpPr/>
      </dsp:nvSpPr>
      <dsp:spPr>
        <a:xfrm>
          <a:off x="754110" y="332666"/>
          <a:ext cx="1465656" cy="146565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79FD13-8590-4500-AEC8-31C1CAC284B3}">
      <dsp:nvSpPr>
        <dsp:cNvPr id="0" name=""/>
        <dsp:cNvSpPr/>
      </dsp:nvSpPr>
      <dsp:spPr>
        <a:xfrm>
          <a:off x="1066463" y="645019"/>
          <a:ext cx="840950" cy="8409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3043F-0C75-4371-8AA1-835C42AF664B}">
      <dsp:nvSpPr>
        <dsp:cNvPr id="0" name=""/>
        <dsp:cNvSpPr/>
      </dsp:nvSpPr>
      <dsp:spPr>
        <a:xfrm>
          <a:off x="285580" y="2254839"/>
          <a:ext cx="2402715"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711200">
            <a:lnSpc>
              <a:spcPct val="90000"/>
            </a:lnSpc>
            <a:spcBef>
              <a:spcPct val="0"/>
            </a:spcBef>
            <a:spcAft>
              <a:spcPct val="35000"/>
            </a:spcAft>
            <a:buNone/>
            <a:defRPr cap="all"/>
          </a:pPr>
          <a:r>
            <a:rPr lang="es-CR" sz="1600" kern="1200" cap="none" baseline="0" dirty="0">
              <a:solidFill>
                <a:schemeClr val="tx1"/>
              </a:solidFill>
            </a:rPr>
            <a:t>Producto probado: y listo para su implantación.</a:t>
          </a:r>
          <a:endParaRPr lang="en-US" sz="1600" kern="1200" cap="none" baseline="0" dirty="0">
            <a:solidFill>
              <a:schemeClr val="tx1"/>
            </a:solidFill>
          </a:endParaRPr>
        </a:p>
      </dsp:txBody>
      <dsp:txXfrm>
        <a:off x="285580" y="2254839"/>
        <a:ext cx="2402715" cy="1800000"/>
      </dsp:txXfrm>
    </dsp:sp>
    <dsp:sp modelId="{653B3E75-44A5-4B1C-A73E-AD8490DCE817}">
      <dsp:nvSpPr>
        <dsp:cNvPr id="0" name=""/>
        <dsp:cNvSpPr/>
      </dsp:nvSpPr>
      <dsp:spPr>
        <a:xfrm>
          <a:off x="3577301" y="332666"/>
          <a:ext cx="1465656" cy="146565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F7D6FD-4820-4F7B-A69A-4EAF95702DF9}">
      <dsp:nvSpPr>
        <dsp:cNvPr id="0" name=""/>
        <dsp:cNvSpPr/>
      </dsp:nvSpPr>
      <dsp:spPr>
        <a:xfrm>
          <a:off x="3889654" y="645019"/>
          <a:ext cx="840950" cy="8409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EF907B-9EEE-48D9-B3F2-11CEE47C52A7}">
      <dsp:nvSpPr>
        <dsp:cNvPr id="0" name=""/>
        <dsp:cNvSpPr/>
      </dsp:nvSpPr>
      <dsp:spPr>
        <a:xfrm>
          <a:off x="3108771" y="2254839"/>
          <a:ext cx="2402715"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711200">
            <a:lnSpc>
              <a:spcPct val="90000"/>
            </a:lnSpc>
            <a:spcBef>
              <a:spcPct val="0"/>
            </a:spcBef>
            <a:spcAft>
              <a:spcPct val="35000"/>
            </a:spcAft>
            <a:buNone/>
            <a:defRPr cap="all"/>
          </a:pPr>
          <a:r>
            <a:rPr lang="es-CR" sz="1600" kern="1200" cap="none" baseline="0">
              <a:solidFill>
                <a:schemeClr val="tx1"/>
              </a:solidFill>
            </a:rPr>
            <a:t>Planes de prueba con los casos de prueba identificados.</a:t>
          </a:r>
          <a:endParaRPr lang="en-US" sz="1600" kern="1200" cap="none" baseline="0">
            <a:solidFill>
              <a:schemeClr val="tx1"/>
            </a:solidFill>
          </a:endParaRPr>
        </a:p>
      </dsp:txBody>
      <dsp:txXfrm>
        <a:off x="3108771" y="2254839"/>
        <a:ext cx="2402715" cy="1800000"/>
      </dsp:txXfrm>
    </dsp:sp>
    <dsp:sp modelId="{435A75E7-9A00-4608-954A-7A07E64B3D95}">
      <dsp:nvSpPr>
        <dsp:cNvPr id="0" name=""/>
        <dsp:cNvSpPr/>
      </dsp:nvSpPr>
      <dsp:spPr>
        <a:xfrm>
          <a:off x="6400492" y="332666"/>
          <a:ext cx="1465656" cy="1465656"/>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FCFAF7-45B6-4EE1-98C4-89B34F7662D2}">
      <dsp:nvSpPr>
        <dsp:cNvPr id="0" name=""/>
        <dsp:cNvSpPr/>
      </dsp:nvSpPr>
      <dsp:spPr>
        <a:xfrm>
          <a:off x="6712845" y="645019"/>
          <a:ext cx="840950" cy="8409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ABF032-2C71-441E-97B4-1C0E5C4010B5}">
      <dsp:nvSpPr>
        <dsp:cNvPr id="0" name=""/>
        <dsp:cNvSpPr/>
      </dsp:nvSpPr>
      <dsp:spPr>
        <a:xfrm>
          <a:off x="5931962" y="2254839"/>
          <a:ext cx="2402715"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711200">
            <a:lnSpc>
              <a:spcPct val="90000"/>
            </a:lnSpc>
            <a:spcBef>
              <a:spcPct val="0"/>
            </a:spcBef>
            <a:spcAft>
              <a:spcPct val="35000"/>
            </a:spcAft>
            <a:buNone/>
            <a:defRPr cap="all"/>
          </a:pPr>
          <a:r>
            <a:rPr lang="es-CR" sz="1600" kern="1200" cap="none" baseline="0">
              <a:solidFill>
                <a:schemeClr val="tx1"/>
              </a:solidFill>
            </a:rPr>
            <a:t>Informes de pruebas, con los resultados obtenidos de las pruebas, los errores detectados, las acciones llevadas a cabo para su corrección y la evidencia final de superación de todas las pruebas.</a:t>
          </a:r>
          <a:endParaRPr lang="en-US" sz="1600" kern="1200" cap="none" baseline="0">
            <a:solidFill>
              <a:schemeClr val="tx1"/>
            </a:solidFill>
          </a:endParaRPr>
        </a:p>
      </dsp:txBody>
      <dsp:txXfrm>
        <a:off x="5931962" y="2254839"/>
        <a:ext cx="2402715" cy="1800000"/>
      </dsp:txXfrm>
    </dsp:sp>
    <dsp:sp modelId="{0FD1C54C-36D9-45F5-8CCE-F4DBE2B33335}">
      <dsp:nvSpPr>
        <dsp:cNvPr id="0" name=""/>
        <dsp:cNvSpPr/>
      </dsp:nvSpPr>
      <dsp:spPr>
        <a:xfrm>
          <a:off x="9223683" y="332666"/>
          <a:ext cx="1465656" cy="146565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D0F745-5E0B-4AEC-B3D9-F4B6D5D4DFDE}">
      <dsp:nvSpPr>
        <dsp:cNvPr id="0" name=""/>
        <dsp:cNvSpPr/>
      </dsp:nvSpPr>
      <dsp:spPr>
        <a:xfrm>
          <a:off x="9536036" y="645019"/>
          <a:ext cx="840950" cy="8409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E20A91-B33A-4D27-9EB0-699514BCA6C5}">
      <dsp:nvSpPr>
        <dsp:cNvPr id="0" name=""/>
        <dsp:cNvSpPr/>
      </dsp:nvSpPr>
      <dsp:spPr>
        <a:xfrm>
          <a:off x="8755153" y="2254839"/>
          <a:ext cx="2402715"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711200">
            <a:lnSpc>
              <a:spcPct val="90000"/>
            </a:lnSpc>
            <a:spcBef>
              <a:spcPct val="0"/>
            </a:spcBef>
            <a:spcAft>
              <a:spcPct val="35000"/>
            </a:spcAft>
            <a:buNone/>
            <a:defRPr cap="all"/>
          </a:pPr>
          <a:r>
            <a:rPr lang="es-CR" sz="1600" kern="1200" cap="none" baseline="0">
              <a:solidFill>
                <a:schemeClr val="tx1"/>
              </a:solidFill>
            </a:rPr>
            <a:t>Elementos de prueba, con distintos scripts, programas de prueba, datos de prueba,..., desarrollados para la ejecución y reproducción de las pruebas.</a:t>
          </a:r>
          <a:endParaRPr lang="en-US" sz="1600" kern="1200" cap="none" baseline="0">
            <a:solidFill>
              <a:schemeClr val="tx1"/>
            </a:solidFill>
          </a:endParaRPr>
        </a:p>
      </dsp:txBody>
      <dsp:txXfrm>
        <a:off x="8755153" y="2254839"/>
        <a:ext cx="2402715" cy="180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AD426C-C831-4486-A0E4-64CB989E2365}">
      <dsp:nvSpPr>
        <dsp:cNvPr id="0" name=""/>
        <dsp:cNvSpPr/>
      </dsp:nvSpPr>
      <dsp:spPr>
        <a:xfrm>
          <a:off x="0" y="2566"/>
          <a:ext cx="70846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D79333-11E8-4EE4-9B8A-F2ED178C3EEB}">
      <dsp:nvSpPr>
        <dsp:cNvPr id="0" name=""/>
        <dsp:cNvSpPr/>
      </dsp:nvSpPr>
      <dsp:spPr>
        <a:xfrm>
          <a:off x="0" y="2566"/>
          <a:ext cx="1416935" cy="5251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just" defTabSz="889000">
            <a:lnSpc>
              <a:spcPct val="90000"/>
            </a:lnSpc>
            <a:spcBef>
              <a:spcPct val="0"/>
            </a:spcBef>
            <a:spcAft>
              <a:spcPct val="35000"/>
            </a:spcAft>
            <a:buNone/>
          </a:pPr>
          <a:r>
            <a:rPr lang="es-CR" sz="2000" b="1" kern="1200" dirty="0"/>
            <a:t>Objetivos</a:t>
          </a:r>
          <a:endParaRPr lang="es-CR" sz="2400" kern="1200" dirty="0"/>
        </a:p>
      </dsp:txBody>
      <dsp:txXfrm>
        <a:off x="0" y="2566"/>
        <a:ext cx="1416935" cy="5251137"/>
      </dsp:txXfrm>
    </dsp:sp>
    <dsp:sp modelId="{3DFD2DD4-F803-43AA-8A23-32C7EBEA8258}">
      <dsp:nvSpPr>
        <dsp:cNvPr id="0" name=""/>
        <dsp:cNvSpPr/>
      </dsp:nvSpPr>
      <dsp:spPr>
        <a:xfrm>
          <a:off x="1523205" y="38014"/>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dirty="0"/>
            <a:t>Establecer la participación de los roles implicados.</a:t>
          </a:r>
        </a:p>
      </dsp:txBody>
      <dsp:txXfrm>
        <a:off x="1523205" y="38014"/>
        <a:ext cx="5561472" cy="708954"/>
      </dsp:txXfrm>
    </dsp:sp>
    <dsp:sp modelId="{864B551A-A025-4092-8565-14725E56036A}">
      <dsp:nvSpPr>
        <dsp:cNvPr id="0" name=""/>
        <dsp:cNvSpPr/>
      </dsp:nvSpPr>
      <dsp:spPr>
        <a:xfrm>
          <a:off x="1416935" y="746969"/>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C37D3C-5242-471E-AA7C-F12F31BB502B}">
      <dsp:nvSpPr>
        <dsp:cNvPr id="0" name=""/>
        <dsp:cNvSpPr/>
      </dsp:nvSpPr>
      <dsp:spPr>
        <a:xfrm>
          <a:off x="1523205" y="782416"/>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dirty="0"/>
            <a:t>Definir el alcance, momento y características de las diferentes pruebas a realizar.</a:t>
          </a:r>
        </a:p>
      </dsp:txBody>
      <dsp:txXfrm>
        <a:off x="1523205" y="782416"/>
        <a:ext cx="5561472" cy="708954"/>
      </dsp:txXfrm>
    </dsp:sp>
    <dsp:sp modelId="{1EDCB114-CF4D-4D99-B716-BE8F10909237}">
      <dsp:nvSpPr>
        <dsp:cNvPr id="0" name=""/>
        <dsp:cNvSpPr/>
      </dsp:nvSpPr>
      <dsp:spPr>
        <a:xfrm>
          <a:off x="1416935" y="1491371"/>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D88601-588D-430D-9989-83BB5F80E34C}">
      <dsp:nvSpPr>
        <dsp:cNvPr id="0" name=""/>
        <dsp:cNvSpPr/>
      </dsp:nvSpPr>
      <dsp:spPr>
        <a:xfrm>
          <a:off x="1523205" y="1526819"/>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a:t>Definir los contenidos de los manuales de usuario y de administración.</a:t>
          </a:r>
        </a:p>
      </dsp:txBody>
      <dsp:txXfrm>
        <a:off x="1523205" y="1526819"/>
        <a:ext cx="5561472" cy="708954"/>
      </dsp:txXfrm>
    </dsp:sp>
    <dsp:sp modelId="{2EC37A1F-64DC-4134-9F14-C92F147131FA}">
      <dsp:nvSpPr>
        <dsp:cNvPr id="0" name=""/>
        <dsp:cNvSpPr/>
      </dsp:nvSpPr>
      <dsp:spPr>
        <a:xfrm>
          <a:off x="1416935" y="2235774"/>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B23A8C-8284-4AFF-97DE-70BABEA3CC5F}">
      <dsp:nvSpPr>
        <dsp:cNvPr id="0" name=""/>
        <dsp:cNvSpPr/>
      </dsp:nvSpPr>
      <dsp:spPr>
        <a:xfrm>
          <a:off x="1523205" y="2271222"/>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dirty="0"/>
            <a:t>Establecer los requisitos necesarios para la aceptación del producto antes de su promoción a la siguiente fase del ciclo de vida de desarrollo.</a:t>
          </a:r>
        </a:p>
      </dsp:txBody>
      <dsp:txXfrm>
        <a:off x="1523205" y="2271222"/>
        <a:ext cx="5561472" cy="708954"/>
      </dsp:txXfrm>
    </dsp:sp>
    <dsp:sp modelId="{46EA025D-4478-423E-81D8-692189C51821}">
      <dsp:nvSpPr>
        <dsp:cNvPr id="0" name=""/>
        <dsp:cNvSpPr/>
      </dsp:nvSpPr>
      <dsp:spPr>
        <a:xfrm>
          <a:off x="1416935" y="2980177"/>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D31ECE-8A99-43EF-AE68-7980281656C7}">
      <dsp:nvSpPr>
        <dsp:cNvPr id="0" name=""/>
        <dsp:cNvSpPr/>
      </dsp:nvSpPr>
      <dsp:spPr>
        <a:xfrm>
          <a:off x="1523205" y="3015624"/>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a:t>Definir el ciclo de vida de gestión de un caso de prueba.</a:t>
          </a:r>
        </a:p>
      </dsp:txBody>
      <dsp:txXfrm>
        <a:off x="1523205" y="3015624"/>
        <a:ext cx="5561472" cy="708954"/>
      </dsp:txXfrm>
    </dsp:sp>
    <dsp:sp modelId="{F9CA0F4C-434E-48A2-814D-C6F684FF7C19}">
      <dsp:nvSpPr>
        <dsp:cNvPr id="0" name=""/>
        <dsp:cNvSpPr/>
      </dsp:nvSpPr>
      <dsp:spPr>
        <a:xfrm>
          <a:off x="1416935" y="3724579"/>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6F0A8D-49A2-46F5-B11D-D5B8409BB900}">
      <dsp:nvSpPr>
        <dsp:cNvPr id="0" name=""/>
        <dsp:cNvSpPr/>
      </dsp:nvSpPr>
      <dsp:spPr>
        <a:xfrm>
          <a:off x="1523205" y="3760027"/>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a:t>Establecer los mecanismos de resolución de casos fallidos producidos en las pruebas del software.</a:t>
          </a:r>
        </a:p>
      </dsp:txBody>
      <dsp:txXfrm>
        <a:off x="1523205" y="3760027"/>
        <a:ext cx="5561472" cy="708954"/>
      </dsp:txXfrm>
    </dsp:sp>
    <dsp:sp modelId="{DBE58385-C852-4025-BD27-3DFE1C34A3F7}">
      <dsp:nvSpPr>
        <dsp:cNvPr id="0" name=""/>
        <dsp:cNvSpPr/>
      </dsp:nvSpPr>
      <dsp:spPr>
        <a:xfrm>
          <a:off x="1416935" y="4468982"/>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039C7-F12E-4FF5-9E5E-5B5365510246}">
      <dsp:nvSpPr>
        <dsp:cNvPr id="0" name=""/>
        <dsp:cNvSpPr/>
      </dsp:nvSpPr>
      <dsp:spPr>
        <a:xfrm>
          <a:off x="1523205" y="4504430"/>
          <a:ext cx="5561472" cy="708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a:t>Presentar técnicas y estrategias aplicables en la elaboración y ejecución de las pruebas del software.</a:t>
          </a:r>
        </a:p>
      </dsp:txBody>
      <dsp:txXfrm>
        <a:off x="1523205" y="4504430"/>
        <a:ext cx="5561472" cy="708954"/>
      </dsp:txXfrm>
    </dsp:sp>
    <dsp:sp modelId="{40105115-08B0-4784-B2B4-0C9FDFC90BBD}">
      <dsp:nvSpPr>
        <dsp:cNvPr id="0" name=""/>
        <dsp:cNvSpPr/>
      </dsp:nvSpPr>
      <dsp:spPr>
        <a:xfrm>
          <a:off x="1416935" y="5213385"/>
          <a:ext cx="566774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F8AB17-D428-4544-8E05-AC45058E1038}">
      <dsp:nvSpPr>
        <dsp:cNvPr id="0" name=""/>
        <dsp:cNvSpPr/>
      </dsp:nvSpPr>
      <dsp:spPr>
        <a:xfrm>
          <a:off x="0" y="10657"/>
          <a:ext cx="10669463" cy="55165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CR" sz="2300" b="1" kern="1200"/>
            <a:t>Plan de pruebas</a:t>
          </a:r>
        </a:p>
      </dsp:txBody>
      <dsp:txXfrm>
        <a:off x="26930" y="37587"/>
        <a:ext cx="10615603" cy="497795"/>
      </dsp:txXfrm>
    </dsp:sp>
    <dsp:sp modelId="{D9FBE6D9-910C-47F0-878F-159DEB3C9ACE}">
      <dsp:nvSpPr>
        <dsp:cNvPr id="0" name=""/>
        <dsp:cNvSpPr/>
      </dsp:nvSpPr>
      <dsp:spPr>
        <a:xfrm>
          <a:off x="0" y="562312"/>
          <a:ext cx="10669463" cy="180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875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CR" sz="1800" kern="1200" dirty="0"/>
            <a:t>El plan de pruebas es un documento que describe el alcance, enfoque, recursos y planificación de las actividades de prueba.
Mediante la creación y uso de planes de pruebas se va a definir:
La </a:t>
          </a:r>
          <a:r>
            <a:rPr lang="es-CR" sz="1800" b="1" kern="1200" dirty="0"/>
            <a:t>forma</a:t>
          </a:r>
          <a:r>
            <a:rPr lang="es-CR" sz="1800" kern="1200" dirty="0"/>
            <a:t> en la que las pruebas se van a realizar
El </a:t>
          </a:r>
          <a:r>
            <a:rPr lang="es-CR" sz="1800" b="1" kern="1200" dirty="0"/>
            <a:t>nivel de cobertura </a:t>
          </a:r>
          <a:r>
            <a:rPr lang="es-CR" sz="1800" kern="1200" dirty="0"/>
            <a:t>del ciclo de pruebas a ejecutar
Diferentes </a:t>
          </a:r>
          <a:r>
            <a:rPr lang="es-CR" sz="1800" b="1" kern="1200" dirty="0"/>
            <a:t>estrategias</a:t>
          </a:r>
          <a:r>
            <a:rPr lang="es-CR" sz="1800" kern="1200" dirty="0"/>
            <a:t> a seguir según el estado en el que se encuentre el producto a probar</a:t>
          </a:r>
        </a:p>
      </dsp:txBody>
      <dsp:txXfrm>
        <a:off x="0" y="562312"/>
        <a:ext cx="10669463" cy="1809180"/>
      </dsp:txXfrm>
    </dsp:sp>
    <dsp:sp modelId="{B9A8C52C-8EE4-4EF4-AF7D-72DD49A9AE0B}">
      <dsp:nvSpPr>
        <dsp:cNvPr id="0" name=""/>
        <dsp:cNvSpPr/>
      </dsp:nvSpPr>
      <dsp:spPr>
        <a:xfrm>
          <a:off x="0" y="2371492"/>
          <a:ext cx="10669463" cy="55165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CR" sz="2300" b="1" kern="1200"/>
            <a:t>Informe de pruebas</a:t>
          </a:r>
        </a:p>
      </dsp:txBody>
      <dsp:txXfrm>
        <a:off x="26930" y="2398422"/>
        <a:ext cx="10615603" cy="497795"/>
      </dsp:txXfrm>
    </dsp:sp>
    <dsp:sp modelId="{AC203A08-1DF9-462E-B298-711E66C308A3}">
      <dsp:nvSpPr>
        <dsp:cNvPr id="0" name=""/>
        <dsp:cNvSpPr/>
      </dsp:nvSpPr>
      <dsp:spPr>
        <a:xfrm>
          <a:off x="0" y="2923147"/>
          <a:ext cx="10669463" cy="833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875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CR" sz="1800" kern="1200"/>
            <a:t>Son documentos que recogen información del tipo: objetivo y alcance de las pruebas, resultados obtenidos durante la realización de pruebas, evaluaciones de los elementos de pruebas respecto a sus correspondientes criterios de salida, resultado final de las pruebas</a:t>
          </a:r>
        </a:p>
      </dsp:txBody>
      <dsp:txXfrm>
        <a:off x="0" y="2923147"/>
        <a:ext cx="10669463" cy="8331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9F6EC3-E0CB-4C76-91E3-D12D3FB37D8E}">
      <dsp:nvSpPr>
        <dsp:cNvPr id="0" name=""/>
        <dsp:cNvSpPr/>
      </dsp:nvSpPr>
      <dsp:spPr>
        <a:xfrm>
          <a:off x="1170" y="725207"/>
          <a:ext cx="878554" cy="878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C17D30-7375-4CA3-BA06-9C9B92096B78}">
      <dsp:nvSpPr>
        <dsp:cNvPr id="0" name=""/>
        <dsp:cNvSpPr/>
      </dsp:nvSpPr>
      <dsp:spPr>
        <a:xfrm>
          <a:off x="1170" y="1768267"/>
          <a:ext cx="2510156" cy="435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s-CR" sz="2800" kern="1200"/>
            <a:t>Equipo</a:t>
          </a:r>
        </a:p>
      </dsp:txBody>
      <dsp:txXfrm>
        <a:off x="1170" y="1768267"/>
        <a:ext cx="2510156" cy="435355"/>
      </dsp:txXfrm>
    </dsp:sp>
    <dsp:sp modelId="{8D723626-FE8B-4773-9658-5C26D1DBE37C}">
      <dsp:nvSpPr>
        <dsp:cNvPr id="0" name=""/>
        <dsp:cNvSpPr/>
      </dsp:nvSpPr>
      <dsp:spPr>
        <a:xfrm>
          <a:off x="1170" y="2280136"/>
          <a:ext cx="2510156" cy="2270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s-CR" sz="1800" kern="1200" dirty="0"/>
            <a:t>Los ingenieros de pruebas, técnicos de pruebas y el responsable de las pruebas, los cuales tienen habilidades, experiencia y trabajan para diseñar, implementar, y usar componentes de pruebas.</a:t>
          </a:r>
        </a:p>
      </dsp:txBody>
      <dsp:txXfrm>
        <a:off x="1170" y="2280136"/>
        <a:ext cx="2510156" cy="2270767"/>
      </dsp:txXfrm>
    </dsp:sp>
    <dsp:sp modelId="{FA7EDD27-DEFB-4235-9CC0-DC5E13366F28}">
      <dsp:nvSpPr>
        <dsp:cNvPr id="0" name=""/>
        <dsp:cNvSpPr/>
      </dsp:nvSpPr>
      <dsp:spPr>
        <a:xfrm>
          <a:off x="2950604" y="693270"/>
          <a:ext cx="1008000" cy="10063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10F1B7-1B1C-43F7-9840-67D502ACB405}">
      <dsp:nvSpPr>
        <dsp:cNvPr id="0" name=""/>
        <dsp:cNvSpPr/>
      </dsp:nvSpPr>
      <dsp:spPr>
        <a:xfrm>
          <a:off x="3015327" y="1800205"/>
          <a:ext cx="2510156" cy="435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s-CR" sz="2800" kern="1200"/>
            <a:t>Recursos</a:t>
          </a:r>
        </a:p>
      </dsp:txBody>
      <dsp:txXfrm>
        <a:off x="3015327" y="1800205"/>
        <a:ext cx="2510156" cy="435355"/>
      </dsp:txXfrm>
    </dsp:sp>
    <dsp:sp modelId="{137A3447-ADB6-4281-A5D7-06A27A0624DD}">
      <dsp:nvSpPr>
        <dsp:cNvPr id="0" name=""/>
        <dsp:cNvSpPr/>
      </dsp:nvSpPr>
      <dsp:spPr>
        <a:xfrm>
          <a:off x="3015327" y="2312074"/>
          <a:ext cx="2510156" cy="2270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s-CR" sz="1800" kern="1200"/>
            <a:t>Casos de prueba, datos de prueba, herramientas de pruebas, y otro material de desarrollo.</a:t>
          </a:r>
        </a:p>
      </dsp:txBody>
      <dsp:txXfrm>
        <a:off x="3015327" y="2312074"/>
        <a:ext cx="2510156" cy="2270767"/>
      </dsp:txXfrm>
    </dsp:sp>
    <dsp:sp modelId="{ABECAB0A-2BE9-40B5-9547-FE50473F472A}">
      <dsp:nvSpPr>
        <dsp:cNvPr id="0" name=""/>
        <dsp:cNvSpPr/>
      </dsp:nvSpPr>
      <dsp:spPr>
        <a:xfrm>
          <a:off x="5964760" y="725207"/>
          <a:ext cx="878554" cy="878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9BFDCF-5EA2-43FD-908C-6A4B1B524123}">
      <dsp:nvSpPr>
        <dsp:cNvPr id="0" name=""/>
        <dsp:cNvSpPr/>
      </dsp:nvSpPr>
      <dsp:spPr>
        <a:xfrm>
          <a:off x="5964760" y="1768267"/>
          <a:ext cx="2510156" cy="435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s-CR" sz="2800" kern="1200"/>
            <a:t>Procesos</a:t>
          </a:r>
        </a:p>
      </dsp:txBody>
      <dsp:txXfrm>
        <a:off x="5964760" y="1768267"/>
        <a:ext cx="2510156" cy="435355"/>
      </dsp:txXfrm>
    </dsp:sp>
    <dsp:sp modelId="{697AA922-C69F-4C91-A0EE-4FC406914286}">
      <dsp:nvSpPr>
        <dsp:cNvPr id="0" name=""/>
        <dsp:cNvSpPr/>
      </dsp:nvSpPr>
      <dsp:spPr>
        <a:xfrm>
          <a:off x="5964760" y="2280136"/>
          <a:ext cx="2510156" cy="2270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s-CR" sz="1800" kern="1200"/>
            <a:t>Condiciones informales, formales, no documentadas y documentadas en las que se realiza el trabajo de pruebas.</a:t>
          </a:r>
        </a:p>
      </dsp:txBody>
      <dsp:txXfrm>
        <a:off x="5964760" y="2280136"/>
        <a:ext cx="2510156" cy="2270767"/>
      </dsp:txXfrm>
    </dsp:sp>
    <dsp:sp modelId="{5BD26F8D-0411-4715-B258-2555C5A654BE}">
      <dsp:nvSpPr>
        <dsp:cNvPr id="0" name=""/>
        <dsp:cNvSpPr/>
      </dsp:nvSpPr>
      <dsp:spPr>
        <a:xfrm>
          <a:off x="8914194" y="725207"/>
          <a:ext cx="878554" cy="878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21D539-043F-4101-A770-41C93A377D8C}">
      <dsp:nvSpPr>
        <dsp:cNvPr id="0" name=""/>
        <dsp:cNvSpPr/>
      </dsp:nvSpPr>
      <dsp:spPr>
        <a:xfrm>
          <a:off x="8914194" y="1768267"/>
          <a:ext cx="2510156" cy="435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s-CR" sz="2800" kern="1200"/>
            <a:t>Entorno</a:t>
          </a:r>
        </a:p>
      </dsp:txBody>
      <dsp:txXfrm>
        <a:off x="8914194" y="1768267"/>
        <a:ext cx="2510156" cy="435355"/>
      </dsp:txXfrm>
    </dsp:sp>
    <dsp:sp modelId="{809776A4-E968-4A70-93A3-EF02B9DAFE0B}">
      <dsp:nvSpPr>
        <dsp:cNvPr id="0" name=""/>
        <dsp:cNvSpPr/>
      </dsp:nvSpPr>
      <dsp:spPr>
        <a:xfrm>
          <a:off x="8914194" y="2280136"/>
          <a:ext cx="2510156" cy="2270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s-CR" sz="1800" kern="1200"/>
            <a:t>Hardware, software, infraestructura de redes, oficina y laboratorio, y otros elementos que formen el lugar de trabajo.</a:t>
          </a:r>
        </a:p>
      </dsp:txBody>
      <dsp:txXfrm>
        <a:off x="8914194" y="2280136"/>
        <a:ext cx="2510156" cy="227076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840695-E584-46AE-BE9E-9D3DEB76A739}">
      <dsp:nvSpPr>
        <dsp:cNvPr id="0" name=""/>
        <dsp:cNvSpPr/>
      </dsp:nvSpPr>
      <dsp:spPr>
        <a:xfrm>
          <a:off x="0" y="259273"/>
          <a:ext cx="7131246" cy="6237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464" tIns="229108" rIns="553464" bIns="128016" numCol="1" spcCol="1270" anchor="t" anchorCtr="0">
          <a:noAutofit/>
        </a:bodyPr>
        <a:lstStyle/>
        <a:p>
          <a:pPr marL="171450" lvl="1" indent="-171450" algn="l" defTabSz="800100">
            <a:lnSpc>
              <a:spcPct val="90000"/>
            </a:lnSpc>
            <a:spcBef>
              <a:spcPct val="0"/>
            </a:spcBef>
            <a:spcAft>
              <a:spcPct val="15000"/>
            </a:spcAft>
            <a:buChar char="•"/>
          </a:pPr>
          <a:r>
            <a:rPr lang="es-CR" sz="1800" kern="1200"/>
            <a:t>Debería cubrir los riesgos de calidad críticos. </a:t>
          </a:r>
        </a:p>
      </dsp:txBody>
      <dsp:txXfrm>
        <a:off x="0" y="259273"/>
        <a:ext cx="7131246" cy="623700"/>
      </dsp:txXfrm>
    </dsp:sp>
    <dsp:sp modelId="{3F29B440-1254-4514-BE77-9B46A7B1B1A8}">
      <dsp:nvSpPr>
        <dsp:cNvPr id="0" name=""/>
        <dsp:cNvSpPr/>
      </dsp:nvSpPr>
      <dsp:spPr>
        <a:xfrm>
          <a:off x="356562" y="96913"/>
          <a:ext cx="4991872"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81" tIns="0" rIns="188681" bIns="0" numCol="1" spcCol="1270" anchor="ctr" anchorCtr="0">
          <a:noAutofit/>
        </a:bodyPr>
        <a:lstStyle/>
        <a:p>
          <a:pPr marL="0" lvl="0" indent="0" algn="l" defTabSz="800100">
            <a:lnSpc>
              <a:spcPct val="90000"/>
            </a:lnSpc>
            <a:spcBef>
              <a:spcPct val="0"/>
            </a:spcBef>
            <a:spcAft>
              <a:spcPct val="35000"/>
            </a:spcAft>
            <a:buNone/>
          </a:pPr>
          <a:r>
            <a:rPr lang="es-CR" sz="1800" b="1" kern="1200"/>
            <a:t>Funcional</a:t>
          </a:r>
        </a:p>
      </dsp:txBody>
      <dsp:txXfrm>
        <a:off x="372414" y="112765"/>
        <a:ext cx="4960168" cy="293016"/>
      </dsp:txXfrm>
    </dsp:sp>
    <dsp:sp modelId="{7A428780-DB3E-4388-9E5E-13FD9E42616A}">
      <dsp:nvSpPr>
        <dsp:cNvPr id="0" name=""/>
        <dsp:cNvSpPr/>
      </dsp:nvSpPr>
      <dsp:spPr>
        <a:xfrm>
          <a:off x="0" y="1104733"/>
          <a:ext cx="7131246" cy="866249"/>
        </a:xfrm>
        <a:prstGeom prst="rect">
          <a:avLst/>
        </a:prstGeom>
        <a:solidFill>
          <a:schemeClr val="lt1">
            <a:alpha val="90000"/>
            <a:hueOff val="0"/>
            <a:satOff val="0"/>
            <a:lumOff val="0"/>
            <a:alphaOff val="0"/>
          </a:schemeClr>
        </a:solidFill>
        <a:ln w="12700" cap="flat" cmpd="sng" algn="ctr">
          <a:solidFill>
            <a:schemeClr val="accent2">
              <a:hueOff val="-291073"/>
              <a:satOff val="-16786"/>
              <a:lumOff val="172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464" tIns="229108" rIns="553464" bIns="128016" numCol="1" spcCol="1270" anchor="t" anchorCtr="0">
          <a:noAutofit/>
        </a:bodyPr>
        <a:lstStyle/>
        <a:p>
          <a:pPr marL="171450" lvl="1" indent="-171450" algn="l" defTabSz="800100">
            <a:lnSpc>
              <a:spcPct val="90000"/>
            </a:lnSpc>
            <a:spcBef>
              <a:spcPct val="0"/>
            </a:spcBef>
            <a:spcAft>
              <a:spcPct val="15000"/>
            </a:spcAft>
            <a:buChar char="•"/>
          </a:pPr>
          <a:r>
            <a:rPr lang="es-CR" sz="1800" kern="1200"/>
            <a:t>Cuando se ejecuta la misma prueba sobre el mismo sistema bajo pruebas, deberían obtenerse los mismos resultados. </a:t>
          </a:r>
        </a:p>
      </dsp:txBody>
      <dsp:txXfrm>
        <a:off x="0" y="1104733"/>
        <a:ext cx="7131246" cy="866249"/>
      </dsp:txXfrm>
    </dsp:sp>
    <dsp:sp modelId="{01038FEC-7FDA-422A-96C1-CDE255536349}">
      <dsp:nvSpPr>
        <dsp:cNvPr id="0" name=""/>
        <dsp:cNvSpPr/>
      </dsp:nvSpPr>
      <dsp:spPr>
        <a:xfrm>
          <a:off x="356562" y="942373"/>
          <a:ext cx="4991872" cy="324720"/>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81" tIns="0" rIns="188681" bIns="0" numCol="1" spcCol="1270" anchor="ctr" anchorCtr="0">
          <a:noAutofit/>
        </a:bodyPr>
        <a:lstStyle/>
        <a:p>
          <a:pPr marL="0" lvl="0" indent="0" algn="l" defTabSz="800100">
            <a:lnSpc>
              <a:spcPct val="90000"/>
            </a:lnSpc>
            <a:spcBef>
              <a:spcPct val="0"/>
            </a:spcBef>
            <a:spcAft>
              <a:spcPct val="35000"/>
            </a:spcAft>
            <a:buNone/>
          </a:pPr>
          <a:r>
            <a:rPr lang="es-CR" sz="1800" b="1" kern="1200"/>
            <a:t>Fiable</a:t>
          </a:r>
        </a:p>
      </dsp:txBody>
      <dsp:txXfrm>
        <a:off x="372414" y="958225"/>
        <a:ext cx="4960168" cy="293016"/>
      </dsp:txXfrm>
    </dsp:sp>
    <dsp:sp modelId="{1CBFBE38-63A9-45BB-9AB2-6ECED15BCE59}">
      <dsp:nvSpPr>
        <dsp:cNvPr id="0" name=""/>
        <dsp:cNvSpPr/>
      </dsp:nvSpPr>
      <dsp:spPr>
        <a:xfrm>
          <a:off x="0" y="2192743"/>
          <a:ext cx="7131246" cy="866249"/>
        </a:xfrm>
        <a:prstGeom prst="rect">
          <a:avLst/>
        </a:prstGeom>
        <a:solidFill>
          <a:schemeClr val="lt1">
            <a:alpha val="90000"/>
            <a:hueOff val="0"/>
            <a:satOff val="0"/>
            <a:lumOff val="0"/>
            <a:alphaOff val="0"/>
          </a:schemeClr>
        </a:solidFill>
        <a:ln w="12700" cap="flat" cmpd="sng" algn="ctr">
          <a:solidFill>
            <a:schemeClr val="accent2">
              <a:hueOff val="-582145"/>
              <a:satOff val="-33571"/>
              <a:lumOff val="3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464" tIns="229108" rIns="553464" bIns="128016" numCol="1" spcCol="1270" anchor="t" anchorCtr="0">
          <a:noAutofit/>
        </a:bodyPr>
        <a:lstStyle/>
        <a:p>
          <a:pPr marL="171450" lvl="1" indent="-171450" algn="l" defTabSz="800100">
            <a:lnSpc>
              <a:spcPct val="90000"/>
            </a:lnSpc>
            <a:spcBef>
              <a:spcPct val="0"/>
            </a:spcBef>
            <a:spcAft>
              <a:spcPct val="15000"/>
            </a:spcAft>
            <a:buChar char="•"/>
          </a:pPr>
          <a:r>
            <a:rPr lang="es-CR" sz="1800" kern="1200"/>
            <a:t>Cambios pequeños y errores menores en el entorno de prueba no deberían causar mayores fallos en las pruebas. </a:t>
          </a:r>
        </a:p>
      </dsp:txBody>
      <dsp:txXfrm>
        <a:off x="0" y="2192743"/>
        <a:ext cx="7131246" cy="866249"/>
      </dsp:txXfrm>
    </dsp:sp>
    <dsp:sp modelId="{7B7652FC-56E7-413B-BD2D-6171010642AE}">
      <dsp:nvSpPr>
        <dsp:cNvPr id="0" name=""/>
        <dsp:cNvSpPr/>
      </dsp:nvSpPr>
      <dsp:spPr>
        <a:xfrm>
          <a:off x="356562" y="2030383"/>
          <a:ext cx="4991872" cy="324720"/>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81" tIns="0" rIns="188681" bIns="0" numCol="1" spcCol="1270" anchor="ctr" anchorCtr="0">
          <a:noAutofit/>
        </a:bodyPr>
        <a:lstStyle/>
        <a:p>
          <a:pPr marL="0" lvl="0" indent="0" algn="l" defTabSz="800100">
            <a:lnSpc>
              <a:spcPct val="90000"/>
            </a:lnSpc>
            <a:spcBef>
              <a:spcPct val="0"/>
            </a:spcBef>
            <a:spcAft>
              <a:spcPct val="35000"/>
            </a:spcAft>
            <a:buNone/>
          </a:pPr>
          <a:r>
            <a:rPr lang="es-CR" sz="1800" b="1" kern="1200"/>
            <a:t>Robusto</a:t>
          </a:r>
        </a:p>
      </dsp:txBody>
      <dsp:txXfrm>
        <a:off x="372414" y="2046235"/>
        <a:ext cx="4960168" cy="293016"/>
      </dsp:txXfrm>
    </dsp:sp>
    <dsp:sp modelId="{1E52964D-7B88-4BDD-8AEA-702DFB8F60ED}">
      <dsp:nvSpPr>
        <dsp:cNvPr id="0" name=""/>
        <dsp:cNvSpPr/>
      </dsp:nvSpPr>
      <dsp:spPr>
        <a:xfrm>
          <a:off x="0" y="3280753"/>
          <a:ext cx="7131246" cy="1143450"/>
        </a:xfrm>
        <a:prstGeom prst="rect">
          <a:avLst/>
        </a:prstGeom>
        <a:solidFill>
          <a:schemeClr val="lt1">
            <a:alpha val="90000"/>
            <a:hueOff val="0"/>
            <a:satOff val="0"/>
            <a:lumOff val="0"/>
            <a:alphaOff val="0"/>
          </a:schemeClr>
        </a:solidFill>
        <a:ln w="12700" cap="flat" cmpd="sng" algn="ctr">
          <a:solidFill>
            <a:schemeClr val="accent2">
              <a:hueOff val="-873218"/>
              <a:satOff val="-50357"/>
              <a:lumOff val="51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464" tIns="229108" rIns="553464" bIns="128016" numCol="1" spcCol="1270" anchor="t" anchorCtr="0">
          <a:noAutofit/>
        </a:bodyPr>
        <a:lstStyle/>
        <a:p>
          <a:pPr marL="171450" lvl="1" indent="-171450" algn="l" defTabSz="800100">
            <a:lnSpc>
              <a:spcPct val="90000"/>
            </a:lnSpc>
            <a:spcBef>
              <a:spcPct val="0"/>
            </a:spcBef>
            <a:spcAft>
              <a:spcPct val="15000"/>
            </a:spcAft>
            <a:buChar char="•"/>
          </a:pPr>
          <a:r>
            <a:rPr lang="es-CR" sz="1800" kern="1200"/>
            <a:t>Para todos aquellos que quieran usarlo. La curva de aprendizaje del sistema de pruebas debería ser corta para personal calificado.</a:t>
          </a:r>
        </a:p>
      </dsp:txBody>
      <dsp:txXfrm>
        <a:off x="0" y="3280753"/>
        <a:ext cx="7131246" cy="1143450"/>
      </dsp:txXfrm>
    </dsp:sp>
    <dsp:sp modelId="{7EED5B57-CE98-4742-8AE5-09F20A73965C}">
      <dsp:nvSpPr>
        <dsp:cNvPr id="0" name=""/>
        <dsp:cNvSpPr/>
      </dsp:nvSpPr>
      <dsp:spPr>
        <a:xfrm>
          <a:off x="356562" y="3118393"/>
          <a:ext cx="4991872" cy="324720"/>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81" tIns="0" rIns="188681" bIns="0" numCol="1" spcCol="1270" anchor="ctr" anchorCtr="0">
          <a:noAutofit/>
        </a:bodyPr>
        <a:lstStyle/>
        <a:p>
          <a:pPr marL="0" lvl="0" indent="0" algn="l" defTabSz="800100">
            <a:lnSpc>
              <a:spcPct val="90000"/>
            </a:lnSpc>
            <a:spcBef>
              <a:spcPct val="0"/>
            </a:spcBef>
            <a:spcAft>
              <a:spcPct val="35000"/>
            </a:spcAft>
            <a:buNone/>
          </a:pPr>
          <a:r>
            <a:rPr lang="es-CR" sz="1800" b="1" kern="1200" dirty="0"/>
            <a:t>Útil</a:t>
          </a:r>
        </a:p>
      </dsp:txBody>
      <dsp:txXfrm>
        <a:off x="372414" y="3134245"/>
        <a:ext cx="4960168" cy="293016"/>
      </dsp:txXfrm>
    </dsp:sp>
    <dsp:sp modelId="{91BA1FCD-70AF-4ABE-B637-636AA97CB061}">
      <dsp:nvSpPr>
        <dsp:cNvPr id="0" name=""/>
        <dsp:cNvSpPr/>
      </dsp:nvSpPr>
      <dsp:spPr>
        <a:xfrm>
          <a:off x="0" y="4645963"/>
          <a:ext cx="7131246" cy="623700"/>
        </a:xfrm>
        <a:prstGeom prst="rect">
          <a:avLst/>
        </a:prstGeom>
        <a:solidFill>
          <a:schemeClr val="lt1">
            <a:alpha val="90000"/>
            <a:hueOff val="0"/>
            <a:satOff val="0"/>
            <a:lumOff val="0"/>
            <a:alphaOff val="0"/>
          </a:schemeClr>
        </a:solidFill>
        <a:ln w="12700" cap="flat" cmpd="sng" algn="ctr">
          <a:solidFill>
            <a:schemeClr val="accent2">
              <a:hueOff val="-1164290"/>
              <a:satOff val="-67142"/>
              <a:lumOff val="69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464" tIns="229108" rIns="553464" bIns="128016" numCol="1" spcCol="1270" anchor="t" anchorCtr="0">
          <a:noAutofit/>
        </a:bodyPr>
        <a:lstStyle/>
        <a:p>
          <a:pPr marL="171450" lvl="1" indent="-171450" algn="l" defTabSz="800100">
            <a:lnSpc>
              <a:spcPct val="90000"/>
            </a:lnSpc>
            <a:spcBef>
              <a:spcPct val="0"/>
            </a:spcBef>
            <a:spcAft>
              <a:spcPct val="15000"/>
            </a:spcAft>
            <a:buChar char="•"/>
          </a:pPr>
          <a:r>
            <a:rPr lang="es-CR" sz="1800" kern="1200"/>
            <a:t>La ejecución de pruebas debería ser rápida.</a:t>
          </a:r>
        </a:p>
      </dsp:txBody>
      <dsp:txXfrm>
        <a:off x="0" y="4645963"/>
        <a:ext cx="7131246" cy="623700"/>
      </dsp:txXfrm>
    </dsp:sp>
    <dsp:sp modelId="{7911F33F-D2EC-4B1D-86E7-D9F11BDE6D5D}">
      <dsp:nvSpPr>
        <dsp:cNvPr id="0" name=""/>
        <dsp:cNvSpPr/>
      </dsp:nvSpPr>
      <dsp:spPr>
        <a:xfrm>
          <a:off x="356562" y="4483603"/>
          <a:ext cx="4991872" cy="324720"/>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81" tIns="0" rIns="188681" bIns="0" numCol="1" spcCol="1270" anchor="ctr" anchorCtr="0">
          <a:noAutofit/>
        </a:bodyPr>
        <a:lstStyle/>
        <a:p>
          <a:pPr marL="0" lvl="0" indent="0" algn="l" defTabSz="800100">
            <a:lnSpc>
              <a:spcPct val="90000"/>
            </a:lnSpc>
            <a:spcBef>
              <a:spcPct val="0"/>
            </a:spcBef>
            <a:spcAft>
              <a:spcPct val="35000"/>
            </a:spcAft>
            <a:buNone/>
          </a:pPr>
          <a:r>
            <a:rPr lang="es-CR" sz="1800" b="1" kern="1200"/>
            <a:t>Eficiente</a:t>
          </a:r>
        </a:p>
      </dsp:txBody>
      <dsp:txXfrm>
        <a:off x="372414" y="4499455"/>
        <a:ext cx="4960168" cy="293016"/>
      </dsp:txXfrm>
    </dsp:sp>
    <dsp:sp modelId="{F6705883-D21A-47DA-8988-F46408AACF65}">
      <dsp:nvSpPr>
        <dsp:cNvPr id="0" name=""/>
        <dsp:cNvSpPr/>
      </dsp:nvSpPr>
      <dsp:spPr>
        <a:xfrm>
          <a:off x="0" y="5491424"/>
          <a:ext cx="7131246" cy="866249"/>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3464" tIns="229108" rIns="553464" bIns="128016" numCol="1" spcCol="1270" anchor="t" anchorCtr="0">
          <a:noAutofit/>
        </a:bodyPr>
        <a:lstStyle/>
        <a:p>
          <a:pPr marL="171450" lvl="1" indent="-171450" algn="l" defTabSz="800100">
            <a:lnSpc>
              <a:spcPct val="90000"/>
            </a:lnSpc>
            <a:spcBef>
              <a:spcPct val="0"/>
            </a:spcBef>
            <a:spcAft>
              <a:spcPct val="15000"/>
            </a:spcAft>
            <a:buChar char="•"/>
          </a:pPr>
          <a:r>
            <a:rPr lang="es-CR" sz="1800" kern="1200"/>
            <a:t>Debería permitir a los técnicos de prueba ejecutar pruebas en cualquier plataforma.</a:t>
          </a:r>
        </a:p>
      </dsp:txBody>
      <dsp:txXfrm>
        <a:off x="0" y="5491424"/>
        <a:ext cx="7131246" cy="866249"/>
      </dsp:txXfrm>
    </dsp:sp>
    <dsp:sp modelId="{C58C9EDA-BD48-4480-AC16-B96B83840DC9}">
      <dsp:nvSpPr>
        <dsp:cNvPr id="0" name=""/>
        <dsp:cNvSpPr/>
      </dsp:nvSpPr>
      <dsp:spPr>
        <a:xfrm>
          <a:off x="356562" y="5329063"/>
          <a:ext cx="4991872" cy="3247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8681" tIns="0" rIns="188681" bIns="0" numCol="1" spcCol="1270" anchor="ctr" anchorCtr="0">
          <a:noAutofit/>
        </a:bodyPr>
        <a:lstStyle/>
        <a:p>
          <a:pPr marL="0" lvl="0" indent="0" algn="l" defTabSz="800100">
            <a:lnSpc>
              <a:spcPct val="90000"/>
            </a:lnSpc>
            <a:spcBef>
              <a:spcPct val="0"/>
            </a:spcBef>
            <a:spcAft>
              <a:spcPct val="35000"/>
            </a:spcAft>
            <a:buNone/>
          </a:pPr>
          <a:r>
            <a:rPr lang="es-CR" sz="1800" b="1" kern="1200"/>
            <a:t>Portable</a:t>
          </a:r>
        </a:p>
      </dsp:txBody>
      <dsp:txXfrm>
        <a:off x="372414" y="5344915"/>
        <a:ext cx="4960168" cy="2930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A51B0-C602-4B98-8615-C4280796C1B3}">
      <dsp:nvSpPr>
        <dsp:cNvPr id="0" name=""/>
        <dsp:cNvSpPr/>
      </dsp:nvSpPr>
      <dsp:spPr>
        <a:xfrm>
          <a:off x="0" y="3470"/>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2169C4-A2D2-47D9-874D-E98C0225058E}">
      <dsp:nvSpPr>
        <dsp:cNvPr id="0" name=""/>
        <dsp:cNvSpPr/>
      </dsp:nvSpPr>
      <dsp:spPr>
        <a:xfrm>
          <a:off x="191183" y="145673"/>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382C84-DA20-4BD3-A4D2-9B8F474A2C2A}">
      <dsp:nvSpPr>
        <dsp:cNvPr id="0" name=""/>
        <dsp:cNvSpPr/>
      </dsp:nvSpPr>
      <dsp:spPr>
        <a:xfrm>
          <a:off x="730312" y="3470"/>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Las pruebas revelan la presencia de defectos</a:t>
          </a:r>
        </a:p>
      </dsp:txBody>
      <dsp:txXfrm>
        <a:off x="730312" y="3470"/>
        <a:ext cx="5968626" cy="711012"/>
      </dsp:txXfrm>
    </dsp:sp>
    <dsp:sp modelId="{D0C444DB-3A8E-45E5-97A8-46E89CF1151E}">
      <dsp:nvSpPr>
        <dsp:cNvPr id="0" name=""/>
        <dsp:cNvSpPr/>
      </dsp:nvSpPr>
      <dsp:spPr>
        <a:xfrm>
          <a:off x="0" y="892236"/>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9691F7-7811-418D-9D58-A6DFC9A3A72F}">
      <dsp:nvSpPr>
        <dsp:cNvPr id="0" name=""/>
        <dsp:cNvSpPr/>
      </dsp:nvSpPr>
      <dsp:spPr>
        <a:xfrm>
          <a:off x="191183" y="1034438"/>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77D2D6-7560-4B11-9A94-3F0FA1B14315}">
      <dsp:nvSpPr>
        <dsp:cNvPr id="0" name=""/>
        <dsp:cNvSpPr/>
      </dsp:nvSpPr>
      <dsp:spPr>
        <a:xfrm>
          <a:off x="730312" y="892236"/>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La imposibilidad de pruebas exhaustivas</a:t>
          </a:r>
        </a:p>
      </dsp:txBody>
      <dsp:txXfrm>
        <a:off x="730312" y="892236"/>
        <a:ext cx="5968626" cy="711012"/>
      </dsp:txXfrm>
    </dsp:sp>
    <dsp:sp modelId="{32C05C5A-ACFC-403A-A986-E993066A9BBE}">
      <dsp:nvSpPr>
        <dsp:cNvPr id="0" name=""/>
        <dsp:cNvSpPr/>
      </dsp:nvSpPr>
      <dsp:spPr>
        <a:xfrm>
          <a:off x="0" y="1781001"/>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B5729-9537-453C-8DFF-73FC3B0EA38D}">
      <dsp:nvSpPr>
        <dsp:cNvPr id="0" name=""/>
        <dsp:cNvSpPr/>
      </dsp:nvSpPr>
      <dsp:spPr>
        <a:xfrm>
          <a:off x="191183" y="1923204"/>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5E43C-E2EF-48DF-A636-B4F33C2B6DE5}">
      <dsp:nvSpPr>
        <dsp:cNvPr id="0" name=""/>
        <dsp:cNvSpPr/>
      </dsp:nvSpPr>
      <dsp:spPr>
        <a:xfrm>
          <a:off x="730312" y="1781001"/>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Los beneficios de las pruebas tempranas</a:t>
          </a:r>
        </a:p>
      </dsp:txBody>
      <dsp:txXfrm>
        <a:off x="730312" y="1781001"/>
        <a:ext cx="5968626" cy="711012"/>
      </dsp:txXfrm>
    </dsp:sp>
    <dsp:sp modelId="{7A531436-47C0-4BA9-8D72-65AEE3AEAAB8}">
      <dsp:nvSpPr>
        <dsp:cNvPr id="0" name=""/>
        <dsp:cNvSpPr/>
      </dsp:nvSpPr>
      <dsp:spPr>
        <a:xfrm>
          <a:off x="0" y="2669767"/>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DAD310-DD64-48BD-B9B1-BECB5FF51BFB}">
      <dsp:nvSpPr>
        <dsp:cNvPr id="0" name=""/>
        <dsp:cNvSpPr/>
      </dsp:nvSpPr>
      <dsp:spPr>
        <a:xfrm>
          <a:off x="191183" y="2811969"/>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922D43-ECE5-47A3-85A3-9ECA57176807}">
      <dsp:nvSpPr>
        <dsp:cNvPr id="0" name=""/>
        <dsp:cNvSpPr/>
      </dsp:nvSpPr>
      <dsp:spPr>
        <a:xfrm>
          <a:off x="730312" y="2669767"/>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La aglomeración de defectos: La agrupación de defectos</a:t>
          </a:r>
        </a:p>
      </dsp:txBody>
      <dsp:txXfrm>
        <a:off x="730312" y="2669767"/>
        <a:ext cx="5968626" cy="711012"/>
      </dsp:txXfrm>
    </dsp:sp>
    <dsp:sp modelId="{7456B599-2845-4199-B07D-C0E93CB96747}">
      <dsp:nvSpPr>
        <dsp:cNvPr id="0" name=""/>
        <dsp:cNvSpPr/>
      </dsp:nvSpPr>
      <dsp:spPr>
        <a:xfrm>
          <a:off x="0" y="3558532"/>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9C4A6C-2809-4475-B85E-774C8B149BF9}">
      <dsp:nvSpPr>
        <dsp:cNvPr id="0" name=""/>
        <dsp:cNvSpPr/>
      </dsp:nvSpPr>
      <dsp:spPr>
        <a:xfrm>
          <a:off x="191183" y="3700735"/>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C586A1-DAE5-47F4-9204-8D2A4588B3C2}">
      <dsp:nvSpPr>
        <dsp:cNvPr id="0" name=""/>
        <dsp:cNvSpPr/>
      </dsp:nvSpPr>
      <dsp:spPr>
        <a:xfrm>
          <a:off x="730312" y="3558532"/>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La paradoja del pesticida</a:t>
          </a:r>
        </a:p>
      </dsp:txBody>
      <dsp:txXfrm>
        <a:off x="730312" y="3558532"/>
        <a:ext cx="5968626" cy="711012"/>
      </dsp:txXfrm>
    </dsp:sp>
    <dsp:sp modelId="{B674181F-BE7C-48CD-94BD-5CEA564E0E2D}">
      <dsp:nvSpPr>
        <dsp:cNvPr id="0" name=""/>
        <dsp:cNvSpPr/>
      </dsp:nvSpPr>
      <dsp:spPr>
        <a:xfrm>
          <a:off x="0" y="4447298"/>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C3CAD1-047E-462A-B808-D932B2A395DB}">
      <dsp:nvSpPr>
        <dsp:cNvPr id="0" name=""/>
        <dsp:cNvSpPr/>
      </dsp:nvSpPr>
      <dsp:spPr>
        <a:xfrm>
          <a:off x="191183" y="4589500"/>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EB3E15-718D-4533-8FD3-E7B2CCF679EA}">
      <dsp:nvSpPr>
        <dsp:cNvPr id="0" name=""/>
        <dsp:cNvSpPr/>
      </dsp:nvSpPr>
      <dsp:spPr>
        <a:xfrm>
          <a:off x="730312" y="4447298"/>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Las pruebas deberían adaptarse a necesidades específicas</a:t>
          </a:r>
        </a:p>
      </dsp:txBody>
      <dsp:txXfrm>
        <a:off x="730312" y="4447298"/>
        <a:ext cx="5968626" cy="711012"/>
      </dsp:txXfrm>
    </dsp:sp>
    <dsp:sp modelId="{3DBB7126-9814-4AE8-9137-47C8D53447A5}">
      <dsp:nvSpPr>
        <dsp:cNvPr id="0" name=""/>
        <dsp:cNvSpPr/>
      </dsp:nvSpPr>
      <dsp:spPr>
        <a:xfrm>
          <a:off x="0" y="5336063"/>
          <a:ext cx="6742806" cy="6320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B0A67E-5810-4ED1-9429-16E5F5363B29}">
      <dsp:nvSpPr>
        <dsp:cNvPr id="0" name=""/>
        <dsp:cNvSpPr/>
      </dsp:nvSpPr>
      <dsp:spPr>
        <a:xfrm>
          <a:off x="191183" y="5478266"/>
          <a:ext cx="347945" cy="3476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B8868B-926C-4804-8987-10F73615D6A2}">
      <dsp:nvSpPr>
        <dsp:cNvPr id="0" name=""/>
        <dsp:cNvSpPr/>
      </dsp:nvSpPr>
      <dsp:spPr>
        <a:xfrm>
          <a:off x="730312" y="5336063"/>
          <a:ext cx="5968626" cy="711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49" tIns="75249" rIns="75249" bIns="75249" numCol="1" spcCol="1270" anchor="ctr" anchorCtr="0">
          <a:noAutofit/>
        </a:bodyPr>
        <a:lstStyle/>
        <a:p>
          <a:pPr marL="0" lvl="0" indent="0" algn="l" defTabSz="889000">
            <a:lnSpc>
              <a:spcPct val="100000"/>
            </a:lnSpc>
            <a:spcBef>
              <a:spcPct val="0"/>
            </a:spcBef>
            <a:spcAft>
              <a:spcPct val="35000"/>
            </a:spcAft>
            <a:buNone/>
          </a:pPr>
          <a:r>
            <a:rPr lang="es-CR" sz="2000" kern="1200"/>
            <a:t>La falacia de la ausencia de errores</a:t>
          </a:r>
        </a:p>
      </dsp:txBody>
      <dsp:txXfrm>
        <a:off x="730312" y="5336063"/>
        <a:ext cx="5968626" cy="71101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9E2783-7AAC-46AC-A856-E6FA85C8819D}">
      <dsp:nvSpPr>
        <dsp:cNvPr id="0" name=""/>
        <dsp:cNvSpPr/>
      </dsp:nvSpPr>
      <dsp:spPr>
        <a:xfrm>
          <a:off x="140" y="1397651"/>
          <a:ext cx="1692968" cy="24485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228" tIns="0" rIns="167228" bIns="330200" numCol="1" spcCol="1270" anchor="t" anchorCtr="0">
          <a:noAutofit/>
        </a:bodyPr>
        <a:lstStyle/>
        <a:p>
          <a:pPr marL="0" lvl="0" indent="0" algn="l" defTabSz="711200" rtl="0">
            <a:lnSpc>
              <a:spcPct val="90000"/>
            </a:lnSpc>
            <a:spcBef>
              <a:spcPct val="0"/>
            </a:spcBef>
            <a:spcAft>
              <a:spcPct val="35000"/>
            </a:spcAft>
            <a:buNone/>
          </a:pPr>
          <a:r>
            <a:rPr lang="es-CR" sz="1600" kern="1200" dirty="0"/>
            <a:t>Los caminos de ejecución en un software no-trivial son casi infinitos</a:t>
          </a:r>
        </a:p>
      </dsp:txBody>
      <dsp:txXfrm>
        <a:off x="140" y="2377051"/>
        <a:ext cx="1692968" cy="1469100"/>
      </dsp:txXfrm>
    </dsp:sp>
    <dsp:sp modelId="{EC7247EF-D86A-453B-9D56-690EAFA89EF7}">
      <dsp:nvSpPr>
        <dsp:cNvPr id="0" name=""/>
        <dsp:cNvSpPr/>
      </dsp:nvSpPr>
      <dsp:spPr>
        <a:xfrm>
          <a:off x="140" y="1265500"/>
          <a:ext cx="1692968" cy="8126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228" tIns="165100" rIns="167228" bIns="165100" numCol="1" spcCol="1270" anchor="ctr" anchorCtr="0">
          <a:noAutofit/>
        </a:bodyPr>
        <a:lstStyle/>
        <a:p>
          <a:pPr marL="0" lvl="0" indent="0" algn="l" defTabSz="1778000">
            <a:lnSpc>
              <a:spcPct val="90000"/>
            </a:lnSpc>
            <a:spcBef>
              <a:spcPct val="0"/>
            </a:spcBef>
            <a:spcAft>
              <a:spcPct val="35000"/>
            </a:spcAft>
            <a:buNone/>
          </a:pPr>
          <a:r>
            <a:rPr lang="es-CR" sz="4000" kern="1200"/>
            <a:t>01</a:t>
          </a:r>
          <a:endParaRPr lang="es-CR" sz="4000" kern="1200" dirty="0"/>
        </a:p>
      </dsp:txBody>
      <dsp:txXfrm>
        <a:off x="140" y="1265500"/>
        <a:ext cx="1692968" cy="812625"/>
      </dsp:txXfrm>
    </dsp:sp>
    <dsp:sp modelId="{AC44A0E5-E822-4F68-AD9C-E18500402101}">
      <dsp:nvSpPr>
        <dsp:cNvPr id="0" name=""/>
        <dsp:cNvSpPr/>
      </dsp:nvSpPr>
      <dsp:spPr>
        <a:xfrm>
          <a:off x="1828546" y="1397651"/>
          <a:ext cx="1692968" cy="3029405"/>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228" tIns="0" rIns="167228" bIns="330200" numCol="1" spcCol="1270" anchor="t" anchorCtr="0">
          <a:noAutofit/>
        </a:bodyPr>
        <a:lstStyle/>
        <a:p>
          <a:pPr marL="0" lvl="0" indent="0" algn="l" defTabSz="711200" rtl="0">
            <a:lnSpc>
              <a:spcPct val="90000"/>
            </a:lnSpc>
            <a:spcBef>
              <a:spcPct val="0"/>
            </a:spcBef>
            <a:spcAft>
              <a:spcPct val="35000"/>
            </a:spcAft>
            <a:buNone/>
          </a:pPr>
          <a:r>
            <a:rPr lang="es-CR" sz="1600" kern="1200"/>
            <a:t>Hay grandes flujos de datos separados en el espacio (características) y el tiempo (datos estáticos)</a:t>
          </a:r>
        </a:p>
      </dsp:txBody>
      <dsp:txXfrm>
        <a:off x="1828546" y="2609413"/>
        <a:ext cx="1692968" cy="1817643"/>
      </dsp:txXfrm>
    </dsp:sp>
    <dsp:sp modelId="{2DA7C087-03FD-4F55-A580-C777DC046299}">
      <dsp:nvSpPr>
        <dsp:cNvPr id="0" name=""/>
        <dsp:cNvSpPr/>
      </dsp:nvSpPr>
      <dsp:spPr>
        <a:xfrm>
          <a:off x="1828546" y="1555952"/>
          <a:ext cx="1692968" cy="8126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228" tIns="165100" rIns="167228" bIns="165100" numCol="1" spcCol="1270" anchor="ctr" anchorCtr="0">
          <a:noAutofit/>
        </a:bodyPr>
        <a:lstStyle/>
        <a:p>
          <a:pPr marL="0" lvl="0" indent="0" algn="l" defTabSz="1778000">
            <a:lnSpc>
              <a:spcPct val="90000"/>
            </a:lnSpc>
            <a:spcBef>
              <a:spcPct val="0"/>
            </a:spcBef>
            <a:spcAft>
              <a:spcPct val="35000"/>
            </a:spcAft>
            <a:buNone/>
          </a:pPr>
          <a:r>
            <a:rPr lang="es-CR" sz="4000" kern="1200"/>
            <a:t>02</a:t>
          </a:r>
          <a:endParaRPr lang="es-CR" sz="4000" kern="1200" dirty="0"/>
        </a:p>
      </dsp:txBody>
      <dsp:txXfrm>
        <a:off x="1828546" y="1555952"/>
        <a:ext cx="1692968" cy="812625"/>
      </dsp:txXfrm>
    </dsp:sp>
    <dsp:sp modelId="{9C956DC9-855D-4016-9ADC-E2F5B144C84D}">
      <dsp:nvSpPr>
        <dsp:cNvPr id="0" name=""/>
        <dsp:cNvSpPr/>
      </dsp:nvSpPr>
      <dsp:spPr>
        <a:xfrm>
          <a:off x="3656952" y="1397651"/>
          <a:ext cx="1692968" cy="3481224"/>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228" tIns="0" rIns="167228" bIns="330200" numCol="1" spcCol="1270" anchor="t" anchorCtr="0">
          <a:noAutofit/>
        </a:bodyPr>
        <a:lstStyle/>
        <a:p>
          <a:pPr marL="0" lvl="0" indent="0" algn="l" defTabSz="711200" rtl="0">
            <a:lnSpc>
              <a:spcPct val="90000"/>
            </a:lnSpc>
            <a:spcBef>
              <a:spcPct val="0"/>
            </a:spcBef>
            <a:spcAft>
              <a:spcPct val="35000"/>
            </a:spcAft>
            <a:buNone/>
          </a:pPr>
          <a:r>
            <a:rPr lang="es-CR" sz="1600" kern="1200" dirty="0"/>
            <a:t>Pequeños cambios pueden provocar regresiones las cuales no son lineales al tamaño del cambio</a:t>
          </a:r>
        </a:p>
      </dsp:txBody>
      <dsp:txXfrm>
        <a:off x="3656952" y="2790141"/>
        <a:ext cx="1692968" cy="2088734"/>
      </dsp:txXfrm>
    </dsp:sp>
    <dsp:sp modelId="{E01326F1-2641-4047-A860-2A8F36228C7A}">
      <dsp:nvSpPr>
        <dsp:cNvPr id="0" name=""/>
        <dsp:cNvSpPr/>
      </dsp:nvSpPr>
      <dsp:spPr>
        <a:xfrm>
          <a:off x="3656952" y="1781862"/>
          <a:ext cx="1692968" cy="8126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228" tIns="165100" rIns="167228" bIns="165100" numCol="1" spcCol="1270" anchor="ctr" anchorCtr="0">
          <a:noAutofit/>
        </a:bodyPr>
        <a:lstStyle/>
        <a:p>
          <a:pPr marL="0" lvl="0" indent="0" algn="l" defTabSz="1778000">
            <a:lnSpc>
              <a:spcPct val="90000"/>
            </a:lnSpc>
            <a:spcBef>
              <a:spcPct val="0"/>
            </a:spcBef>
            <a:spcAft>
              <a:spcPct val="35000"/>
            </a:spcAft>
            <a:buNone/>
          </a:pPr>
          <a:r>
            <a:rPr lang="es-CR" sz="4000" kern="1200"/>
            <a:t>03</a:t>
          </a:r>
        </a:p>
      </dsp:txBody>
      <dsp:txXfrm>
        <a:off x="3656952" y="1781862"/>
        <a:ext cx="1692968" cy="812625"/>
      </dsp:txXfrm>
    </dsp:sp>
    <dsp:sp modelId="{F4DDA1B2-83E5-4552-A485-3A8268F4A573}">
      <dsp:nvSpPr>
        <dsp:cNvPr id="0" name=""/>
        <dsp:cNvSpPr/>
      </dsp:nvSpPr>
      <dsp:spPr>
        <a:xfrm>
          <a:off x="5485359" y="1397651"/>
          <a:ext cx="1692968" cy="361031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228" tIns="0" rIns="167228" bIns="330200" numCol="1" spcCol="1270" anchor="t" anchorCtr="0">
          <a:noAutofit/>
        </a:bodyPr>
        <a:lstStyle/>
        <a:p>
          <a:pPr marL="0" lvl="0" indent="0" algn="l" defTabSz="711200" rtl="0">
            <a:lnSpc>
              <a:spcPct val="90000"/>
            </a:lnSpc>
            <a:spcBef>
              <a:spcPct val="0"/>
            </a:spcBef>
            <a:spcAft>
              <a:spcPct val="35000"/>
            </a:spcAft>
            <a:buNone/>
          </a:pPr>
          <a:r>
            <a:rPr lang="es-CR" sz="1600" kern="1200" dirty="0"/>
            <a:t>Perfiles de uso y campos de configuración variados, algunos desconocidos y algunos imposibles de conocer</a:t>
          </a:r>
        </a:p>
      </dsp:txBody>
      <dsp:txXfrm>
        <a:off x="5485359" y="2841775"/>
        <a:ext cx="1692968" cy="2166186"/>
      </dsp:txXfrm>
    </dsp:sp>
    <dsp:sp modelId="{45805B53-FBF6-4224-A2FC-F8B992930F86}">
      <dsp:nvSpPr>
        <dsp:cNvPr id="0" name=""/>
        <dsp:cNvSpPr/>
      </dsp:nvSpPr>
      <dsp:spPr>
        <a:xfrm>
          <a:off x="5485359" y="1846405"/>
          <a:ext cx="1692968" cy="8126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7228" tIns="165100" rIns="167228" bIns="165100" numCol="1" spcCol="1270" anchor="ctr" anchorCtr="0">
          <a:noAutofit/>
        </a:bodyPr>
        <a:lstStyle/>
        <a:p>
          <a:pPr marL="0" lvl="0" indent="0" algn="l" defTabSz="1778000">
            <a:lnSpc>
              <a:spcPct val="90000"/>
            </a:lnSpc>
            <a:spcBef>
              <a:spcPct val="0"/>
            </a:spcBef>
            <a:spcAft>
              <a:spcPct val="35000"/>
            </a:spcAft>
            <a:buNone/>
          </a:pPr>
          <a:r>
            <a:rPr lang="es-CR" sz="4000" kern="1200"/>
            <a:t>04</a:t>
          </a:r>
        </a:p>
      </dsp:txBody>
      <dsp:txXfrm>
        <a:off x="5485359" y="1846405"/>
        <a:ext cx="1692968" cy="81262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B235AE-082C-4EDD-A58E-6080D3DED5DD}">
      <dsp:nvSpPr>
        <dsp:cNvPr id="0" name=""/>
        <dsp:cNvSpPr/>
      </dsp:nvSpPr>
      <dsp:spPr>
        <a:xfrm>
          <a:off x="921280" y="648276"/>
          <a:ext cx="1749937" cy="1749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E5798-E11C-4CA5-8DC8-FFB9F3C8A280}">
      <dsp:nvSpPr>
        <dsp:cNvPr id="0" name=""/>
        <dsp:cNvSpPr/>
      </dsp:nvSpPr>
      <dsp:spPr>
        <a:xfrm>
          <a:off x="1294218" y="1021214"/>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27A151-9EFC-47B9-85CF-07C15CF8CE1B}">
      <dsp:nvSpPr>
        <dsp:cNvPr id="0" name=""/>
        <dsp:cNvSpPr/>
      </dsp:nvSpPr>
      <dsp:spPr>
        <a:xfrm>
          <a:off x="27378" y="2754526"/>
          <a:ext cx="3537742" cy="1138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00100">
            <a:lnSpc>
              <a:spcPct val="90000"/>
            </a:lnSpc>
            <a:spcBef>
              <a:spcPct val="0"/>
            </a:spcBef>
            <a:spcAft>
              <a:spcPct val="35000"/>
            </a:spcAft>
            <a:buNone/>
            <a:defRPr cap="all"/>
          </a:pPr>
          <a:r>
            <a:rPr lang="es-CR" sz="1800" b="0" kern="1200" cap="none" baseline="0" noProof="0" dirty="0">
              <a:solidFill>
                <a:schemeClr val="tx1"/>
              </a:solidFill>
            </a:rPr>
            <a:t>El costo de un defecto tiende a aumentar a medida que el proyecto continúa</a:t>
          </a:r>
        </a:p>
      </dsp:txBody>
      <dsp:txXfrm>
        <a:off x="27378" y="2754526"/>
        <a:ext cx="3537742" cy="1138330"/>
      </dsp:txXfrm>
    </dsp:sp>
    <dsp:sp modelId="{ECF3516B-BC7C-4ADF-ABD2-C5D91A4D546A}">
      <dsp:nvSpPr>
        <dsp:cNvPr id="0" name=""/>
        <dsp:cNvSpPr/>
      </dsp:nvSpPr>
      <dsp:spPr>
        <a:xfrm>
          <a:off x="4961054" y="648276"/>
          <a:ext cx="1749937" cy="1749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3F62AC-9781-4D73-82DB-C536CB2F06CD}">
      <dsp:nvSpPr>
        <dsp:cNvPr id="0" name=""/>
        <dsp:cNvSpPr/>
      </dsp:nvSpPr>
      <dsp:spPr>
        <a:xfrm>
          <a:off x="5333991" y="1021214"/>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F7E748-3CD3-48F8-A0B0-04C2C0F4B7F1}">
      <dsp:nvSpPr>
        <dsp:cNvPr id="0" name=""/>
        <dsp:cNvSpPr/>
      </dsp:nvSpPr>
      <dsp:spPr>
        <a:xfrm>
          <a:off x="4067151" y="2754526"/>
          <a:ext cx="3537742" cy="1138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00100">
            <a:lnSpc>
              <a:spcPct val="90000"/>
            </a:lnSpc>
            <a:spcBef>
              <a:spcPct val="0"/>
            </a:spcBef>
            <a:spcAft>
              <a:spcPct val="35000"/>
            </a:spcAft>
            <a:buNone/>
            <a:defRPr cap="all"/>
          </a:pPr>
          <a:r>
            <a:rPr lang="es-CR" sz="1800" b="0" kern="1200" cap="none" baseline="0">
              <a:solidFill>
                <a:schemeClr val="tx1"/>
              </a:solidFill>
            </a:rPr>
            <a:t>La mayor parte de los costos asociados con defectos de una pre-versión tienden a ser asociados con el esfuerzo necesario para eliminarlos, por lo que costos más altos significan cronogramas más largos</a:t>
          </a:r>
          <a:endParaRPr lang="en-US" sz="1800" b="0" kern="1200" cap="none" baseline="0">
            <a:solidFill>
              <a:schemeClr val="tx1"/>
            </a:solidFill>
          </a:endParaRPr>
        </a:p>
      </dsp:txBody>
      <dsp:txXfrm>
        <a:off x="4067151" y="2754526"/>
        <a:ext cx="3537742" cy="1138330"/>
      </dsp:txXfrm>
    </dsp:sp>
    <dsp:sp modelId="{7304874F-1535-4C09-BADE-14CB5100EFEB}">
      <dsp:nvSpPr>
        <dsp:cNvPr id="0" name=""/>
        <dsp:cNvSpPr/>
      </dsp:nvSpPr>
      <dsp:spPr>
        <a:xfrm>
          <a:off x="9000828" y="648276"/>
          <a:ext cx="1749937" cy="174993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303C5F-4D83-445C-A5A3-916E86589F29}">
      <dsp:nvSpPr>
        <dsp:cNvPr id="0" name=""/>
        <dsp:cNvSpPr/>
      </dsp:nvSpPr>
      <dsp:spPr>
        <a:xfrm>
          <a:off x="9373765" y="1021214"/>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AE177C-7711-4119-AB75-9B44F6AF3C67}">
      <dsp:nvSpPr>
        <dsp:cNvPr id="0" name=""/>
        <dsp:cNvSpPr/>
      </dsp:nvSpPr>
      <dsp:spPr>
        <a:xfrm>
          <a:off x="8106925" y="2754526"/>
          <a:ext cx="3537742" cy="1138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00100">
            <a:lnSpc>
              <a:spcPct val="90000"/>
            </a:lnSpc>
            <a:spcBef>
              <a:spcPct val="0"/>
            </a:spcBef>
            <a:spcAft>
              <a:spcPct val="35000"/>
            </a:spcAft>
            <a:buNone/>
            <a:defRPr cap="all"/>
          </a:pPr>
          <a:r>
            <a:rPr lang="es-CR" sz="1800" b="0" kern="1200" cap="none" baseline="0">
              <a:solidFill>
                <a:schemeClr val="tx1"/>
              </a:solidFill>
            </a:rPr>
            <a:t>Mientras más defectos entran en una actividad de QA o de pruebas, más defectos se escaparán de esa actividad</a:t>
          </a:r>
          <a:endParaRPr lang="en-US" sz="1800" b="0" kern="1200" cap="none" baseline="0">
            <a:solidFill>
              <a:schemeClr val="tx1"/>
            </a:solidFill>
          </a:endParaRPr>
        </a:p>
      </dsp:txBody>
      <dsp:txXfrm>
        <a:off x="8106925" y="2754526"/>
        <a:ext cx="3537742" cy="11383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13D07-23D2-4E25-B839-A8D853C6BC6E}">
      <dsp:nvSpPr>
        <dsp:cNvPr id="0" name=""/>
        <dsp:cNvSpPr/>
      </dsp:nvSpPr>
      <dsp:spPr>
        <a:xfrm>
          <a:off x="499694" y="0"/>
          <a:ext cx="6275294" cy="627529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11393D-275A-4D38-BA28-49BBB0699126}">
      <dsp:nvSpPr>
        <dsp:cNvPr id="0" name=""/>
        <dsp:cNvSpPr/>
      </dsp:nvSpPr>
      <dsp:spPr>
        <a:xfrm>
          <a:off x="1095846" y="596152"/>
          <a:ext cx="2447364" cy="244736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Encontrar y corregir muchos errores no garantiza la satisfacción del usuario, del cliente y/o de los interesados del negocio</a:t>
          </a:r>
          <a:endParaRPr lang="en-US" sz="1800" kern="1200"/>
        </a:p>
      </dsp:txBody>
      <dsp:txXfrm>
        <a:off x="1215316" y="715622"/>
        <a:ext cx="2208424" cy="2208424"/>
      </dsp:txXfrm>
    </dsp:sp>
    <dsp:sp modelId="{F373E743-CCAA-4C84-994B-A83B53E36756}">
      <dsp:nvSpPr>
        <dsp:cNvPr id="0" name=""/>
        <dsp:cNvSpPr/>
      </dsp:nvSpPr>
      <dsp:spPr>
        <a:xfrm>
          <a:off x="3731470" y="596152"/>
          <a:ext cx="2447364" cy="244736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Los proyectos exitosos equilibran fuerzas que compiten en términos de características, cronograma, presupuesto y calidad</a:t>
          </a:r>
          <a:endParaRPr lang="en-US" sz="1800" kern="1200"/>
        </a:p>
      </dsp:txBody>
      <dsp:txXfrm>
        <a:off x="3850940" y="715622"/>
        <a:ext cx="2208424" cy="2208424"/>
      </dsp:txXfrm>
    </dsp:sp>
    <dsp:sp modelId="{C9CAD76B-443E-4D30-BB4D-5833278EE05F}">
      <dsp:nvSpPr>
        <dsp:cNvPr id="0" name=""/>
        <dsp:cNvSpPr/>
      </dsp:nvSpPr>
      <dsp:spPr>
        <a:xfrm>
          <a:off x="1095846" y="3231776"/>
          <a:ext cx="2447364" cy="244736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Muchos productos con pocos defectos han fracasado en el mercado</a:t>
          </a:r>
          <a:endParaRPr lang="en-US" sz="1800" kern="1200"/>
        </a:p>
      </dsp:txBody>
      <dsp:txXfrm>
        <a:off x="1215316" y="3351246"/>
        <a:ext cx="2208424" cy="2208424"/>
      </dsp:txXfrm>
    </dsp:sp>
    <dsp:sp modelId="{12001FE7-108B-433D-BF82-5422FAE6344A}">
      <dsp:nvSpPr>
        <dsp:cNvPr id="0" name=""/>
        <dsp:cNvSpPr/>
      </dsp:nvSpPr>
      <dsp:spPr>
        <a:xfrm>
          <a:off x="3731470" y="3231776"/>
          <a:ext cx="2447364" cy="244736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kern="1200"/>
            <a:t>“El testing puede probar la presencia de errores, pero no la ausencia de ellos” Edsger Dijkstra</a:t>
          </a:r>
          <a:endParaRPr lang="en-US" sz="1800" kern="1200"/>
        </a:p>
      </dsp:txBody>
      <dsp:txXfrm>
        <a:off x="3850940" y="3351246"/>
        <a:ext cx="2208424" cy="220842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E9E12-6D1D-404F-B853-03B6DC1023DA}">
      <dsp:nvSpPr>
        <dsp:cNvPr id="0" name=""/>
        <dsp:cNvSpPr/>
      </dsp:nvSpPr>
      <dsp:spPr>
        <a:xfrm>
          <a:off x="5651" y="327741"/>
          <a:ext cx="1175671" cy="101116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0215D7-6C2E-40B6-8841-C26F6A1244A5}">
      <dsp:nvSpPr>
        <dsp:cNvPr id="0" name=""/>
        <dsp:cNvSpPr/>
      </dsp:nvSpPr>
      <dsp:spPr>
        <a:xfrm>
          <a:off x="5651" y="1512147"/>
          <a:ext cx="3359060" cy="43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s-CR" sz="1800" i="1" kern="1200"/>
            <a:t>Atributos de un buen probador</a:t>
          </a:r>
          <a:endParaRPr lang="en-US" sz="1800" i="1" kern="1200"/>
        </a:p>
      </dsp:txBody>
      <dsp:txXfrm>
        <a:off x="5651" y="1512147"/>
        <a:ext cx="3359060" cy="433355"/>
      </dsp:txXfrm>
    </dsp:sp>
    <dsp:sp modelId="{178C416E-5280-4F99-A8F3-C158EA34F286}">
      <dsp:nvSpPr>
        <dsp:cNvPr id="0" name=""/>
        <dsp:cNvSpPr/>
      </dsp:nvSpPr>
      <dsp:spPr>
        <a:xfrm>
          <a:off x="5651" y="2026081"/>
          <a:ext cx="3359060" cy="2330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622300">
            <a:lnSpc>
              <a:spcPct val="100000"/>
            </a:lnSpc>
            <a:spcBef>
              <a:spcPct val="0"/>
            </a:spcBef>
            <a:spcAft>
              <a:spcPct val="35000"/>
            </a:spcAft>
            <a:buNone/>
          </a:pPr>
          <a:r>
            <a:rPr lang="es-CR" sz="1400" kern="1200"/>
            <a:t>Curiosidad</a:t>
          </a:r>
          <a:endParaRPr lang="en-US" sz="1400" kern="1200"/>
        </a:p>
        <a:p>
          <a:pPr marL="0" lvl="0" indent="0" algn="just" defTabSz="622300">
            <a:lnSpc>
              <a:spcPct val="100000"/>
            </a:lnSpc>
            <a:spcBef>
              <a:spcPct val="0"/>
            </a:spcBef>
            <a:spcAft>
              <a:spcPct val="35000"/>
            </a:spcAft>
            <a:buNone/>
          </a:pPr>
          <a:r>
            <a:rPr lang="es-CR" sz="1400" kern="1200" dirty="0"/>
            <a:t>Ojo crítico (Constructivista)</a:t>
          </a:r>
          <a:endParaRPr lang="en-US" sz="1400" kern="1200" dirty="0"/>
        </a:p>
        <a:p>
          <a:pPr marL="0" lvl="0" indent="0" algn="just" defTabSz="622300">
            <a:lnSpc>
              <a:spcPct val="100000"/>
            </a:lnSpc>
            <a:spcBef>
              <a:spcPct val="0"/>
            </a:spcBef>
            <a:spcAft>
              <a:spcPct val="35000"/>
            </a:spcAft>
            <a:buNone/>
          </a:pPr>
          <a:r>
            <a:rPr lang="es-CR" sz="1400" kern="1200" dirty="0"/>
            <a:t>Atención al detalle</a:t>
          </a:r>
          <a:endParaRPr lang="en-US" sz="1400" kern="1200" dirty="0"/>
        </a:p>
        <a:p>
          <a:pPr marL="0" lvl="0" indent="0" algn="just" defTabSz="622300">
            <a:lnSpc>
              <a:spcPct val="100000"/>
            </a:lnSpc>
            <a:spcBef>
              <a:spcPct val="0"/>
            </a:spcBef>
            <a:spcAft>
              <a:spcPct val="35000"/>
            </a:spcAft>
            <a:buNone/>
          </a:pPr>
          <a:r>
            <a:rPr lang="es-CR" sz="1400" kern="1200"/>
            <a:t>Buenas habilidades de comunicación</a:t>
          </a:r>
          <a:endParaRPr lang="en-US" sz="1400" kern="1200"/>
        </a:p>
        <a:p>
          <a:pPr marL="0" lvl="0" indent="0" algn="just" defTabSz="622300">
            <a:lnSpc>
              <a:spcPct val="100000"/>
            </a:lnSpc>
            <a:spcBef>
              <a:spcPct val="0"/>
            </a:spcBef>
            <a:spcAft>
              <a:spcPct val="35000"/>
            </a:spcAft>
            <a:buNone/>
          </a:pPr>
          <a:r>
            <a:rPr lang="es-CR" sz="1400" kern="1200"/>
            <a:t>La mezcla adecuada de las habilidades es necesaria</a:t>
          </a:r>
          <a:endParaRPr lang="en-US" sz="1400" kern="1200"/>
        </a:p>
      </dsp:txBody>
      <dsp:txXfrm>
        <a:off x="5651" y="2026081"/>
        <a:ext cx="3359060" cy="2330603"/>
      </dsp:txXfrm>
    </dsp:sp>
    <dsp:sp modelId="{17FC0F3B-5C9D-4B16-BCD4-77F991ABB9F6}">
      <dsp:nvSpPr>
        <dsp:cNvPr id="0" name=""/>
        <dsp:cNvSpPr/>
      </dsp:nvSpPr>
      <dsp:spPr>
        <a:xfrm>
          <a:off x="3952547" y="327741"/>
          <a:ext cx="1175671" cy="101116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EB8FA0-358F-4FFA-8F7D-1842F66BD85D}">
      <dsp:nvSpPr>
        <dsp:cNvPr id="0" name=""/>
        <dsp:cNvSpPr/>
      </dsp:nvSpPr>
      <dsp:spPr>
        <a:xfrm>
          <a:off x="3952547" y="1512147"/>
          <a:ext cx="3359060" cy="43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s-CR" sz="1800" i="1" kern="1200"/>
            <a:t>Habilidades</a:t>
          </a:r>
          <a:endParaRPr lang="en-US" sz="1800" i="1" kern="1200"/>
        </a:p>
      </dsp:txBody>
      <dsp:txXfrm>
        <a:off x="3952547" y="1512147"/>
        <a:ext cx="3359060" cy="433355"/>
      </dsp:txXfrm>
    </dsp:sp>
    <dsp:sp modelId="{26854F8C-BFF3-4869-B1CD-0A1F57B6F14E}">
      <dsp:nvSpPr>
        <dsp:cNvPr id="0" name=""/>
        <dsp:cNvSpPr/>
      </dsp:nvSpPr>
      <dsp:spPr>
        <a:xfrm>
          <a:off x="3952547" y="2026081"/>
          <a:ext cx="3359060" cy="2330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622300">
            <a:lnSpc>
              <a:spcPct val="100000"/>
            </a:lnSpc>
            <a:spcBef>
              <a:spcPct val="0"/>
            </a:spcBef>
            <a:spcAft>
              <a:spcPct val="35000"/>
            </a:spcAft>
            <a:buNone/>
          </a:pPr>
          <a:r>
            <a:rPr lang="es-CR" sz="1400" kern="1200" dirty="0"/>
            <a:t>Lectura: especificaciones, correos electrónicos, casos de prueba, etc.</a:t>
          </a:r>
          <a:endParaRPr lang="en-US" sz="1400" kern="1200" dirty="0"/>
        </a:p>
        <a:p>
          <a:pPr marL="0" lvl="0" indent="0" algn="just" defTabSz="622300">
            <a:lnSpc>
              <a:spcPct val="100000"/>
            </a:lnSpc>
            <a:spcBef>
              <a:spcPct val="0"/>
            </a:spcBef>
            <a:spcAft>
              <a:spcPct val="35000"/>
            </a:spcAft>
            <a:buNone/>
          </a:pPr>
          <a:r>
            <a:rPr lang="es-CR" sz="1400" kern="1200" dirty="0"/>
            <a:t>Escritura: casos de prueba, informes de defectos, documentación de pruebas, etc.</a:t>
          </a:r>
          <a:endParaRPr lang="en-US" sz="1400" kern="1200" dirty="0"/>
        </a:p>
        <a:p>
          <a:pPr marL="0" lvl="0" indent="0" algn="just" defTabSz="622300">
            <a:lnSpc>
              <a:spcPct val="100000"/>
            </a:lnSpc>
            <a:spcBef>
              <a:spcPct val="0"/>
            </a:spcBef>
            <a:spcAft>
              <a:spcPct val="35000"/>
            </a:spcAft>
            <a:buNone/>
          </a:pPr>
          <a:r>
            <a:rPr lang="es-CR" sz="1400" kern="1200" dirty="0"/>
            <a:t>Habilidades en tecnologías, proyectos y pruebas</a:t>
          </a:r>
          <a:endParaRPr lang="en-US" sz="1400" kern="1200" dirty="0"/>
        </a:p>
        <a:p>
          <a:pPr marL="0" lvl="0" indent="0" algn="just" defTabSz="622300">
            <a:lnSpc>
              <a:spcPct val="100000"/>
            </a:lnSpc>
            <a:spcBef>
              <a:spcPct val="0"/>
            </a:spcBef>
            <a:spcAft>
              <a:spcPct val="35000"/>
            </a:spcAft>
            <a:buNone/>
          </a:pPr>
          <a:r>
            <a:rPr lang="es-CR" sz="1400" kern="1200"/>
            <a:t>Tecnología: lenguajes de programación, sistemas operativos, redes, Internet, dispositivos móviles, etc</a:t>
          </a:r>
          <a:endParaRPr lang="en-US" sz="1400" kern="1200"/>
        </a:p>
        <a:p>
          <a:pPr marL="0" lvl="0" indent="0" algn="just" defTabSz="622300">
            <a:lnSpc>
              <a:spcPct val="100000"/>
            </a:lnSpc>
            <a:spcBef>
              <a:spcPct val="0"/>
            </a:spcBef>
            <a:spcAft>
              <a:spcPct val="35000"/>
            </a:spcAft>
            <a:buNone/>
          </a:pPr>
          <a:r>
            <a:rPr lang="es-CR" sz="1400" kern="1200"/>
            <a:t>Dominio de la aplicación: banca, oficina, salud, etc</a:t>
          </a:r>
          <a:endParaRPr lang="en-US" sz="1400" kern="1200"/>
        </a:p>
        <a:p>
          <a:pPr marL="0" lvl="0" indent="0" algn="just" defTabSz="622300">
            <a:lnSpc>
              <a:spcPct val="100000"/>
            </a:lnSpc>
            <a:spcBef>
              <a:spcPct val="0"/>
            </a:spcBef>
            <a:spcAft>
              <a:spcPct val="35000"/>
            </a:spcAft>
            <a:buNone/>
          </a:pPr>
          <a:r>
            <a:rPr lang="es-CR" sz="1400" kern="1200"/>
            <a:t>Pruebas: construcción de guiones, exploración y el ataque del sistema, automatización, modelado de rendimiento, etc.</a:t>
          </a:r>
          <a:endParaRPr lang="en-US" sz="1400" kern="1200"/>
        </a:p>
      </dsp:txBody>
      <dsp:txXfrm>
        <a:off x="3952547" y="2026081"/>
        <a:ext cx="3359060" cy="2330603"/>
      </dsp:txXfrm>
    </dsp:sp>
    <dsp:sp modelId="{9212F318-6EDF-47CE-9B71-68038406A168}">
      <dsp:nvSpPr>
        <dsp:cNvPr id="0" name=""/>
        <dsp:cNvSpPr/>
      </dsp:nvSpPr>
      <dsp:spPr>
        <a:xfrm>
          <a:off x="7899443" y="327741"/>
          <a:ext cx="1175671" cy="101116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0BB7A1-9BF9-4D50-93A4-EF3152968429}">
      <dsp:nvSpPr>
        <dsp:cNvPr id="0" name=""/>
        <dsp:cNvSpPr/>
      </dsp:nvSpPr>
      <dsp:spPr>
        <a:xfrm>
          <a:off x="7899443" y="1512147"/>
          <a:ext cx="3359060" cy="43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s-CR" sz="1800" i="1" kern="1200"/>
            <a:t>¿Constructor o destructor?</a:t>
          </a:r>
          <a:endParaRPr lang="en-US" sz="1800" i="1" kern="1200"/>
        </a:p>
      </dsp:txBody>
      <dsp:txXfrm>
        <a:off x="7899443" y="1512147"/>
        <a:ext cx="3359060" cy="433355"/>
      </dsp:txXfrm>
    </dsp:sp>
    <dsp:sp modelId="{16CE9F3D-1E85-4FFD-ACAA-B5E1A8A5E393}">
      <dsp:nvSpPr>
        <dsp:cNvPr id="0" name=""/>
        <dsp:cNvSpPr/>
      </dsp:nvSpPr>
      <dsp:spPr>
        <a:xfrm>
          <a:off x="7899443" y="2026081"/>
          <a:ext cx="3359060" cy="2330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622300">
            <a:lnSpc>
              <a:spcPct val="100000"/>
            </a:lnSpc>
            <a:spcBef>
              <a:spcPct val="0"/>
            </a:spcBef>
            <a:spcAft>
              <a:spcPct val="35000"/>
            </a:spcAft>
            <a:buNone/>
          </a:pPr>
          <a:r>
            <a:rPr lang="es-CR" sz="1400" kern="1200"/>
            <a:t>A veces se percibe que el probador critica el producto o al autor.</a:t>
          </a:r>
          <a:endParaRPr lang="en-US" sz="1400" kern="1200"/>
        </a:p>
        <a:p>
          <a:pPr marL="0" lvl="0" indent="0" algn="just" defTabSz="622300">
            <a:lnSpc>
              <a:spcPct val="100000"/>
            </a:lnSpc>
            <a:spcBef>
              <a:spcPct val="0"/>
            </a:spcBef>
            <a:spcAft>
              <a:spcPct val="35000"/>
            </a:spcAft>
            <a:buNone/>
          </a:pPr>
          <a:r>
            <a:rPr lang="es-CR" sz="1400" kern="1200"/>
            <a:t>Se visualiza a las pruebas como una actividad destructiva.</a:t>
          </a:r>
          <a:endParaRPr lang="en-US" sz="1400" kern="1200"/>
        </a:p>
        <a:p>
          <a:pPr marL="0" lvl="0" indent="0" algn="just" defTabSz="622300">
            <a:lnSpc>
              <a:spcPct val="100000"/>
            </a:lnSpc>
            <a:spcBef>
              <a:spcPct val="0"/>
            </a:spcBef>
            <a:spcAft>
              <a:spcPct val="35000"/>
            </a:spcAft>
            <a:buNone/>
          </a:pPr>
          <a:r>
            <a:rPr lang="es-CR" sz="1400" kern="1200"/>
            <a:t>El probador debe comunicar de forma constructiva acerca de los defectos.</a:t>
          </a:r>
          <a:endParaRPr lang="en-US" sz="1400" kern="1200"/>
        </a:p>
      </dsp:txBody>
      <dsp:txXfrm>
        <a:off x="7899443" y="2026081"/>
        <a:ext cx="3359060" cy="233060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02197-8A9F-4D86-B831-E1C5FA065BAD}">
      <dsp:nvSpPr>
        <dsp:cNvPr id="0" name=""/>
        <dsp:cNvSpPr/>
      </dsp:nvSpPr>
      <dsp:spPr>
        <a:xfrm>
          <a:off x="6888" y="58653"/>
          <a:ext cx="1699630" cy="509889"/>
        </a:xfrm>
        <a:prstGeom prst="chevron">
          <a:avLst>
            <a:gd name="adj" fmla="val 3000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a:t>Público</a:t>
          </a:r>
        </a:p>
      </dsp:txBody>
      <dsp:txXfrm>
        <a:off x="159855" y="58653"/>
        <a:ext cx="1393696" cy="509889"/>
      </dsp:txXfrm>
    </dsp:sp>
    <dsp:sp modelId="{91C3EE31-ECEA-4BC6-A06A-CA238568C217}">
      <dsp:nvSpPr>
        <dsp:cNvPr id="0" name=""/>
        <dsp:cNvSpPr/>
      </dsp:nvSpPr>
      <dsp:spPr>
        <a:xfrm>
          <a:off x="6888" y="568542"/>
          <a:ext cx="1546663" cy="372414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dirty="0"/>
            <a:t>Los probadores de software deberían actuar coherentemente con el interés público</a:t>
          </a:r>
        </a:p>
      </dsp:txBody>
      <dsp:txXfrm>
        <a:off x="6888" y="568542"/>
        <a:ext cx="1546663" cy="3724142"/>
      </dsp:txXfrm>
    </dsp:sp>
    <dsp:sp modelId="{7740B6EF-C2F4-41B6-879D-AC53831EBCF0}">
      <dsp:nvSpPr>
        <dsp:cNvPr id="0" name=""/>
        <dsp:cNvSpPr/>
      </dsp:nvSpPr>
      <dsp:spPr>
        <a:xfrm>
          <a:off x="1648698" y="58653"/>
          <a:ext cx="1699630" cy="509889"/>
        </a:xfrm>
        <a:prstGeom prst="chevron">
          <a:avLst>
            <a:gd name="adj" fmla="val 30000"/>
          </a:avLst>
        </a:prstGeom>
        <a:solidFill>
          <a:schemeClr val="accent2">
            <a:hueOff val="-242561"/>
            <a:satOff val="-13988"/>
            <a:lumOff val="1438"/>
            <a:alphaOff val="0"/>
          </a:schemeClr>
        </a:solidFill>
        <a:ln w="12700" cap="flat" cmpd="sng" algn="ctr">
          <a:solidFill>
            <a:schemeClr val="accent2">
              <a:hueOff val="-242561"/>
              <a:satOff val="-13988"/>
              <a:lumOff val="143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a:t>Cliente y empleador</a:t>
          </a:r>
        </a:p>
      </dsp:txBody>
      <dsp:txXfrm>
        <a:off x="1801665" y="58653"/>
        <a:ext cx="1393696" cy="509889"/>
      </dsp:txXfrm>
    </dsp:sp>
    <dsp:sp modelId="{98AE2C1B-06EE-422D-9338-E1AB24B1104E}">
      <dsp:nvSpPr>
        <dsp:cNvPr id="0" name=""/>
        <dsp:cNvSpPr/>
      </dsp:nvSpPr>
      <dsp:spPr>
        <a:xfrm>
          <a:off x="1648698" y="568542"/>
          <a:ext cx="1546663" cy="3724142"/>
        </a:xfrm>
        <a:prstGeom prst="rect">
          <a:avLst/>
        </a:prstGeom>
        <a:solidFill>
          <a:schemeClr val="accent2">
            <a:tint val="40000"/>
            <a:alpha val="90000"/>
            <a:hueOff val="-141538"/>
            <a:satOff val="-12558"/>
            <a:lumOff val="-128"/>
            <a:alphaOff val="0"/>
          </a:schemeClr>
        </a:solidFill>
        <a:ln w="12700" cap="flat" cmpd="sng" algn="ctr">
          <a:solidFill>
            <a:schemeClr val="accent2">
              <a:tint val="40000"/>
              <a:alpha val="90000"/>
              <a:hueOff val="-141538"/>
              <a:satOff val="-12558"/>
              <a:lumOff val="-1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a:t>Los probadores deberían actuar de una manera que es en el mejor interés de su cliente y empleador, compatible con el interés público</a:t>
          </a:r>
        </a:p>
      </dsp:txBody>
      <dsp:txXfrm>
        <a:off x="1648698" y="568542"/>
        <a:ext cx="1546663" cy="3724142"/>
      </dsp:txXfrm>
    </dsp:sp>
    <dsp:sp modelId="{C674DEAC-2076-4F91-8F3A-B2FDD12B9E81}">
      <dsp:nvSpPr>
        <dsp:cNvPr id="0" name=""/>
        <dsp:cNvSpPr/>
      </dsp:nvSpPr>
      <dsp:spPr>
        <a:xfrm>
          <a:off x="3290507" y="58653"/>
          <a:ext cx="1699630" cy="509889"/>
        </a:xfrm>
        <a:prstGeom prst="chevron">
          <a:avLst>
            <a:gd name="adj" fmla="val 30000"/>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a:t>Producto</a:t>
          </a:r>
        </a:p>
      </dsp:txBody>
      <dsp:txXfrm>
        <a:off x="3443474" y="58653"/>
        <a:ext cx="1393696" cy="509889"/>
      </dsp:txXfrm>
    </dsp:sp>
    <dsp:sp modelId="{59E00826-D6C3-4EDD-B86E-9D06B9417191}">
      <dsp:nvSpPr>
        <dsp:cNvPr id="0" name=""/>
        <dsp:cNvSpPr/>
      </dsp:nvSpPr>
      <dsp:spPr>
        <a:xfrm>
          <a:off x="3290507" y="568542"/>
          <a:ext cx="1546663" cy="3724142"/>
        </a:xfrm>
        <a:prstGeom prst="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a:t>Los probadores deberían asegurar que los entregables que ellos proporcionan cumplan con los estándares más altos posibles</a:t>
          </a:r>
        </a:p>
      </dsp:txBody>
      <dsp:txXfrm>
        <a:off x="3290507" y="568542"/>
        <a:ext cx="1546663" cy="3724142"/>
      </dsp:txXfrm>
    </dsp:sp>
    <dsp:sp modelId="{B2175199-86FB-4BD8-9562-E334924748D3}">
      <dsp:nvSpPr>
        <dsp:cNvPr id="0" name=""/>
        <dsp:cNvSpPr/>
      </dsp:nvSpPr>
      <dsp:spPr>
        <a:xfrm>
          <a:off x="4932316" y="58653"/>
          <a:ext cx="1699630" cy="509889"/>
        </a:xfrm>
        <a:prstGeom prst="chevron">
          <a:avLst>
            <a:gd name="adj" fmla="val 30000"/>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a:t>Juicio</a:t>
          </a:r>
        </a:p>
      </dsp:txBody>
      <dsp:txXfrm>
        <a:off x="5085283" y="58653"/>
        <a:ext cx="1393696" cy="509889"/>
      </dsp:txXfrm>
    </dsp:sp>
    <dsp:sp modelId="{C2DAA4EA-09DF-40E7-9626-BEF9FE0C83D7}">
      <dsp:nvSpPr>
        <dsp:cNvPr id="0" name=""/>
        <dsp:cNvSpPr/>
      </dsp:nvSpPr>
      <dsp:spPr>
        <a:xfrm>
          <a:off x="4932316" y="568542"/>
          <a:ext cx="1546663" cy="3724142"/>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a:t>Los probadores de software deberían mantener la integridad e independencia en su juicio profesional</a:t>
          </a:r>
        </a:p>
      </dsp:txBody>
      <dsp:txXfrm>
        <a:off x="4932316" y="568542"/>
        <a:ext cx="1546663" cy="3724142"/>
      </dsp:txXfrm>
    </dsp:sp>
    <dsp:sp modelId="{9EA51C71-F4F3-46C3-A6AE-E71998C53196}">
      <dsp:nvSpPr>
        <dsp:cNvPr id="0" name=""/>
        <dsp:cNvSpPr/>
      </dsp:nvSpPr>
      <dsp:spPr>
        <a:xfrm>
          <a:off x="6574126" y="58653"/>
          <a:ext cx="1699630" cy="509889"/>
        </a:xfrm>
        <a:prstGeom prst="chevron">
          <a:avLst>
            <a:gd name="adj" fmla="val 30000"/>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a:t>Profesión</a:t>
          </a:r>
        </a:p>
      </dsp:txBody>
      <dsp:txXfrm>
        <a:off x="6727093" y="58653"/>
        <a:ext cx="1393696" cy="509889"/>
      </dsp:txXfrm>
    </dsp:sp>
    <dsp:sp modelId="{6799C468-C491-4397-83B4-E62238C57689}">
      <dsp:nvSpPr>
        <dsp:cNvPr id="0" name=""/>
        <dsp:cNvSpPr/>
      </dsp:nvSpPr>
      <dsp:spPr>
        <a:xfrm>
          <a:off x="6574126" y="568542"/>
          <a:ext cx="1546663" cy="3724142"/>
        </a:xfrm>
        <a:prstGeom prst="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a:t>Los probadores deben promover la integridad y reputación de su profesión</a:t>
          </a:r>
        </a:p>
      </dsp:txBody>
      <dsp:txXfrm>
        <a:off x="6574126" y="568542"/>
        <a:ext cx="1546663" cy="3724142"/>
      </dsp:txXfrm>
    </dsp:sp>
    <dsp:sp modelId="{60F7C9EA-52D3-48BA-A970-217A5BAD879F}">
      <dsp:nvSpPr>
        <dsp:cNvPr id="0" name=""/>
        <dsp:cNvSpPr/>
      </dsp:nvSpPr>
      <dsp:spPr>
        <a:xfrm>
          <a:off x="8215935" y="58653"/>
          <a:ext cx="1699630" cy="509889"/>
        </a:xfrm>
        <a:prstGeom prst="chevron">
          <a:avLst>
            <a:gd name="adj" fmla="val 30000"/>
          </a:avLst>
        </a:prstGeom>
        <a:solidFill>
          <a:schemeClr val="accent2">
            <a:hueOff val="-1212803"/>
            <a:satOff val="-69940"/>
            <a:lumOff val="7190"/>
            <a:alphaOff val="0"/>
          </a:schemeClr>
        </a:solidFill>
        <a:ln w="12700" cap="flat" cmpd="sng" algn="ctr">
          <a:solidFill>
            <a:schemeClr val="accent2">
              <a:hueOff val="-1212803"/>
              <a:satOff val="-69940"/>
              <a:lumOff val="71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a:t>Colegas</a:t>
          </a:r>
        </a:p>
      </dsp:txBody>
      <dsp:txXfrm>
        <a:off x="8368902" y="58653"/>
        <a:ext cx="1393696" cy="509889"/>
      </dsp:txXfrm>
    </dsp:sp>
    <dsp:sp modelId="{F4461309-F342-4B4B-A3FA-1470F962A48F}">
      <dsp:nvSpPr>
        <dsp:cNvPr id="0" name=""/>
        <dsp:cNvSpPr/>
      </dsp:nvSpPr>
      <dsp:spPr>
        <a:xfrm>
          <a:off x="8215935" y="568542"/>
          <a:ext cx="1546663" cy="3724142"/>
        </a:xfrm>
        <a:prstGeom prst="rect">
          <a:avLst/>
        </a:prstGeom>
        <a:solidFill>
          <a:schemeClr val="accent2">
            <a:tint val="40000"/>
            <a:alpha val="90000"/>
            <a:hueOff val="-707688"/>
            <a:satOff val="-62788"/>
            <a:lumOff val="-641"/>
            <a:alphaOff val="0"/>
          </a:schemeClr>
        </a:solidFill>
        <a:ln w="12700" cap="flat" cmpd="sng" algn="ctr">
          <a:solidFill>
            <a:schemeClr val="accent2">
              <a:tint val="40000"/>
              <a:alpha val="90000"/>
              <a:hueOff val="-707688"/>
              <a:satOff val="-62788"/>
              <a:lumOff val="-6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a:t>Los probadores deben ser justos con sus colegas y de gran ayuda para ellos; así como promover la cooperación con los desarrolladores de software</a:t>
          </a:r>
        </a:p>
      </dsp:txBody>
      <dsp:txXfrm>
        <a:off x="8215935" y="568542"/>
        <a:ext cx="1546663" cy="3724142"/>
      </dsp:txXfrm>
    </dsp:sp>
    <dsp:sp modelId="{512C4FA3-E5B4-4EDE-82D6-DAF182079242}">
      <dsp:nvSpPr>
        <dsp:cNvPr id="0" name=""/>
        <dsp:cNvSpPr/>
      </dsp:nvSpPr>
      <dsp:spPr>
        <a:xfrm>
          <a:off x="9857744" y="58653"/>
          <a:ext cx="1699630" cy="509889"/>
        </a:xfrm>
        <a:prstGeom prst="chevron">
          <a:avLst>
            <a:gd name="adj" fmla="val 30000"/>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957" tIns="62957" rIns="62957" bIns="62957" numCol="1" spcCol="1270" anchor="ctr" anchorCtr="0">
          <a:noAutofit/>
        </a:bodyPr>
        <a:lstStyle/>
        <a:p>
          <a:pPr marL="0" lvl="0" indent="0" algn="ctr" defTabSz="889000">
            <a:lnSpc>
              <a:spcPct val="90000"/>
            </a:lnSpc>
            <a:spcBef>
              <a:spcPct val="0"/>
            </a:spcBef>
            <a:spcAft>
              <a:spcPct val="35000"/>
            </a:spcAft>
            <a:buNone/>
          </a:pPr>
          <a:r>
            <a:rPr lang="es-CR" sz="2000" b="1" kern="1200" dirty="0"/>
            <a:t>Uno mismo</a:t>
          </a:r>
        </a:p>
      </dsp:txBody>
      <dsp:txXfrm>
        <a:off x="10010711" y="58653"/>
        <a:ext cx="1393696" cy="509889"/>
      </dsp:txXfrm>
    </dsp:sp>
    <dsp:sp modelId="{49E21160-02DE-44C7-94F7-301138A7D36F}">
      <dsp:nvSpPr>
        <dsp:cNvPr id="0" name=""/>
        <dsp:cNvSpPr/>
      </dsp:nvSpPr>
      <dsp:spPr>
        <a:xfrm>
          <a:off x="9857744" y="568542"/>
          <a:ext cx="1546663" cy="3724142"/>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221" tIns="122221" rIns="122221" bIns="244442" numCol="1" spcCol="1270" anchor="t" anchorCtr="0">
          <a:noAutofit/>
        </a:bodyPr>
        <a:lstStyle/>
        <a:p>
          <a:pPr marL="0" lvl="0" indent="0" algn="l" defTabSz="800100">
            <a:lnSpc>
              <a:spcPct val="90000"/>
            </a:lnSpc>
            <a:spcBef>
              <a:spcPct val="0"/>
            </a:spcBef>
            <a:spcAft>
              <a:spcPct val="35000"/>
            </a:spcAft>
            <a:buNone/>
          </a:pPr>
          <a:r>
            <a:rPr lang="es-CR" sz="1800" kern="1200"/>
            <a:t>Los probadores deben participar en el aprendizaje permanente con relación a la práctica de su profesión y promover un método ético para la práctica de su profesión</a:t>
          </a:r>
        </a:p>
      </dsp:txBody>
      <dsp:txXfrm>
        <a:off x="9857744" y="568542"/>
        <a:ext cx="1546663" cy="37241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3D0F4-6944-4F5A-85E4-5F2F0B420259}" type="datetimeFigureOut">
              <a:rPr lang="es-CR" smtClean="0"/>
              <a:t>19/8/2026</a:t>
            </a:fld>
            <a:endParaRPr lang="es-C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4B0C48-7FCA-4E9E-B093-2588EB367786}" type="slidenum">
              <a:rPr lang="es-CR" smtClean="0"/>
              <a:t>‹#›</a:t>
            </a:fld>
            <a:endParaRPr lang="es-CR"/>
          </a:p>
        </p:txBody>
      </p:sp>
    </p:spTree>
    <p:extLst>
      <p:ext uri="{BB962C8B-B14F-4D97-AF65-F5344CB8AC3E}">
        <p14:creationId xmlns:p14="http://schemas.microsoft.com/office/powerpoint/2010/main" val="16027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R"/>
          </a:p>
        </p:txBody>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1</a:t>
            </a:fld>
            <a:endParaRPr lang="es-CR"/>
          </a:p>
        </p:txBody>
      </p:sp>
    </p:spTree>
    <p:extLst>
      <p:ext uri="{BB962C8B-B14F-4D97-AF65-F5344CB8AC3E}">
        <p14:creationId xmlns:p14="http://schemas.microsoft.com/office/powerpoint/2010/main" val="2975278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R"/>
          </a:p>
        </p:txBody>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2</a:t>
            </a:fld>
            <a:endParaRPr lang="es-CR"/>
          </a:p>
        </p:txBody>
      </p:sp>
    </p:spTree>
    <p:extLst>
      <p:ext uri="{BB962C8B-B14F-4D97-AF65-F5344CB8AC3E}">
        <p14:creationId xmlns:p14="http://schemas.microsoft.com/office/powerpoint/2010/main" val="29800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A44B0C48-7FCA-4E9E-B093-2588EB367786}" type="slidenum">
              <a:rPr lang="es-CR" smtClean="0"/>
              <a:t>4</a:t>
            </a:fld>
            <a:endParaRPr lang="es-CR"/>
          </a:p>
        </p:txBody>
      </p:sp>
    </p:spTree>
    <p:extLst>
      <p:ext uri="{BB962C8B-B14F-4D97-AF65-F5344CB8AC3E}">
        <p14:creationId xmlns:p14="http://schemas.microsoft.com/office/powerpoint/2010/main" val="3402979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B0C48-7FCA-4E9E-B093-2588EB367786}" type="slidenum">
              <a:rPr lang="es-CR" smtClean="0"/>
              <a:t>9</a:t>
            </a:fld>
            <a:endParaRPr lang="es-CR"/>
          </a:p>
        </p:txBody>
      </p:sp>
    </p:spTree>
    <p:extLst>
      <p:ext uri="{BB962C8B-B14F-4D97-AF65-F5344CB8AC3E}">
        <p14:creationId xmlns:p14="http://schemas.microsoft.com/office/powerpoint/2010/main" val="327415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R"/>
          </a:p>
        </p:txBody>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11</a:t>
            </a:fld>
            <a:endParaRPr lang="es-CR"/>
          </a:p>
        </p:txBody>
      </p:sp>
    </p:spTree>
    <p:extLst>
      <p:ext uri="{BB962C8B-B14F-4D97-AF65-F5344CB8AC3E}">
        <p14:creationId xmlns:p14="http://schemas.microsoft.com/office/powerpoint/2010/main" val="2152729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R"/>
          </a:p>
        </p:txBody>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17</a:t>
            </a:fld>
            <a:endParaRPr lang="es-CR"/>
          </a:p>
        </p:txBody>
      </p:sp>
    </p:spTree>
    <p:extLst>
      <p:ext uri="{BB962C8B-B14F-4D97-AF65-F5344CB8AC3E}">
        <p14:creationId xmlns:p14="http://schemas.microsoft.com/office/powerpoint/2010/main" val="720582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endParaRPr lang="es-CR" dirty="0"/>
          </a:p>
        </p:txBody>
      </p:sp>
      <p:sp>
        <p:nvSpPr>
          <p:cNvPr id="4" name="Slide Number Placeholder 3"/>
          <p:cNvSpPr>
            <a:spLocks noGrp="1"/>
          </p:cNvSpPr>
          <p:nvPr>
            <p:ph type="sldNum" sz="quarter" idx="5"/>
          </p:nvPr>
        </p:nvSpPr>
        <p:spPr/>
        <p:txBody>
          <a:bodyPr/>
          <a:lstStyle/>
          <a:p>
            <a:fld id="{A44B0C48-7FCA-4E9E-B093-2588EB367786}" type="slidenum">
              <a:rPr lang="es-CR" smtClean="0"/>
              <a:t>18</a:t>
            </a:fld>
            <a:endParaRPr lang="es-CR"/>
          </a:p>
        </p:txBody>
      </p:sp>
    </p:spTree>
    <p:extLst>
      <p:ext uri="{BB962C8B-B14F-4D97-AF65-F5344CB8AC3E}">
        <p14:creationId xmlns:p14="http://schemas.microsoft.com/office/powerpoint/2010/main" val="3037715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A44B0C48-7FCA-4E9E-B093-2588EB367786}" type="slidenum">
              <a:rPr lang="es-CR" smtClean="0"/>
              <a:t>26</a:t>
            </a:fld>
            <a:endParaRPr lang="es-CR"/>
          </a:p>
        </p:txBody>
      </p:sp>
    </p:spTree>
    <p:extLst>
      <p:ext uri="{BB962C8B-B14F-4D97-AF65-F5344CB8AC3E}">
        <p14:creationId xmlns:p14="http://schemas.microsoft.com/office/powerpoint/2010/main" val="3317934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r>
              <a:rPr lang="en-CR" dirty="0"/>
              <a:t>ISTQB International Software Testing Qualifications Board</a:t>
            </a:r>
          </a:p>
          <a:p>
            <a:r>
              <a:rPr lang="en-CR" dirty="0"/>
              <a:t>Material Foundation Level CTFL</a:t>
            </a:r>
          </a:p>
          <a:p>
            <a:endParaRPr lang="en-CR" dirty="0"/>
          </a:p>
          <a:p>
            <a:r>
              <a:rPr lang="en-CR" dirty="0"/>
              <a:t>Trabajo en Grupos para analizar los principios de pruebas</a:t>
            </a:r>
          </a:p>
        </p:txBody>
      </p:sp>
      <p:sp>
        <p:nvSpPr>
          <p:cNvPr id="4" name="Slide Number Placeholder 3"/>
          <p:cNvSpPr>
            <a:spLocks noGrp="1"/>
          </p:cNvSpPr>
          <p:nvPr>
            <p:ph type="sldNum" sz="quarter" idx="5"/>
          </p:nvPr>
        </p:nvSpPr>
        <p:spPr/>
        <p:txBody>
          <a:bodyPr/>
          <a:lstStyle/>
          <a:p>
            <a:fld id="{A44B0C48-7FCA-4E9E-B093-2588EB367786}" type="slidenum">
              <a:rPr lang="es-CR" smtClean="0"/>
              <a:t>27</a:t>
            </a:fld>
            <a:endParaRPr lang="es-CR"/>
          </a:p>
        </p:txBody>
      </p:sp>
    </p:spTree>
    <p:extLst>
      <p:ext uri="{BB962C8B-B14F-4D97-AF65-F5344CB8AC3E}">
        <p14:creationId xmlns:p14="http://schemas.microsoft.com/office/powerpoint/2010/main" val="3256501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r>
              <a:rPr lang="en-CR" dirty="0"/>
              <a:t>Cuando hice pruebas me di cuenta de que había una plaga, antes de eso, probablemente la plaga estaba allí, solo que no se veía.</a:t>
            </a:r>
          </a:p>
        </p:txBody>
      </p:sp>
      <p:sp>
        <p:nvSpPr>
          <p:cNvPr id="4" name="Slide Number Placeholder 3"/>
          <p:cNvSpPr>
            <a:spLocks noGrp="1"/>
          </p:cNvSpPr>
          <p:nvPr>
            <p:ph type="sldNum" sz="quarter" idx="5"/>
          </p:nvPr>
        </p:nvSpPr>
        <p:spPr/>
        <p:txBody>
          <a:bodyPr/>
          <a:lstStyle/>
          <a:p>
            <a:fld id="{A44B0C48-7FCA-4E9E-B093-2588EB367786}" type="slidenum">
              <a:rPr lang="es-CR" smtClean="0"/>
              <a:t>28</a:t>
            </a:fld>
            <a:endParaRPr lang="es-CR"/>
          </a:p>
        </p:txBody>
      </p:sp>
    </p:spTree>
    <p:extLst>
      <p:ext uri="{BB962C8B-B14F-4D97-AF65-F5344CB8AC3E}">
        <p14:creationId xmlns:p14="http://schemas.microsoft.com/office/powerpoint/2010/main" val="903898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r>
              <a:rPr lang="en-CR" dirty="0"/>
              <a:t>Por:</a:t>
            </a:r>
          </a:p>
          <a:p>
            <a:r>
              <a:rPr lang="en-CR" dirty="0"/>
              <a:t>- Infinidad de casos</a:t>
            </a:r>
          </a:p>
          <a:p>
            <a:pPr marL="171450" indent="-171450">
              <a:buFontTx/>
              <a:buChar char="-"/>
            </a:pPr>
            <a:r>
              <a:rPr lang="en-CR" dirty="0"/>
              <a:t>Presupuesto (Dinero)</a:t>
            </a:r>
          </a:p>
          <a:p>
            <a:pPr marL="171450" indent="-171450">
              <a:buFontTx/>
              <a:buChar char="-"/>
            </a:pPr>
            <a:r>
              <a:rPr lang="en-CR" dirty="0"/>
              <a:t>Recursos (infraestructura por ejemplo)</a:t>
            </a:r>
          </a:p>
          <a:p>
            <a:pPr marL="171450" indent="-171450">
              <a:buFontTx/>
              <a:buChar char="-"/>
            </a:pPr>
            <a:r>
              <a:rPr lang="en-CR" dirty="0"/>
              <a:t>Tiempo</a:t>
            </a:r>
          </a:p>
        </p:txBody>
      </p:sp>
      <p:sp>
        <p:nvSpPr>
          <p:cNvPr id="4" name="Slide Number Placeholder 3"/>
          <p:cNvSpPr>
            <a:spLocks noGrp="1"/>
          </p:cNvSpPr>
          <p:nvPr>
            <p:ph type="sldNum" sz="quarter" idx="5"/>
          </p:nvPr>
        </p:nvSpPr>
        <p:spPr/>
        <p:txBody>
          <a:bodyPr/>
          <a:lstStyle/>
          <a:p>
            <a:fld id="{A44B0C48-7FCA-4E9E-B093-2588EB367786}" type="slidenum">
              <a:rPr lang="es-CR" smtClean="0"/>
              <a:t>29</a:t>
            </a:fld>
            <a:endParaRPr lang="es-CR"/>
          </a:p>
        </p:txBody>
      </p:sp>
    </p:spTree>
    <p:extLst>
      <p:ext uri="{BB962C8B-B14F-4D97-AF65-F5344CB8AC3E}">
        <p14:creationId xmlns:p14="http://schemas.microsoft.com/office/powerpoint/2010/main" val="586432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r>
              <a:rPr lang="en-CR" dirty="0"/>
              <a:t>Entre más temprano el proceso de pruebas, mas eficiente es</a:t>
            </a:r>
          </a:p>
        </p:txBody>
      </p:sp>
      <p:sp>
        <p:nvSpPr>
          <p:cNvPr id="4" name="Slide Number Placeholder 3"/>
          <p:cNvSpPr>
            <a:spLocks noGrp="1"/>
          </p:cNvSpPr>
          <p:nvPr>
            <p:ph type="sldNum" sz="quarter" idx="5"/>
          </p:nvPr>
        </p:nvSpPr>
        <p:spPr/>
        <p:txBody>
          <a:bodyPr/>
          <a:lstStyle/>
          <a:p>
            <a:fld id="{A44B0C48-7FCA-4E9E-B093-2588EB367786}" type="slidenum">
              <a:rPr lang="es-CR" smtClean="0"/>
              <a:t>30</a:t>
            </a:fld>
            <a:endParaRPr lang="es-CR"/>
          </a:p>
        </p:txBody>
      </p:sp>
    </p:spTree>
    <p:extLst>
      <p:ext uri="{BB962C8B-B14F-4D97-AF65-F5344CB8AC3E}">
        <p14:creationId xmlns:p14="http://schemas.microsoft.com/office/powerpoint/2010/main" val="200567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R"/>
          </a:p>
        </p:txBody>
      </p:sp>
      <p:sp>
        <p:nvSpPr>
          <p:cNvPr id="3" name="Marcador de notas 2"/>
          <p:cNvSpPr>
            <a:spLocks noGrp="1"/>
          </p:cNvSpPr>
          <p:nvPr>
            <p:ph type="body" idx="1"/>
          </p:nvPr>
        </p:nvSpPr>
        <p:spPr/>
        <p:txBody>
          <a:bodyPr/>
          <a:lstStyle/>
          <a:p>
            <a:r>
              <a:rPr lang="es-CR" dirty="0"/>
              <a:t>¿Por qué?</a:t>
            </a:r>
          </a:p>
          <a:p>
            <a:pPr marL="171450" indent="-171450">
              <a:buFontTx/>
              <a:buChar char="-"/>
            </a:pPr>
            <a:r>
              <a:rPr lang="es-CR" dirty="0"/>
              <a:t>Por ejemplo un módulo desarrollado por un desarrollador junior</a:t>
            </a:r>
          </a:p>
          <a:p>
            <a:pPr marL="171450" indent="-171450">
              <a:buFontTx/>
              <a:buChar char="-"/>
            </a:pPr>
            <a:r>
              <a:rPr lang="es-CR" dirty="0"/>
              <a:t>Funcionalidad más complicada</a:t>
            </a:r>
          </a:p>
          <a:p>
            <a:pPr marL="171450" indent="-171450">
              <a:buFontTx/>
              <a:buChar char="-"/>
            </a:pPr>
            <a:endParaRPr lang="es-CR" dirty="0"/>
          </a:p>
          <a:p>
            <a:pPr marL="171450" indent="-171450">
              <a:buFontTx/>
              <a:buChar char="-"/>
            </a:pPr>
            <a:r>
              <a:rPr lang="es-CR" dirty="0"/>
              <a:t>Si se encuentra un defecto en ese módulo, seguir probando ahí </a:t>
            </a:r>
          </a:p>
          <a:p>
            <a:pPr marL="171450" indent="-171450">
              <a:buFontTx/>
              <a:buChar char="-"/>
            </a:pPr>
            <a:endParaRPr lang="es-CR" dirty="0"/>
          </a:p>
          <a:p>
            <a:pPr marL="171450" indent="-171450">
              <a:buFontTx/>
              <a:buChar char="-"/>
            </a:pPr>
            <a:r>
              <a:rPr lang="es-CR" dirty="0"/>
              <a:t>Pareto: 20% de mis clientes me dan el 80% de mis ventas</a:t>
            </a:r>
          </a:p>
        </p:txBody>
      </p:sp>
      <p:sp>
        <p:nvSpPr>
          <p:cNvPr id="4" name="Marcador de número de diapositiva 3"/>
          <p:cNvSpPr>
            <a:spLocks noGrp="1"/>
          </p:cNvSpPr>
          <p:nvPr>
            <p:ph type="sldNum" sz="quarter" idx="5"/>
          </p:nvPr>
        </p:nvSpPr>
        <p:spPr/>
        <p:txBody>
          <a:bodyPr/>
          <a:lstStyle/>
          <a:p>
            <a:fld id="{A44B0C48-7FCA-4E9E-B093-2588EB367786}" type="slidenum">
              <a:rPr lang="es-CR" smtClean="0"/>
              <a:t>31</a:t>
            </a:fld>
            <a:endParaRPr lang="es-CR"/>
          </a:p>
        </p:txBody>
      </p:sp>
    </p:spTree>
    <p:extLst>
      <p:ext uri="{BB962C8B-B14F-4D97-AF65-F5344CB8AC3E}">
        <p14:creationId xmlns:p14="http://schemas.microsoft.com/office/powerpoint/2010/main" val="2642836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pPr marL="171450" indent="-171450">
              <a:buFontTx/>
              <a:buChar char="-"/>
            </a:pPr>
            <a:r>
              <a:rPr lang="en-CR" dirty="0"/>
              <a:t>Variar técnicas de prueba para encontrar nuevos defectos</a:t>
            </a:r>
          </a:p>
          <a:p>
            <a:pPr marL="628650" lvl="1" indent="-171450">
              <a:buFontTx/>
              <a:buChar char="-"/>
            </a:pPr>
            <a:r>
              <a:rPr lang="en-CR" dirty="0"/>
              <a:t>Seguridad</a:t>
            </a:r>
          </a:p>
          <a:p>
            <a:pPr marL="628650" lvl="1" indent="-171450">
              <a:buFontTx/>
              <a:buChar char="-"/>
            </a:pPr>
            <a:r>
              <a:rPr lang="en-CR" dirty="0"/>
              <a:t>Rendimiento</a:t>
            </a:r>
          </a:p>
          <a:p>
            <a:pPr marL="628650" lvl="1" indent="-171450">
              <a:buFontTx/>
              <a:buChar char="-"/>
            </a:pPr>
            <a:r>
              <a:rPr lang="en-CR" dirty="0"/>
              <a:t>Etc</a:t>
            </a:r>
          </a:p>
          <a:p>
            <a:pPr marL="171450" indent="-171450">
              <a:buFontTx/>
              <a:buChar char="-"/>
            </a:pPr>
            <a:r>
              <a:rPr lang="en-CR" dirty="0"/>
              <a:t>Un buen proceso de pruebas debería incluir varios métodos</a:t>
            </a:r>
          </a:p>
        </p:txBody>
      </p:sp>
      <p:sp>
        <p:nvSpPr>
          <p:cNvPr id="4" name="Slide Number Placeholder 3"/>
          <p:cNvSpPr>
            <a:spLocks noGrp="1"/>
          </p:cNvSpPr>
          <p:nvPr>
            <p:ph type="sldNum" sz="quarter" idx="5"/>
          </p:nvPr>
        </p:nvSpPr>
        <p:spPr/>
        <p:txBody>
          <a:bodyPr/>
          <a:lstStyle/>
          <a:p>
            <a:fld id="{A44B0C48-7FCA-4E9E-B093-2588EB367786}" type="slidenum">
              <a:rPr lang="es-CR" smtClean="0"/>
              <a:t>32</a:t>
            </a:fld>
            <a:endParaRPr lang="es-CR"/>
          </a:p>
        </p:txBody>
      </p:sp>
    </p:spTree>
    <p:extLst>
      <p:ext uri="{BB962C8B-B14F-4D97-AF65-F5344CB8AC3E}">
        <p14:creationId xmlns:p14="http://schemas.microsoft.com/office/powerpoint/2010/main" val="4125099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B0C48-7FCA-4E9E-B093-2588EB367786}" type="slidenum">
              <a:rPr lang="es-CR" smtClean="0"/>
              <a:t>33</a:t>
            </a:fld>
            <a:endParaRPr lang="es-CR"/>
          </a:p>
        </p:txBody>
      </p:sp>
    </p:spTree>
    <p:extLst>
      <p:ext uri="{BB962C8B-B14F-4D97-AF65-F5344CB8AC3E}">
        <p14:creationId xmlns:p14="http://schemas.microsoft.com/office/powerpoint/2010/main" val="2991032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r>
              <a:rPr lang="en-CR" dirty="0"/>
              <a:t>Que un Software tengan pocas fallas, no quiere decir que el usuario esté satisfecho.</a:t>
            </a:r>
          </a:p>
          <a:p>
            <a:r>
              <a:rPr lang="en-CR" dirty="0"/>
              <a:t>O al revés, muchos defectos, pero siempre se usa.</a:t>
            </a:r>
          </a:p>
          <a:p>
            <a:r>
              <a:rPr lang="en-CR" dirty="0"/>
              <a:t>No dejar de lado al cliente por hacer pruebas.</a:t>
            </a:r>
          </a:p>
          <a:p>
            <a:endParaRPr lang="en-CR" dirty="0"/>
          </a:p>
        </p:txBody>
      </p:sp>
      <p:sp>
        <p:nvSpPr>
          <p:cNvPr id="4" name="Slide Number Placeholder 3"/>
          <p:cNvSpPr>
            <a:spLocks noGrp="1"/>
          </p:cNvSpPr>
          <p:nvPr>
            <p:ph type="sldNum" sz="quarter" idx="5"/>
          </p:nvPr>
        </p:nvSpPr>
        <p:spPr/>
        <p:txBody>
          <a:bodyPr/>
          <a:lstStyle/>
          <a:p>
            <a:fld id="{A44B0C48-7FCA-4E9E-B093-2588EB367786}" type="slidenum">
              <a:rPr lang="es-CR" smtClean="0"/>
              <a:t>34</a:t>
            </a:fld>
            <a:endParaRPr lang="es-CR"/>
          </a:p>
        </p:txBody>
      </p:sp>
    </p:spTree>
    <p:extLst>
      <p:ext uri="{BB962C8B-B14F-4D97-AF65-F5344CB8AC3E}">
        <p14:creationId xmlns:p14="http://schemas.microsoft.com/office/powerpoint/2010/main" val="3868243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pPr marL="171450" indent="-171450">
              <a:buFontTx/>
              <a:buChar char="-"/>
            </a:pPr>
            <a:r>
              <a:rPr lang="en-CR" dirty="0"/>
              <a:t>Publico: Actuar por el beneficio de quienes usarán el sistema. (Salud)</a:t>
            </a:r>
          </a:p>
          <a:p>
            <a:pPr marL="171450" indent="-171450">
              <a:buFontTx/>
              <a:buChar char="-"/>
            </a:pPr>
            <a:r>
              <a:rPr lang="en-CR" dirty="0"/>
              <a:t>Cliente/Empleador: No dejar cosas a medias o malas concientemente, por satisfacer o quedar bien con alguien.</a:t>
            </a:r>
          </a:p>
          <a:p>
            <a:pPr marL="171450" indent="-171450">
              <a:buFontTx/>
              <a:buChar char="-"/>
            </a:pPr>
            <a:r>
              <a:rPr lang="en-CR" dirty="0"/>
              <a:t>Producto: Lo mejor posible, aunque no nos vean.</a:t>
            </a:r>
          </a:p>
          <a:p>
            <a:pPr marL="171450" indent="-171450">
              <a:buFontTx/>
              <a:buChar char="-"/>
            </a:pPr>
            <a:r>
              <a:rPr lang="en-CR" dirty="0"/>
              <a:t>Juicio: Ante los conflictos, no afectar el equipo, acá somos imparciales.</a:t>
            </a:r>
          </a:p>
          <a:p>
            <a:pPr marL="171450" indent="-171450">
              <a:buFontTx/>
              <a:buChar char="-"/>
            </a:pPr>
            <a:r>
              <a:rPr lang="en-CR" dirty="0"/>
              <a:t>Profesión y Colegas: En ocasiones, se menosprecia el QA, por ser el malo, sin embargo eso se ha reducido, por temas de ver equipos como un todo. Como en Ágil</a:t>
            </a:r>
          </a:p>
          <a:p>
            <a:pPr marL="171450" indent="-171450">
              <a:buFontTx/>
              <a:buChar char="-"/>
            </a:pPr>
            <a:r>
              <a:rPr lang="en-CR" dirty="0"/>
              <a:t>Uno mimo: No dejar de aprender, estar al día para adaptarse.</a:t>
            </a:r>
          </a:p>
        </p:txBody>
      </p:sp>
      <p:sp>
        <p:nvSpPr>
          <p:cNvPr id="4" name="Slide Number Placeholder 3"/>
          <p:cNvSpPr>
            <a:spLocks noGrp="1"/>
          </p:cNvSpPr>
          <p:nvPr>
            <p:ph type="sldNum" sz="quarter" idx="5"/>
          </p:nvPr>
        </p:nvSpPr>
        <p:spPr/>
        <p:txBody>
          <a:bodyPr/>
          <a:lstStyle/>
          <a:p>
            <a:fld id="{A44B0C48-7FCA-4E9E-B093-2588EB367786}" type="slidenum">
              <a:rPr lang="es-CR" smtClean="0"/>
              <a:t>36</a:t>
            </a:fld>
            <a:endParaRPr lang="es-CR"/>
          </a:p>
        </p:txBody>
      </p:sp>
    </p:spTree>
    <p:extLst>
      <p:ext uri="{BB962C8B-B14F-4D97-AF65-F5344CB8AC3E}">
        <p14:creationId xmlns:p14="http://schemas.microsoft.com/office/powerpoint/2010/main" val="581203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R"/>
          </a:p>
        </p:txBody>
      </p:sp>
      <p:sp>
        <p:nvSpPr>
          <p:cNvPr id="3" name="Notes Placeholder 2"/>
          <p:cNvSpPr>
            <a:spLocks noGrp="1"/>
          </p:cNvSpPr>
          <p:nvPr>
            <p:ph type="body" idx="1"/>
          </p:nvPr>
        </p:nvSpPr>
        <p:spPr/>
        <p:txBody>
          <a:bodyPr/>
          <a:lstStyle/>
          <a:p>
            <a:r>
              <a:rPr lang="en-CR" dirty="0"/>
              <a:t>Semanas 1, 2 y 3, y de acá en adealnte</a:t>
            </a:r>
          </a:p>
        </p:txBody>
      </p:sp>
      <p:sp>
        <p:nvSpPr>
          <p:cNvPr id="4" name="Slide Number Placeholder 3"/>
          <p:cNvSpPr>
            <a:spLocks noGrp="1"/>
          </p:cNvSpPr>
          <p:nvPr>
            <p:ph type="sldNum" sz="quarter" idx="5"/>
          </p:nvPr>
        </p:nvSpPr>
        <p:spPr/>
        <p:txBody>
          <a:bodyPr/>
          <a:lstStyle/>
          <a:p>
            <a:fld id="{A44B0C48-7FCA-4E9E-B093-2588EB367786}" type="slidenum">
              <a:rPr lang="es-CR" smtClean="0"/>
              <a:t>37</a:t>
            </a:fld>
            <a:endParaRPr lang="es-CR"/>
          </a:p>
        </p:txBody>
      </p:sp>
    </p:spTree>
    <p:extLst>
      <p:ext uri="{BB962C8B-B14F-4D97-AF65-F5344CB8AC3E}">
        <p14:creationId xmlns:p14="http://schemas.microsoft.com/office/powerpoint/2010/main" val="571072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351091-EF85-422B-A2C9-8253789E8D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R"/>
          </a:p>
        </p:txBody>
      </p:sp>
      <p:sp>
        <p:nvSpPr>
          <p:cNvPr id="3" name="Subtítulo 2">
            <a:extLst>
              <a:ext uri="{FF2B5EF4-FFF2-40B4-BE49-F238E27FC236}">
                <a16:creationId xmlns:a16="http://schemas.microsoft.com/office/drawing/2014/main" id="{12944D78-7717-44E8-A4D2-29AC10AE6A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R"/>
          </a:p>
        </p:txBody>
      </p:sp>
      <p:sp>
        <p:nvSpPr>
          <p:cNvPr id="4" name="Marcador de fecha 3">
            <a:extLst>
              <a:ext uri="{FF2B5EF4-FFF2-40B4-BE49-F238E27FC236}">
                <a16:creationId xmlns:a16="http://schemas.microsoft.com/office/drawing/2014/main" id="{FD1476A1-14DE-4F21-B5BC-B2D86E1AB5E9}"/>
              </a:ext>
            </a:extLst>
          </p:cNvPr>
          <p:cNvSpPr>
            <a:spLocks noGrp="1"/>
          </p:cNvSpPr>
          <p:nvPr>
            <p:ph type="dt" sz="half" idx="10"/>
          </p:nvPr>
        </p:nvSpPr>
        <p:spPr/>
        <p:txBody>
          <a:bodyPr/>
          <a:lstStyle/>
          <a:p>
            <a:fld id="{E4C0E0B0-A642-4A23-8444-47CBE8C3E2CF}" type="datetime1">
              <a:rPr lang="es-CR" smtClean="0"/>
              <a:t>19/8/2026</a:t>
            </a:fld>
            <a:endParaRPr lang="es-CR"/>
          </a:p>
        </p:txBody>
      </p:sp>
      <p:sp>
        <p:nvSpPr>
          <p:cNvPr id="5" name="Marcador de pie de página 4">
            <a:extLst>
              <a:ext uri="{FF2B5EF4-FFF2-40B4-BE49-F238E27FC236}">
                <a16:creationId xmlns:a16="http://schemas.microsoft.com/office/drawing/2014/main" id="{31D5EE21-2E8D-48E6-B9A2-7DD712F9A55B}"/>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2694891B-7BFD-4423-BB64-245072C27803}"/>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2064782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395F1-1091-4D99-9D07-EAAF9B352C84}"/>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E578D5CE-651D-4179-9DEB-591F833F8FF5}"/>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Tree>
    <p:extLst>
      <p:ext uri="{BB962C8B-B14F-4D97-AF65-F5344CB8AC3E}">
        <p14:creationId xmlns:p14="http://schemas.microsoft.com/office/powerpoint/2010/main" val="5493246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FE81DA-314F-4122-A498-0E68B1A9AE0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6B1DF818-C229-4563-98D4-066BC1F997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Tree>
    <p:extLst>
      <p:ext uri="{BB962C8B-B14F-4D97-AF65-F5344CB8AC3E}">
        <p14:creationId xmlns:p14="http://schemas.microsoft.com/office/powerpoint/2010/main" val="21254281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948E8-5B48-4743-8C96-104B59631CF9}"/>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C07D8BE3-C173-4C3D-A400-4ACA4B92CDDF}"/>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contenido 3">
            <a:extLst>
              <a:ext uri="{FF2B5EF4-FFF2-40B4-BE49-F238E27FC236}">
                <a16:creationId xmlns:a16="http://schemas.microsoft.com/office/drawing/2014/main" id="{388F663B-A0A1-4F01-AED8-CDD7E0CB1D66}"/>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Tree>
    <p:extLst>
      <p:ext uri="{BB962C8B-B14F-4D97-AF65-F5344CB8AC3E}">
        <p14:creationId xmlns:p14="http://schemas.microsoft.com/office/powerpoint/2010/main" val="3145889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9492E-B9AC-41B4-8308-432EF52728B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2AE959E5-9169-4AF6-B7E5-A51ECC3DA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9A15778E-2FA8-4115-B9F3-D3DC3E0AFD52}"/>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5" name="Marcador de texto 4">
            <a:extLst>
              <a:ext uri="{FF2B5EF4-FFF2-40B4-BE49-F238E27FC236}">
                <a16:creationId xmlns:a16="http://schemas.microsoft.com/office/drawing/2014/main" id="{170112C0-F3E8-45AF-8D7C-3B08434C65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67FE59B4-A27A-485C-BDF2-1EA7CFF63B2F}"/>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7" name="Marcador de fecha 6">
            <a:extLst>
              <a:ext uri="{FF2B5EF4-FFF2-40B4-BE49-F238E27FC236}">
                <a16:creationId xmlns:a16="http://schemas.microsoft.com/office/drawing/2014/main" id="{1A1EA82B-BADE-459A-B1CD-1E81BA17590A}"/>
              </a:ext>
            </a:extLst>
          </p:cNvPr>
          <p:cNvSpPr>
            <a:spLocks noGrp="1"/>
          </p:cNvSpPr>
          <p:nvPr>
            <p:ph type="dt" sz="half" idx="10"/>
          </p:nvPr>
        </p:nvSpPr>
        <p:spPr/>
        <p:txBody>
          <a:bodyPr/>
          <a:lstStyle/>
          <a:p>
            <a:fld id="{BD08245F-1066-45FF-8323-146A6E96E7F0}" type="datetime1">
              <a:rPr lang="es-CR" smtClean="0"/>
              <a:t>19/8/2026</a:t>
            </a:fld>
            <a:endParaRPr lang="es-CR"/>
          </a:p>
        </p:txBody>
      </p:sp>
      <p:sp>
        <p:nvSpPr>
          <p:cNvPr id="8" name="Marcador de pie de página 7">
            <a:extLst>
              <a:ext uri="{FF2B5EF4-FFF2-40B4-BE49-F238E27FC236}">
                <a16:creationId xmlns:a16="http://schemas.microsoft.com/office/drawing/2014/main" id="{FC3E9404-8C0F-43BD-B472-7DFB52C6B8E3}"/>
              </a:ext>
            </a:extLst>
          </p:cNvPr>
          <p:cNvSpPr>
            <a:spLocks noGrp="1"/>
          </p:cNvSpPr>
          <p:nvPr>
            <p:ph type="ftr" sz="quarter" idx="11"/>
          </p:nvPr>
        </p:nvSpPr>
        <p:spPr/>
        <p:txBody>
          <a:bodyPr/>
          <a:lstStyle/>
          <a:p>
            <a:r>
              <a:rPr lang="es-CR"/>
              <a:t>Ing. Marlen Treviño</a:t>
            </a:r>
          </a:p>
        </p:txBody>
      </p:sp>
      <p:sp>
        <p:nvSpPr>
          <p:cNvPr id="9" name="Marcador de número de diapositiva 8">
            <a:extLst>
              <a:ext uri="{FF2B5EF4-FFF2-40B4-BE49-F238E27FC236}">
                <a16:creationId xmlns:a16="http://schemas.microsoft.com/office/drawing/2014/main" id="{73A58BE5-7B32-4D4E-A431-A95DCFB7401E}"/>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4168248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1EF861-F773-465E-AC58-64BAE375013F}"/>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fecha 2">
            <a:extLst>
              <a:ext uri="{FF2B5EF4-FFF2-40B4-BE49-F238E27FC236}">
                <a16:creationId xmlns:a16="http://schemas.microsoft.com/office/drawing/2014/main" id="{4AAE3512-5C8F-4631-8844-0A4923458201}"/>
              </a:ext>
            </a:extLst>
          </p:cNvPr>
          <p:cNvSpPr>
            <a:spLocks noGrp="1"/>
          </p:cNvSpPr>
          <p:nvPr>
            <p:ph type="dt" sz="half" idx="10"/>
          </p:nvPr>
        </p:nvSpPr>
        <p:spPr/>
        <p:txBody>
          <a:bodyPr/>
          <a:lstStyle/>
          <a:p>
            <a:fld id="{62A64B09-D895-4452-A110-07574210E9F0}" type="datetime1">
              <a:rPr lang="es-CR" smtClean="0"/>
              <a:t>19/8/2026</a:t>
            </a:fld>
            <a:endParaRPr lang="es-CR"/>
          </a:p>
        </p:txBody>
      </p:sp>
      <p:sp>
        <p:nvSpPr>
          <p:cNvPr id="4" name="Marcador de pie de página 3">
            <a:extLst>
              <a:ext uri="{FF2B5EF4-FFF2-40B4-BE49-F238E27FC236}">
                <a16:creationId xmlns:a16="http://schemas.microsoft.com/office/drawing/2014/main" id="{79C42F6D-9873-4E7C-90F8-B508521D3C8A}"/>
              </a:ext>
            </a:extLst>
          </p:cNvPr>
          <p:cNvSpPr>
            <a:spLocks noGrp="1"/>
          </p:cNvSpPr>
          <p:nvPr>
            <p:ph type="ftr" sz="quarter" idx="11"/>
          </p:nvPr>
        </p:nvSpPr>
        <p:spPr/>
        <p:txBody>
          <a:bodyPr/>
          <a:lstStyle/>
          <a:p>
            <a:r>
              <a:rPr lang="es-CR"/>
              <a:t>Ing. Marlen Treviño</a:t>
            </a:r>
          </a:p>
        </p:txBody>
      </p:sp>
      <p:sp>
        <p:nvSpPr>
          <p:cNvPr id="5" name="Marcador de número de diapositiva 4">
            <a:extLst>
              <a:ext uri="{FF2B5EF4-FFF2-40B4-BE49-F238E27FC236}">
                <a16:creationId xmlns:a16="http://schemas.microsoft.com/office/drawing/2014/main" id="{2903E6A4-E3C8-4FA2-987E-5C0CCCEF19EF}"/>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3829574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337C332-E17A-4DC7-866B-8D195697C9CF}"/>
              </a:ext>
            </a:extLst>
          </p:cNvPr>
          <p:cNvSpPr>
            <a:spLocks noGrp="1"/>
          </p:cNvSpPr>
          <p:nvPr>
            <p:ph type="dt" sz="half" idx="10"/>
          </p:nvPr>
        </p:nvSpPr>
        <p:spPr/>
        <p:txBody>
          <a:bodyPr/>
          <a:lstStyle/>
          <a:p>
            <a:fld id="{335EF3D6-6EC3-4B85-AD2A-33187F9C0D47}" type="datetime1">
              <a:rPr lang="es-CR" smtClean="0"/>
              <a:t>19/8/2026</a:t>
            </a:fld>
            <a:endParaRPr lang="es-CR"/>
          </a:p>
        </p:txBody>
      </p:sp>
      <p:sp>
        <p:nvSpPr>
          <p:cNvPr id="3" name="Marcador de pie de página 2">
            <a:extLst>
              <a:ext uri="{FF2B5EF4-FFF2-40B4-BE49-F238E27FC236}">
                <a16:creationId xmlns:a16="http://schemas.microsoft.com/office/drawing/2014/main" id="{3324F2BC-31A0-41B2-9366-9598D742477D}"/>
              </a:ext>
            </a:extLst>
          </p:cNvPr>
          <p:cNvSpPr>
            <a:spLocks noGrp="1"/>
          </p:cNvSpPr>
          <p:nvPr>
            <p:ph type="ftr" sz="quarter" idx="11"/>
          </p:nvPr>
        </p:nvSpPr>
        <p:spPr/>
        <p:txBody>
          <a:bodyPr/>
          <a:lstStyle/>
          <a:p>
            <a:r>
              <a:rPr lang="es-CR"/>
              <a:t>Ing. Marlen Treviño</a:t>
            </a:r>
          </a:p>
        </p:txBody>
      </p:sp>
      <p:sp>
        <p:nvSpPr>
          <p:cNvPr id="4" name="Marcador de número de diapositiva 3">
            <a:extLst>
              <a:ext uri="{FF2B5EF4-FFF2-40B4-BE49-F238E27FC236}">
                <a16:creationId xmlns:a16="http://schemas.microsoft.com/office/drawing/2014/main" id="{0E8C13F6-F104-45F5-B82E-AF4CAF6BEA8B}"/>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23486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9E7993-4AAE-4452-A8FF-548D420EFA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E7A5899B-B93D-4A4C-9B4B-8961ABA5B0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texto 3">
            <a:extLst>
              <a:ext uri="{FF2B5EF4-FFF2-40B4-BE49-F238E27FC236}">
                <a16:creationId xmlns:a16="http://schemas.microsoft.com/office/drawing/2014/main" id="{3C053D66-607A-4A4F-B29F-82D2A55CD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B05DA2EF-53C7-4E3E-8A5D-2E46905E4881}"/>
              </a:ext>
            </a:extLst>
          </p:cNvPr>
          <p:cNvSpPr>
            <a:spLocks noGrp="1"/>
          </p:cNvSpPr>
          <p:nvPr>
            <p:ph type="dt" sz="half" idx="10"/>
          </p:nvPr>
        </p:nvSpPr>
        <p:spPr/>
        <p:txBody>
          <a:bodyPr/>
          <a:lstStyle/>
          <a:p>
            <a:fld id="{1F00D1C7-7A4C-4E05-A045-DBCFCE212430}" type="datetime1">
              <a:rPr lang="es-CR" smtClean="0"/>
              <a:t>19/8/2026</a:t>
            </a:fld>
            <a:endParaRPr lang="es-CR"/>
          </a:p>
        </p:txBody>
      </p:sp>
      <p:sp>
        <p:nvSpPr>
          <p:cNvPr id="6" name="Marcador de pie de página 5">
            <a:extLst>
              <a:ext uri="{FF2B5EF4-FFF2-40B4-BE49-F238E27FC236}">
                <a16:creationId xmlns:a16="http://schemas.microsoft.com/office/drawing/2014/main" id="{E05CCD5B-CCF0-47F0-8818-1649F566E0C6}"/>
              </a:ext>
            </a:extLst>
          </p:cNvPr>
          <p:cNvSpPr>
            <a:spLocks noGrp="1"/>
          </p:cNvSpPr>
          <p:nvPr>
            <p:ph type="ftr" sz="quarter" idx="11"/>
          </p:nvPr>
        </p:nvSpPr>
        <p:spPr/>
        <p:txBody>
          <a:bodyPr/>
          <a:lstStyle/>
          <a:p>
            <a:r>
              <a:rPr lang="es-CR"/>
              <a:t>Ing. Marlen Treviño</a:t>
            </a:r>
          </a:p>
        </p:txBody>
      </p:sp>
      <p:sp>
        <p:nvSpPr>
          <p:cNvPr id="7" name="Marcador de número de diapositiva 6">
            <a:extLst>
              <a:ext uri="{FF2B5EF4-FFF2-40B4-BE49-F238E27FC236}">
                <a16:creationId xmlns:a16="http://schemas.microsoft.com/office/drawing/2014/main" id="{539B2AAE-4E6B-474F-BA8B-9FC9C5468418}"/>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1917783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50F6C6-AB84-49C1-8B41-559D73CADD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R"/>
          </a:p>
        </p:txBody>
      </p:sp>
      <p:sp>
        <p:nvSpPr>
          <p:cNvPr id="3" name="Marcador de posición de imagen 2">
            <a:extLst>
              <a:ext uri="{FF2B5EF4-FFF2-40B4-BE49-F238E27FC236}">
                <a16:creationId xmlns:a16="http://schemas.microsoft.com/office/drawing/2014/main" id="{C8C5E1C1-3E7E-41F5-A195-E0A1AF2C3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R"/>
          </a:p>
        </p:txBody>
      </p:sp>
      <p:sp>
        <p:nvSpPr>
          <p:cNvPr id="4" name="Marcador de texto 3">
            <a:extLst>
              <a:ext uri="{FF2B5EF4-FFF2-40B4-BE49-F238E27FC236}">
                <a16:creationId xmlns:a16="http://schemas.microsoft.com/office/drawing/2014/main" id="{6D1CB67C-CFAE-4746-93F5-6BDDE2B948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0961F67B-3057-473C-9058-560A104A8752}"/>
              </a:ext>
            </a:extLst>
          </p:cNvPr>
          <p:cNvSpPr>
            <a:spLocks noGrp="1"/>
          </p:cNvSpPr>
          <p:nvPr>
            <p:ph type="dt" sz="half" idx="10"/>
          </p:nvPr>
        </p:nvSpPr>
        <p:spPr/>
        <p:txBody>
          <a:bodyPr/>
          <a:lstStyle/>
          <a:p>
            <a:fld id="{E06A7EAA-C177-49A9-8D37-4D83D70D8641}" type="datetime1">
              <a:rPr lang="es-CR" smtClean="0"/>
              <a:t>19/8/2026</a:t>
            </a:fld>
            <a:endParaRPr lang="es-CR"/>
          </a:p>
        </p:txBody>
      </p:sp>
      <p:sp>
        <p:nvSpPr>
          <p:cNvPr id="6" name="Marcador de pie de página 5">
            <a:extLst>
              <a:ext uri="{FF2B5EF4-FFF2-40B4-BE49-F238E27FC236}">
                <a16:creationId xmlns:a16="http://schemas.microsoft.com/office/drawing/2014/main" id="{F001C3AE-97ED-4433-9577-E2337882C486}"/>
              </a:ext>
            </a:extLst>
          </p:cNvPr>
          <p:cNvSpPr>
            <a:spLocks noGrp="1"/>
          </p:cNvSpPr>
          <p:nvPr>
            <p:ph type="ftr" sz="quarter" idx="11"/>
          </p:nvPr>
        </p:nvSpPr>
        <p:spPr/>
        <p:txBody>
          <a:bodyPr/>
          <a:lstStyle/>
          <a:p>
            <a:r>
              <a:rPr lang="es-CR"/>
              <a:t>Ing. Marlen Treviño</a:t>
            </a:r>
          </a:p>
        </p:txBody>
      </p:sp>
      <p:sp>
        <p:nvSpPr>
          <p:cNvPr id="7" name="Marcador de número de diapositiva 6">
            <a:extLst>
              <a:ext uri="{FF2B5EF4-FFF2-40B4-BE49-F238E27FC236}">
                <a16:creationId xmlns:a16="http://schemas.microsoft.com/office/drawing/2014/main" id="{3C385F10-FDB8-4459-8FD3-79E49230DE33}"/>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1384733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160309-8B3F-4014-870D-CD29167F6DB4}"/>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texto vertical 2">
            <a:extLst>
              <a:ext uri="{FF2B5EF4-FFF2-40B4-BE49-F238E27FC236}">
                <a16:creationId xmlns:a16="http://schemas.microsoft.com/office/drawing/2014/main" id="{FE0FB0ED-C328-4EA4-BA21-61FF023ECCFE}"/>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DF72F15D-89CE-4D22-84F1-F868D79F3AB1}"/>
              </a:ext>
            </a:extLst>
          </p:cNvPr>
          <p:cNvSpPr>
            <a:spLocks noGrp="1"/>
          </p:cNvSpPr>
          <p:nvPr>
            <p:ph type="dt" sz="half" idx="10"/>
          </p:nvPr>
        </p:nvSpPr>
        <p:spPr/>
        <p:txBody>
          <a:bodyPr/>
          <a:lstStyle/>
          <a:p>
            <a:fld id="{707D9C45-7EC4-4992-B824-E78712777ADE}" type="datetime1">
              <a:rPr lang="es-CR" smtClean="0"/>
              <a:t>19/8/2026</a:t>
            </a:fld>
            <a:endParaRPr lang="es-CR"/>
          </a:p>
        </p:txBody>
      </p:sp>
      <p:sp>
        <p:nvSpPr>
          <p:cNvPr id="5" name="Marcador de pie de página 4">
            <a:extLst>
              <a:ext uri="{FF2B5EF4-FFF2-40B4-BE49-F238E27FC236}">
                <a16:creationId xmlns:a16="http://schemas.microsoft.com/office/drawing/2014/main" id="{CB673F95-28D4-4CC1-B132-D81A83E29DBD}"/>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AD05BF77-16CA-4625-8C2E-D7F1257A91DD}"/>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3172686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D7BDA0D-1E21-41D3-B61B-1E3194CB8D7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R"/>
          </a:p>
        </p:txBody>
      </p:sp>
      <p:sp>
        <p:nvSpPr>
          <p:cNvPr id="3" name="Marcador de texto vertical 2">
            <a:extLst>
              <a:ext uri="{FF2B5EF4-FFF2-40B4-BE49-F238E27FC236}">
                <a16:creationId xmlns:a16="http://schemas.microsoft.com/office/drawing/2014/main" id="{C8089A66-C2C8-40BA-BA7F-DEFCD91B6E8B}"/>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23448FA0-8E16-4A56-BEFC-F8A89AA170D2}"/>
              </a:ext>
            </a:extLst>
          </p:cNvPr>
          <p:cNvSpPr>
            <a:spLocks noGrp="1"/>
          </p:cNvSpPr>
          <p:nvPr>
            <p:ph type="dt" sz="half" idx="10"/>
          </p:nvPr>
        </p:nvSpPr>
        <p:spPr/>
        <p:txBody>
          <a:bodyPr/>
          <a:lstStyle/>
          <a:p>
            <a:fld id="{CC31797E-E48C-4D62-AD45-54775855647F}" type="datetime1">
              <a:rPr lang="es-CR" smtClean="0"/>
              <a:t>19/8/2026</a:t>
            </a:fld>
            <a:endParaRPr lang="es-CR"/>
          </a:p>
        </p:txBody>
      </p:sp>
      <p:sp>
        <p:nvSpPr>
          <p:cNvPr id="5" name="Marcador de pie de página 4">
            <a:extLst>
              <a:ext uri="{FF2B5EF4-FFF2-40B4-BE49-F238E27FC236}">
                <a16:creationId xmlns:a16="http://schemas.microsoft.com/office/drawing/2014/main" id="{BC7484F6-D262-42AB-8901-41B7C122C5F1}"/>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49528EA5-7527-4C01-81E9-0EB3917CF766}"/>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3590797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Gracias">
    <p:bg>
      <p:bgPr>
        <a:solidFill>
          <a:schemeClr val="bg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spTree>
    <p:extLst>
      <p:ext uri="{BB962C8B-B14F-4D97-AF65-F5344CB8AC3E}">
        <p14:creationId xmlns:p14="http://schemas.microsoft.com/office/powerpoint/2010/main" val="4084948940"/>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49053CBC-2B39-42EE-A9ED-10AB05B9208E}" type="datetime4">
              <a:rPr lang="es-ES" noProof="0" smtClean="0">
                <a:latin typeface="+mn-lt"/>
              </a:rPr>
              <a:t>19 de agosto de 2026</a:t>
            </a:fld>
            <a:endParaRPr lang="es-ES" noProof="0" dirty="0">
              <a:latin typeface="+mn-lt"/>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s-ES" noProof="0" dirty="0"/>
              <a:t>Revisión anual</a:t>
            </a:r>
            <a:endParaRPr lang="es-ES" b="0" noProof="0" dirty="0"/>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s-ES" noProof="0" smtClean="0"/>
              <a:pPr rtl="0"/>
              <a:t>‹#›</a:t>
            </a:fld>
            <a:endParaRPr lang="es-ES" noProof="0" dirty="0"/>
          </a:p>
        </p:txBody>
      </p:sp>
    </p:spTree>
    <p:extLst>
      <p:ext uri="{BB962C8B-B14F-4D97-AF65-F5344CB8AC3E}">
        <p14:creationId xmlns:p14="http://schemas.microsoft.com/office/powerpoint/2010/main" val="38976338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ción">
    <p:spTree>
      <p:nvGrpSpPr>
        <p:cNvPr id="1" name=""/>
        <p:cNvGrpSpPr/>
        <p:nvPr/>
      </p:nvGrpSpPr>
      <p:grpSpPr>
        <a:xfrm>
          <a:off x="0" y="0"/>
          <a:ext cx="0" cy="0"/>
          <a:chOff x="0" y="0"/>
          <a:chExt cx="0" cy="0"/>
        </a:xfrm>
      </p:grpSpPr>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845086BA-4771-4251-A1A0-95AEDDEBD7A7}" type="datetime4">
              <a:rPr lang="es-ES" noProof="0" smtClean="0">
                <a:latin typeface="+mn-lt"/>
              </a:rPr>
              <a:t>19 de agosto de 2026</a:t>
            </a:fld>
            <a:endParaRPr lang="es-ES"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s-ES" noProof="0" dirty="0"/>
              <a:t>Revisión anual</a:t>
            </a:r>
            <a:endParaRPr lang="es-ES" b="0" noProof="0" dirty="0"/>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s-ES" noProof="0" smtClean="0"/>
              <a:pPr rtl="0"/>
              <a:t>‹#›</a:t>
            </a:fld>
            <a:endParaRPr lang="es-ES" noProof="0" dirty="0"/>
          </a:p>
        </p:txBody>
      </p:sp>
    </p:spTree>
    <p:extLst>
      <p:ext uri="{BB962C8B-B14F-4D97-AF65-F5344CB8AC3E}">
        <p14:creationId xmlns:p14="http://schemas.microsoft.com/office/powerpoint/2010/main" val="1195219420"/>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0CFFE12A-8763-4EB7-9CEB-5B78076C5C21}" type="datetime4">
              <a:rPr lang="es-ES" noProof="0" smtClean="0">
                <a:latin typeface="+mn-lt"/>
              </a:rPr>
              <a:t>19 de agosto de 2026</a:t>
            </a:fld>
            <a:endParaRPr lang="es-ES"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ES" noProof="0" dirty="0"/>
              <a:t>Revisión anual</a:t>
            </a:r>
            <a:endParaRPr lang="es-ES" b="0" noProof="0" dirty="0"/>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ES" noProof="0" smtClean="0"/>
              <a:pPr rtl="0"/>
              <a:t>‹#›</a:t>
            </a:fld>
            <a:endParaRPr lang="es-ES" noProof="0" dirty="0"/>
          </a:p>
        </p:txBody>
      </p:sp>
    </p:spTree>
    <p:extLst>
      <p:ext uri="{BB962C8B-B14F-4D97-AF65-F5344CB8AC3E}">
        <p14:creationId xmlns:p14="http://schemas.microsoft.com/office/powerpoint/2010/main" val="29958440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áfico">
    <p:bg>
      <p:bgPr>
        <a:solidFill>
          <a:schemeClr val="bg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6A99CD11-04C6-421F-AE19-E5D29CCF776B}" type="datetime4">
              <a:rPr lang="es-ES" noProof="0" smtClean="0">
                <a:latin typeface="+mn-lt"/>
              </a:rPr>
              <a:t>19 de agosto de 2026</a:t>
            </a:fld>
            <a:endParaRPr lang="es-ES" noProof="0">
              <a:latin typeface="+mn-lt"/>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s-ES" noProof="0"/>
              <a:t>Revisión anual</a:t>
            </a:r>
            <a:endParaRPr lang="es-ES" b="0" noProof="0"/>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s-ES" noProof="0" smtClean="0"/>
              <a:pPr rtl="0"/>
              <a:t>‹#›</a:t>
            </a:fld>
            <a:endParaRPr lang="es-ES" noProof="0">
              <a:latin typeface="+mn-lt"/>
            </a:endParaRPr>
          </a:p>
        </p:txBody>
      </p:sp>
    </p:spTree>
    <p:extLst>
      <p:ext uri="{BB962C8B-B14F-4D97-AF65-F5344CB8AC3E}">
        <p14:creationId xmlns:p14="http://schemas.microsoft.com/office/powerpoint/2010/main" val="386779777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57D4BF-27B7-4442-A52D-9BD17950F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853318CA-8A7E-42C9-B4E5-3C8F8F2FE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B07AE08B-66D4-4C2F-B58E-BC334FE356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8E5B0-2AD0-4928-B903-DC0E44884640}" type="datetime1">
              <a:rPr lang="es-CR" smtClean="0"/>
              <a:t>19/8/2026</a:t>
            </a:fld>
            <a:endParaRPr lang="es-CR"/>
          </a:p>
        </p:txBody>
      </p:sp>
      <p:sp>
        <p:nvSpPr>
          <p:cNvPr id="5" name="Marcador de pie de página 4">
            <a:extLst>
              <a:ext uri="{FF2B5EF4-FFF2-40B4-BE49-F238E27FC236}">
                <a16:creationId xmlns:a16="http://schemas.microsoft.com/office/drawing/2014/main" id="{BF934822-B018-42C9-8B7F-0D98C6CE41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CR"/>
              <a:t>Ing. Marlen Treviño</a:t>
            </a:r>
          </a:p>
        </p:txBody>
      </p:sp>
      <p:sp>
        <p:nvSpPr>
          <p:cNvPr id="6" name="Marcador de número de diapositiva 5">
            <a:extLst>
              <a:ext uri="{FF2B5EF4-FFF2-40B4-BE49-F238E27FC236}">
                <a16:creationId xmlns:a16="http://schemas.microsoft.com/office/drawing/2014/main" id="{94873476-CE6F-4637-A149-9B942035D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6A4BC-CB6C-4E38-9980-8A7B9F48D36C}" type="slidenum">
              <a:rPr lang="es-CR" smtClean="0"/>
              <a:t>‹#›</a:t>
            </a:fld>
            <a:endParaRPr lang="es-CR"/>
          </a:p>
        </p:txBody>
      </p:sp>
    </p:spTree>
    <p:extLst>
      <p:ext uri="{BB962C8B-B14F-4D97-AF65-F5344CB8AC3E}">
        <p14:creationId xmlns:p14="http://schemas.microsoft.com/office/powerpoint/2010/main" val="2798729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6" r:id="rId15"/>
    <p:sldLayoutId id="2147483667"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ideo" Target="https://www.youtube.com/embed/JH4bq9JorrE?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6.sv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49.jpe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6.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57.jpeg"/><Relationship Id="rId7" Type="http://schemas.openxmlformats.org/officeDocument/2006/relationships/diagramColors" Target="../diagrams/colors1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hyperlink" Target="mailto:mtrevino@itcr.ac.cr" TargetMode="External"/><Relationship Id="rId2" Type="http://schemas.openxmlformats.org/officeDocument/2006/relationships/image" Target="../media/image2.emf"/><Relationship Id="rId1" Type="http://schemas.openxmlformats.org/officeDocument/2006/relationships/slideLayout" Target="../slideLayouts/slideLayout3.xml"/><Relationship Id="rId4" Type="http://schemas.openxmlformats.org/officeDocument/2006/relationships/hyperlink" Target="mailto:Ma.rodriguez@itcr.ac.c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nual de Identidad Institucional - Guía rápida | TEC">
            <a:extLst>
              <a:ext uri="{FF2B5EF4-FFF2-40B4-BE49-F238E27FC236}">
                <a16:creationId xmlns:a16="http://schemas.microsoft.com/office/drawing/2014/main" id="{19D8F555-968F-49C4-80A6-7F35CA28F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8927"/>
            <a:ext cx="4364822" cy="101561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28880A53-870C-4C5C-83CF-2BAD42E8FDC0}"/>
              </a:ext>
            </a:extLst>
          </p:cNvPr>
          <p:cNvPicPr>
            <a:picLocks noChangeAspect="1"/>
          </p:cNvPicPr>
          <p:nvPr/>
        </p:nvPicPr>
        <p:blipFill>
          <a:blip r:embed="rId4"/>
          <a:stretch>
            <a:fillRect/>
          </a:stretch>
        </p:blipFill>
        <p:spPr>
          <a:xfrm>
            <a:off x="-14000" y="64262"/>
            <a:ext cx="12192000" cy="4369482"/>
          </a:xfrm>
          <a:prstGeom prst="rect">
            <a:avLst/>
          </a:prstGeom>
        </p:spPr>
      </p:pic>
      <p:sp>
        <p:nvSpPr>
          <p:cNvPr id="2" name="Título 1">
            <a:extLst>
              <a:ext uri="{FF2B5EF4-FFF2-40B4-BE49-F238E27FC236}">
                <a16:creationId xmlns:a16="http://schemas.microsoft.com/office/drawing/2014/main" id="{A24F1C16-D898-4626-B49E-65468B8C1CE2}"/>
              </a:ext>
            </a:extLst>
          </p:cNvPr>
          <p:cNvSpPr>
            <a:spLocks noGrp="1"/>
          </p:cNvSpPr>
          <p:nvPr>
            <p:ph type="ctrTitle"/>
          </p:nvPr>
        </p:nvSpPr>
        <p:spPr>
          <a:xfrm>
            <a:off x="318860" y="1041400"/>
            <a:ext cx="10653940" cy="2387600"/>
          </a:xfrm>
        </p:spPr>
        <p:txBody>
          <a:bodyPr>
            <a:normAutofit/>
          </a:bodyPr>
          <a:lstStyle/>
          <a:p>
            <a:pPr algn="l"/>
            <a:r>
              <a:rPr lang="es-CR" sz="6400" b="1" dirty="0">
                <a:effectLst>
                  <a:outerShdw blurRad="38100" dist="38100" dir="2700000" algn="tl">
                    <a:srgbClr val="000000">
                      <a:alpha val="43137"/>
                    </a:srgbClr>
                  </a:outerShdw>
                </a:effectLst>
              </a:rPr>
              <a:t>Control de calidad del software</a:t>
            </a:r>
          </a:p>
        </p:txBody>
      </p:sp>
      <p:sp>
        <p:nvSpPr>
          <p:cNvPr id="3" name="Subtítulo 2">
            <a:extLst>
              <a:ext uri="{FF2B5EF4-FFF2-40B4-BE49-F238E27FC236}">
                <a16:creationId xmlns:a16="http://schemas.microsoft.com/office/drawing/2014/main" id="{C8198703-FC40-4EAA-BFFB-D4E41267C874}"/>
              </a:ext>
            </a:extLst>
          </p:cNvPr>
          <p:cNvSpPr>
            <a:spLocks noGrp="1"/>
          </p:cNvSpPr>
          <p:nvPr>
            <p:ph type="subTitle" idx="1"/>
          </p:nvPr>
        </p:nvSpPr>
        <p:spPr>
          <a:xfrm>
            <a:off x="318860" y="3830322"/>
            <a:ext cx="10653940" cy="1655762"/>
          </a:xfrm>
        </p:spPr>
        <p:txBody>
          <a:bodyPr/>
          <a:lstStyle/>
          <a:p>
            <a:pPr algn="l"/>
            <a:r>
              <a:rPr lang="es-CR" dirty="0"/>
              <a:t>Aseguramiento de la calidad del software</a:t>
            </a:r>
          </a:p>
          <a:p>
            <a:pPr algn="l"/>
            <a:r>
              <a:rPr lang="es-CR" dirty="0"/>
              <a:t>II Semestre 2026</a:t>
            </a:r>
          </a:p>
        </p:txBody>
      </p:sp>
      <p:pic>
        <p:nvPicPr>
          <p:cNvPr id="4" name="Imagen 3">
            <a:extLst>
              <a:ext uri="{FF2B5EF4-FFF2-40B4-BE49-F238E27FC236}">
                <a16:creationId xmlns:a16="http://schemas.microsoft.com/office/drawing/2014/main" id="{93BBEBC8-EC87-424E-B9A3-1AB27398B7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860" y="5353815"/>
            <a:ext cx="3727102" cy="1064173"/>
          </a:xfrm>
          <a:prstGeom prst="rect">
            <a:avLst/>
          </a:prstGeom>
        </p:spPr>
      </p:pic>
    </p:spTree>
    <p:extLst>
      <p:ext uri="{BB962C8B-B14F-4D97-AF65-F5344CB8AC3E}">
        <p14:creationId xmlns:p14="http://schemas.microsoft.com/office/powerpoint/2010/main" val="1575278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e escribe una cita en una agenda de papel">
            <a:extLst>
              <a:ext uri="{FF2B5EF4-FFF2-40B4-BE49-F238E27FC236}">
                <a16:creationId xmlns:a16="http://schemas.microsoft.com/office/drawing/2014/main" id="{484ADF1B-A245-5672-98E9-E3C3FD7C0019}"/>
              </a:ext>
            </a:extLst>
          </p:cNvPr>
          <p:cNvPicPr>
            <a:picLocks noChangeAspect="1"/>
          </p:cNvPicPr>
          <p:nvPr/>
        </p:nvPicPr>
        <p:blipFill rotWithShape="1">
          <a:blip r:embed="rId3"/>
          <a:srcRect r="40734" b="-1"/>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18D7D9-E192-456E-B8FB-C9A57FA9D9E6}"/>
              </a:ext>
            </a:extLst>
          </p:cNvPr>
          <p:cNvSpPr>
            <a:spLocks noGrp="1"/>
          </p:cNvSpPr>
          <p:nvPr>
            <p:ph type="title"/>
          </p:nvPr>
        </p:nvSpPr>
        <p:spPr>
          <a:xfrm>
            <a:off x="761801" y="328512"/>
            <a:ext cx="4778387" cy="1628970"/>
          </a:xfrm>
        </p:spPr>
        <p:txBody>
          <a:bodyPr anchor="ctr">
            <a:normAutofit/>
          </a:bodyPr>
          <a:lstStyle/>
          <a:p>
            <a:r>
              <a:rPr lang="es-CR" sz="5400" b="1" dirty="0"/>
              <a:t>Agenda</a:t>
            </a:r>
          </a:p>
        </p:txBody>
      </p:sp>
      <p:sp>
        <p:nvSpPr>
          <p:cNvPr id="3" name="Marcador de contenido 2">
            <a:extLst>
              <a:ext uri="{FF2B5EF4-FFF2-40B4-BE49-F238E27FC236}">
                <a16:creationId xmlns:a16="http://schemas.microsoft.com/office/drawing/2014/main" id="{C7E278C9-CE81-4669-909F-37D6FC48DC69}"/>
              </a:ext>
            </a:extLst>
          </p:cNvPr>
          <p:cNvSpPr>
            <a:spLocks noGrp="1"/>
          </p:cNvSpPr>
          <p:nvPr>
            <p:ph idx="1"/>
          </p:nvPr>
        </p:nvSpPr>
        <p:spPr>
          <a:xfrm>
            <a:off x="761801" y="2614507"/>
            <a:ext cx="4659756" cy="3914981"/>
          </a:xfrm>
        </p:spPr>
        <p:txBody>
          <a:bodyPr anchor="ctr">
            <a:normAutofit lnSpcReduction="10000"/>
          </a:bodyPr>
          <a:lstStyle/>
          <a:p>
            <a:r>
              <a:rPr lang="es-CR" sz="2400" dirty="0"/>
              <a:t>Verificación y validación</a:t>
            </a:r>
          </a:p>
          <a:p>
            <a:r>
              <a:rPr lang="en-US" sz="2400" dirty="0" err="1"/>
              <a:t>VyV</a:t>
            </a:r>
            <a:r>
              <a:rPr lang="en-US" sz="2400" dirty="0"/>
              <a:t> </a:t>
            </a:r>
            <a:r>
              <a:rPr lang="en-US" sz="2400" dirty="0" err="1"/>
              <a:t>en</a:t>
            </a:r>
            <a:r>
              <a:rPr lang="en-US" sz="2400" dirty="0"/>
              <a:t> </a:t>
            </a:r>
            <a:r>
              <a:rPr lang="en-US" sz="2400" dirty="0" err="1"/>
              <a:t>el</a:t>
            </a:r>
            <a:r>
              <a:rPr lang="en-US" sz="2400" dirty="0"/>
              <a:t> </a:t>
            </a:r>
            <a:r>
              <a:rPr lang="en-US" sz="2400" dirty="0" err="1"/>
              <a:t>ciclo</a:t>
            </a:r>
            <a:r>
              <a:rPr lang="en-US" sz="2400" dirty="0"/>
              <a:t> de </a:t>
            </a:r>
            <a:r>
              <a:rPr lang="en-US" sz="2400" dirty="0" err="1"/>
              <a:t>vida</a:t>
            </a:r>
            <a:endParaRPr lang="en-US" sz="2400" dirty="0"/>
          </a:p>
          <a:p>
            <a:r>
              <a:rPr lang="en-US" sz="2400" dirty="0" err="1"/>
              <a:t>Pruebas</a:t>
            </a:r>
            <a:endParaRPr lang="en-US" sz="2400" dirty="0"/>
          </a:p>
          <a:p>
            <a:pPr lvl="1"/>
            <a:r>
              <a:rPr lang="en-US" dirty="0"/>
              <a:t>Caso de </a:t>
            </a:r>
            <a:r>
              <a:rPr lang="en-US" dirty="0" err="1"/>
              <a:t>prueba</a:t>
            </a:r>
            <a:endParaRPr lang="en-US" dirty="0"/>
          </a:p>
          <a:p>
            <a:r>
              <a:rPr lang="en-US" sz="2400" dirty="0" err="1"/>
              <a:t>Proceso</a:t>
            </a:r>
            <a:r>
              <a:rPr lang="en-US" sz="2400" dirty="0"/>
              <a:t> de </a:t>
            </a:r>
            <a:r>
              <a:rPr lang="en-US" sz="2400" dirty="0" err="1"/>
              <a:t>pruebas</a:t>
            </a:r>
            <a:endParaRPr lang="en-US" sz="2400" dirty="0"/>
          </a:p>
          <a:p>
            <a:r>
              <a:rPr lang="en-US" sz="2400" dirty="0"/>
              <a:t>Sistema de </a:t>
            </a:r>
            <a:r>
              <a:rPr lang="en-US" sz="2400" dirty="0" err="1"/>
              <a:t>pruebas</a:t>
            </a:r>
            <a:endParaRPr lang="en-US" sz="2400" dirty="0"/>
          </a:p>
          <a:p>
            <a:r>
              <a:rPr lang="en-US" sz="2400" dirty="0" err="1"/>
              <a:t>Principios</a:t>
            </a:r>
            <a:r>
              <a:rPr lang="en-US" sz="2400" dirty="0"/>
              <a:t> de las </a:t>
            </a:r>
            <a:r>
              <a:rPr lang="en-US" sz="2400" dirty="0" err="1"/>
              <a:t>pruebas</a:t>
            </a:r>
            <a:endParaRPr lang="en-US" sz="2400" dirty="0"/>
          </a:p>
          <a:p>
            <a:r>
              <a:rPr lang="en-US" sz="2400" dirty="0"/>
              <a:t>Código de </a:t>
            </a:r>
            <a:r>
              <a:rPr lang="en-US" sz="2400" dirty="0" err="1"/>
              <a:t>ética</a:t>
            </a:r>
            <a:r>
              <a:rPr lang="en-US" sz="2400" dirty="0"/>
              <a:t> de las </a:t>
            </a:r>
            <a:r>
              <a:rPr lang="en-US" sz="2400" dirty="0" err="1"/>
              <a:t>pruebas</a:t>
            </a:r>
            <a:endParaRPr lang="en-US" sz="2400" dirty="0"/>
          </a:p>
          <a:p>
            <a:r>
              <a:rPr lang="es-CR" sz="2400" dirty="0"/>
              <a:t>Psicología de las pruebas</a:t>
            </a:r>
          </a:p>
          <a:p>
            <a:endParaRPr lang="es-CR" sz="2400" dirty="0"/>
          </a:p>
        </p:txBody>
      </p:sp>
    </p:spTree>
    <p:extLst>
      <p:ext uri="{BB962C8B-B14F-4D97-AF65-F5344CB8AC3E}">
        <p14:creationId xmlns:p14="http://schemas.microsoft.com/office/powerpoint/2010/main" val="1840923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ompecabezas blanco con una pieza roja">
            <a:extLst>
              <a:ext uri="{FF2B5EF4-FFF2-40B4-BE49-F238E27FC236}">
                <a16:creationId xmlns:a16="http://schemas.microsoft.com/office/drawing/2014/main" id="{5CD62A3E-6CA0-499A-2C31-BF959EDB2076}"/>
              </a:ext>
            </a:extLst>
          </p:cNvPr>
          <p:cNvPicPr>
            <a:picLocks noChangeAspect="1"/>
          </p:cNvPicPr>
          <p:nvPr/>
        </p:nvPicPr>
        <p:blipFill rotWithShape="1">
          <a:blip r:embed="rId2"/>
          <a:srcRect l="17721" r="16117"/>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2FB191-B9B2-F904-54C5-34DE13B3AD7A}"/>
              </a:ext>
            </a:extLst>
          </p:cNvPr>
          <p:cNvSpPr>
            <a:spLocks noGrp="1"/>
          </p:cNvSpPr>
          <p:nvPr>
            <p:ph type="title"/>
          </p:nvPr>
        </p:nvSpPr>
        <p:spPr>
          <a:xfrm>
            <a:off x="761801" y="352766"/>
            <a:ext cx="10591999" cy="1023584"/>
          </a:xfrm>
        </p:spPr>
        <p:txBody>
          <a:bodyPr>
            <a:normAutofit/>
          </a:bodyPr>
          <a:lstStyle/>
          <a:p>
            <a:r>
              <a:rPr lang="es-CR" b="1" dirty="0"/>
              <a:t>Verificación y validación</a:t>
            </a:r>
          </a:p>
        </p:txBody>
      </p:sp>
      <p:sp>
        <p:nvSpPr>
          <p:cNvPr id="3" name="Marcador de contenido 2">
            <a:extLst>
              <a:ext uri="{FF2B5EF4-FFF2-40B4-BE49-F238E27FC236}">
                <a16:creationId xmlns:a16="http://schemas.microsoft.com/office/drawing/2014/main" id="{23EC3CE1-6D65-103D-5E05-B77F533FDE16}"/>
              </a:ext>
            </a:extLst>
          </p:cNvPr>
          <p:cNvSpPr>
            <a:spLocks noGrp="1"/>
          </p:cNvSpPr>
          <p:nvPr>
            <p:ph idx="1"/>
          </p:nvPr>
        </p:nvSpPr>
        <p:spPr>
          <a:xfrm>
            <a:off x="6803408" y="2249766"/>
            <a:ext cx="4550391" cy="4070303"/>
          </a:xfrm>
        </p:spPr>
        <p:txBody>
          <a:bodyPr anchor="t">
            <a:normAutofit/>
          </a:bodyPr>
          <a:lstStyle/>
          <a:p>
            <a:pPr algn="just"/>
            <a:r>
              <a:rPr lang="es-CR" dirty="0"/>
              <a:t>La validación y la verificación son </a:t>
            </a:r>
            <a:r>
              <a:rPr lang="es-CR" b="1" dirty="0"/>
              <a:t>procesos de evaluación de productos</a:t>
            </a:r>
            <a:r>
              <a:rPr lang="es-CR" dirty="0"/>
              <a:t> que son útiles para determinar si se satisfacen las necesidades del negocio y si se están construyendo acorde a las especificaciones.</a:t>
            </a:r>
          </a:p>
        </p:txBody>
      </p:sp>
    </p:spTree>
    <p:extLst>
      <p:ext uri="{BB962C8B-B14F-4D97-AF65-F5344CB8AC3E}">
        <p14:creationId xmlns:p14="http://schemas.microsoft.com/office/powerpoint/2010/main" val="2056215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421239EC-F5BE-A440-741F-E68C312433AD}"/>
              </a:ext>
            </a:extLst>
          </p:cNvPr>
          <p:cNvSpPr>
            <a:spLocks noGrp="1"/>
          </p:cNvSpPr>
          <p:nvPr>
            <p:ph type="title"/>
          </p:nvPr>
        </p:nvSpPr>
        <p:spPr>
          <a:xfrm>
            <a:off x="268945" y="1070800"/>
            <a:ext cx="4150137" cy="5583126"/>
          </a:xfrm>
        </p:spPr>
        <p:txBody>
          <a:bodyPr>
            <a:normAutofit/>
          </a:bodyPr>
          <a:lstStyle/>
          <a:p>
            <a:pPr algn="r"/>
            <a:r>
              <a:rPr lang="es-CR" sz="6200" b="1" dirty="0"/>
              <a:t>Verificación</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Marcador de contenido 2">
            <a:extLst>
              <a:ext uri="{FF2B5EF4-FFF2-40B4-BE49-F238E27FC236}">
                <a16:creationId xmlns:a16="http://schemas.microsoft.com/office/drawing/2014/main" id="{987E27F0-05C0-FA12-9ABA-3A9659A6D03C}"/>
              </a:ext>
            </a:extLst>
          </p:cNvPr>
          <p:cNvGraphicFramePr>
            <a:graphicFrameLocks noGrp="1"/>
          </p:cNvGraphicFramePr>
          <p:nvPr>
            <p:ph idx="1"/>
            <p:extLst>
              <p:ext uri="{D42A27DB-BD31-4B8C-83A1-F6EECF244321}">
                <p14:modId xmlns:p14="http://schemas.microsoft.com/office/powerpoint/2010/main" val="13316820"/>
              </p:ext>
            </p:extLst>
          </p:nvPr>
        </p:nvGraphicFramePr>
        <p:xfrm>
          <a:off x="5036817" y="412376"/>
          <a:ext cx="6886238" cy="62477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6648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EDAA1C-9CF4-DA03-04B7-1A0D89F7D3E6}"/>
              </a:ext>
            </a:extLst>
          </p:cNvPr>
          <p:cNvSpPr>
            <a:spLocks noGrp="1"/>
          </p:cNvSpPr>
          <p:nvPr>
            <p:ph type="title"/>
          </p:nvPr>
        </p:nvSpPr>
        <p:spPr>
          <a:xfrm>
            <a:off x="761800" y="224123"/>
            <a:ext cx="5334197" cy="1708242"/>
          </a:xfrm>
        </p:spPr>
        <p:txBody>
          <a:bodyPr anchor="ctr">
            <a:normAutofit/>
          </a:bodyPr>
          <a:lstStyle/>
          <a:p>
            <a:r>
              <a:rPr lang="es-CR" sz="5400" b="1" dirty="0"/>
              <a:t>Validación</a:t>
            </a:r>
          </a:p>
        </p:txBody>
      </p:sp>
      <p:sp>
        <p:nvSpPr>
          <p:cNvPr id="3" name="Marcador de contenido 2">
            <a:extLst>
              <a:ext uri="{FF2B5EF4-FFF2-40B4-BE49-F238E27FC236}">
                <a16:creationId xmlns:a16="http://schemas.microsoft.com/office/drawing/2014/main" id="{56E7F80A-4C91-5164-9969-8B6DE6DF187D}"/>
              </a:ext>
            </a:extLst>
          </p:cNvPr>
          <p:cNvSpPr>
            <a:spLocks noGrp="1"/>
          </p:cNvSpPr>
          <p:nvPr>
            <p:ph idx="1"/>
          </p:nvPr>
        </p:nvSpPr>
        <p:spPr>
          <a:xfrm>
            <a:off x="430306" y="1559857"/>
            <a:ext cx="6024282" cy="5109883"/>
          </a:xfrm>
        </p:spPr>
        <p:txBody>
          <a:bodyPr anchor="t">
            <a:normAutofit/>
          </a:bodyPr>
          <a:lstStyle/>
          <a:p>
            <a:pPr algn="just"/>
            <a:r>
              <a:rPr lang="es-CR" sz="2400" dirty="0"/>
              <a:t>Busca </a:t>
            </a:r>
            <a:r>
              <a:rPr lang="es-CR" sz="2400" b="1" dirty="0"/>
              <a:t>asegurar que el sistema satisface las expectativas del cliente</a:t>
            </a:r>
            <a:r>
              <a:rPr lang="es-CR" sz="2400" dirty="0"/>
              <a:t>.</a:t>
            </a:r>
          </a:p>
          <a:p>
            <a:pPr algn="just"/>
            <a:r>
              <a:rPr lang="es-CR" sz="2400" dirty="0"/>
              <a:t>Determinar la corrección del </a:t>
            </a:r>
            <a:r>
              <a:rPr lang="es-CR" sz="2400" b="1" dirty="0"/>
              <a:t>producto final </a:t>
            </a:r>
            <a:r>
              <a:rPr lang="es-CR" sz="2400" dirty="0"/>
              <a:t>respecto a las necesidades del usuario.</a:t>
            </a:r>
          </a:p>
          <a:p>
            <a:pPr algn="just"/>
            <a:r>
              <a:rPr lang="es-CR" sz="2400" b="1" dirty="0"/>
              <a:t>Debe realizarla el usuario </a:t>
            </a:r>
            <a:r>
              <a:rPr lang="es-CR" sz="2400" dirty="0"/>
              <a:t>teniendo en cuenta lo que él espera del programa y el programa en sí.</a:t>
            </a:r>
          </a:p>
          <a:p>
            <a:pPr algn="just"/>
            <a:r>
              <a:rPr lang="es-CR" sz="2400" dirty="0"/>
              <a:t>¿El software cumple las expectativas del cliente?</a:t>
            </a:r>
          </a:p>
          <a:p>
            <a:pPr algn="just"/>
            <a:r>
              <a:rPr lang="es-CR" sz="2400" dirty="0"/>
              <a:t>¿Se está construyendo el producto correcto?</a:t>
            </a:r>
          </a:p>
          <a:p>
            <a:pPr algn="just"/>
            <a:r>
              <a:rPr lang="es-CR" sz="2400" dirty="0"/>
              <a:t>¿Qué sea lo correcto?</a:t>
            </a:r>
          </a:p>
        </p:txBody>
      </p:sp>
      <p:pic>
        <p:nvPicPr>
          <p:cNvPr id="6" name="Picture 4" descr="Bombilla en fondo amarillo con rayos de luz y cable pintados">
            <a:extLst>
              <a:ext uri="{FF2B5EF4-FFF2-40B4-BE49-F238E27FC236}">
                <a16:creationId xmlns:a16="http://schemas.microsoft.com/office/drawing/2014/main" id="{B6EBD9FE-935D-A679-D312-309CBD2BDEE6}"/>
              </a:ext>
            </a:extLst>
          </p:cNvPr>
          <p:cNvPicPr>
            <a:picLocks noChangeAspect="1"/>
          </p:cNvPicPr>
          <p:nvPr/>
        </p:nvPicPr>
        <p:blipFill rotWithShape="1">
          <a:blip r:embed="rId2"/>
          <a:srcRect l="48250" r="3990"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004468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ítulo 2">
            <a:extLst>
              <a:ext uri="{FF2B5EF4-FFF2-40B4-BE49-F238E27FC236}">
                <a16:creationId xmlns:a16="http://schemas.microsoft.com/office/drawing/2014/main" id="{B006295F-598D-4EBF-7DC9-ED5F5DC4827E}"/>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000" b="1" kern="1200" dirty="0" err="1">
                <a:solidFill>
                  <a:schemeClr val="tx1"/>
                </a:solidFill>
                <a:latin typeface="+mj-lt"/>
                <a:ea typeface="+mj-ea"/>
                <a:cs typeface="+mj-cs"/>
              </a:rPr>
              <a:t>VyV</a:t>
            </a:r>
            <a:r>
              <a:rPr lang="en-US" sz="5000" b="1" kern="1200" dirty="0">
                <a:solidFill>
                  <a:schemeClr val="tx1"/>
                </a:solidFill>
                <a:latin typeface="+mj-lt"/>
                <a:ea typeface="+mj-ea"/>
                <a:cs typeface="+mj-cs"/>
              </a:rPr>
              <a:t> </a:t>
            </a:r>
            <a:r>
              <a:rPr lang="en-US" sz="5000" b="1" kern="1200" dirty="0" err="1">
                <a:solidFill>
                  <a:schemeClr val="tx1"/>
                </a:solidFill>
                <a:latin typeface="+mj-lt"/>
                <a:ea typeface="+mj-ea"/>
                <a:cs typeface="+mj-cs"/>
              </a:rPr>
              <a:t>en</a:t>
            </a:r>
            <a:r>
              <a:rPr lang="en-US" sz="5000" b="1" kern="1200" dirty="0">
                <a:solidFill>
                  <a:schemeClr val="tx1"/>
                </a:solidFill>
                <a:latin typeface="+mj-lt"/>
                <a:ea typeface="+mj-ea"/>
                <a:cs typeface="+mj-cs"/>
              </a:rPr>
              <a:t> </a:t>
            </a:r>
            <a:r>
              <a:rPr lang="en-US" sz="5000" b="1" kern="1200" dirty="0" err="1">
                <a:solidFill>
                  <a:schemeClr val="tx1"/>
                </a:solidFill>
                <a:latin typeface="+mj-lt"/>
                <a:ea typeface="+mj-ea"/>
                <a:cs typeface="+mj-cs"/>
              </a:rPr>
              <a:t>el</a:t>
            </a:r>
            <a:r>
              <a:rPr lang="en-US" sz="5000" b="1" kern="1200" dirty="0">
                <a:solidFill>
                  <a:schemeClr val="tx1"/>
                </a:solidFill>
                <a:latin typeface="+mj-lt"/>
                <a:ea typeface="+mj-ea"/>
                <a:cs typeface="+mj-cs"/>
              </a:rPr>
              <a:t> </a:t>
            </a:r>
            <a:r>
              <a:rPr lang="en-US" sz="5000" b="1" kern="1200" dirty="0" err="1">
                <a:solidFill>
                  <a:schemeClr val="tx1"/>
                </a:solidFill>
                <a:latin typeface="+mj-lt"/>
                <a:ea typeface="+mj-ea"/>
                <a:cs typeface="+mj-cs"/>
              </a:rPr>
              <a:t>ciclo</a:t>
            </a:r>
            <a:r>
              <a:rPr lang="en-US" sz="5000" b="1" kern="1200" dirty="0">
                <a:solidFill>
                  <a:schemeClr val="tx1"/>
                </a:solidFill>
                <a:latin typeface="+mj-lt"/>
                <a:ea typeface="+mj-ea"/>
                <a:cs typeface="+mj-cs"/>
              </a:rPr>
              <a:t> de </a:t>
            </a:r>
            <a:r>
              <a:rPr lang="en-US" sz="5000" b="1" kern="1200" dirty="0" err="1">
                <a:solidFill>
                  <a:schemeClr val="tx1"/>
                </a:solidFill>
                <a:latin typeface="+mj-lt"/>
                <a:ea typeface="+mj-ea"/>
                <a:cs typeface="+mj-cs"/>
              </a:rPr>
              <a:t>vida</a:t>
            </a:r>
            <a:endParaRPr lang="en-US" sz="5000" b="1" kern="1200" dirty="0">
              <a:solidFill>
                <a:schemeClr val="tx1"/>
              </a:solidFill>
              <a:latin typeface="+mj-lt"/>
              <a:ea typeface="+mj-ea"/>
              <a:cs typeface="+mj-cs"/>
            </a:endParaRPr>
          </a:p>
        </p:txBody>
      </p:sp>
      <p:sp>
        <p:nvSpPr>
          <p:cNvPr id="5129"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rcador de texto 6">
            <a:extLst>
              <a:ext uri="{FF2B5EF4-FFF2-40B4-BE49-F238E27FC236}">
                <a16:creationId xmlns:a16="http://schemas.microsoft.com/office/drawing/2014/main" id="{827521F7-16D6-0FA8-4BAE-375C9DA6E562}"/>
              </a:ext>
            </a:extLst>
          </p:cNvPr>
          <p:cNvSpPr>
            <a:spLocks noGrp="1"/>
          </p:cNvSpPr>
          <p:nvPr>
            <p:ph type="body" sz="half" idx="2"/>
          </p:nvPr>
        </p:nvSpPr>
        <p:spPr>
          <a:xfrm>
            <a:off x="6739127" y="2664886"/>
            <a:ext cx="5235595" cy="3843490"/>
          </a:xfrm>
        </p:spPr>
        <p:txBody>
          <a:bodyPr vert="horz" lIns="91440" tIns="45720" rIns="91440" bIns="45720" rtlCol="0" anchor="t">
            <a:normAutofit fontScale="92500"/>
          </a:bodyPr>
          <a:lstStyle/>
          <a:p>
            <a:pPr indent="-228600" algn="just">
              <a:buFont typeface="Arial" panose="020B0604020202020204" pitchFamily="34" charset="0"/>
              <a:buChar char="•"/>
            </a:pPr>
            <a:r>
              <a:rPr lang="en-US" sz="2400" b="1" dirty="0" err="1"/>
              <a:t>Modelo</a:t>
            </a:r>
            <a:r>
              <a:rPr lang="en-US" sz="2400" b="1" dirty="0"/>
              <a:t> </a:t>
            </a:r>
            <a:r>
              <a:rPr lang="en-US" sz="2400" b="1" dirty="0" err="1"/>
              <a:t>en</a:t>
            </a:r>
            <a:r>
              <a:rPr lang="en-US" sz="2400" b="1" dirty="0"/>
              <a:t> </a:t>
            </a:r>
            <a:r>
              <a:rPr lang="en-US" sz="2400" b="1" dirty="0" err="1"/>
              <a:t>cascada</a:t>
            </a:r>
            <a:endParaRPr lang="en-US" sz="2400" b="1" dirty="0"/>
          </a:p>
          <a:p>
            <a:pPr marL="285750" indent="-228600" algn="just">
              <a:buFont typeface="Arial" panose="020B0604020202020204" pitchFamily="34" charset="0"/>
              <a:buChar char="•"/>
            </a:pPr>
            <a:r>
              <a:rPr lang="en-US" sz="2400" dirty="0" err="1"/>
              <a:t>Ordena</a:t>
            </a:r>
            <a:r>
              <a:rPr lang="en-US" sz="2400" dirty="0"/>
              <a:t> las </a:t>
            </a:r>
            <a:r>
              <a:rPr lang="en-US" sz="2400" dirty="0" err="1"/>
              <a:t>etapas</a:t>
            </a:r>
            <a:r>
              <a:rPr lang="en-US" sz="2400" dirty="0"/>
              <a:t> del </a:t>
            </a:r>
            <a:r>
              <a:rPr lang="en-US" sz="2400" dirty="0" err="1"/>
              <a:t>ciclo</a:t>
            </a:r>
            <a:r>
              <a:rPr lang="en-US" sz="2400" dirty="0"/>
              <a:t> de </a:t>
            </a:r>
            <a:r>
              <a:rPr lang="en-US" sz="2400" dirty="0" err="1"/>
              <a:t>vida</a:t>
            </a:r>
            <a:r>
              <a:rPr lang="en-US" sz="2400" dirty="0"/>
              <a:t>, de forma que </a:t>
            </a:r>
            <a:r>
              <a:rPr lang="en-US" sz="2400" dirty="0" err="1"/>
              <a:t>el</a:t>
            </a:r>
            <a:r>
              <a:rPr lang="en-US" sz="2400" dirty="0"/>
              <a:t> </a:t>
            </a:r>
            <a:r>
              <a:rPr lang="en-US" sz="2400" dirty="0" err="1"/>
              <a:t>inicio</a:t>
            </a:r>
            <a:r>
              <a:rPr lang="en-US" sz="2400" dirty="0"/>
              <a:t> de </a:t>
            </a:r>
            <a:r>
              <a:rPr lang="en-US" sz="2400" dirty="0" err="1"/>
              <a:t>cada</a:t>
            </a:r>
            <a:r>
              <a:rPr lang="en-US" sz="2400" dirty="0"/>
              <a:t> </a:t>
            </a:r>
            <a:r>
              <a:rPr lang="en-US" sz="2400" dirty="0" err="1"/>
              <a:t>etapa</a:t>
            </a:r>
            <a:r>
              <a:rPr lang="en-US" sz="2400" dirty="0"/>
              <a:t> </a:t>
            </a:r>
            <a:r>
              <a:rPr lang="en-US" sz="2400" dirty="0" err="1"/>
              <a:t>debe</a:t>
            </a:r>
            <a:r>
              <a:rPr lang="en-US" sz="2400" dirty="0"/>
              <a:t> </a:t>
            </a:r>
            <a:r>
              <a:rPr lang="en-US" sz="2400" dirty="0" err="1"/>
              <a:t>esperar</a:t>
            </a:r>
            <a:r>
              <a:rPr lang="en-US" sz="2400" dirty="0"/>
              <a:t> a la </a:t>
            </a:r>
            <a:r>
              <a:rPr lang="en-US" sz="2400" dirty="0" err="1"/>
              <a:t>finalización</a:t>
            </a:r>
            <a:r>
              <a:rPr lang="en-US" sz="2400" dirty="0"/>
              <a:t> de la </a:t>
            </a:r>
            <a:r>
              <a:rPr lang="en-US" sz="2400" dirty="0" err="1"/>
              <a:t>inmediatamente</a:t>
            </a:r>
            <a:r>
              <a:rPr lang="en-US" sz="2400" dirty="0"/>
              <a:t> anterior.</a:t>
            </a:r>
          </a:p>
          <a:p>
            <a:pPr marL="285750" indent="-228600" algn="just">
              <a:buFont typeface="Arial" panose="020B0604020202020204" pitchFamily="34" charset="0"/>
              <a:buChar char="•"/>
            </a:pPr>
            <a:r>
              <a:rPr lang="en-US" sz="2400" dirty="0"/>
              <a:t>Las </a:t>
            </a:r>
            <a:r>
              <a:rPr lang="en-US" sz="2400" dirty="0" err="1"/>
              <a:t>pruebas</a:t>
            </a:r>
            <a:r>
              <a:rPr lang="en-US" sz="2400" dirty="0"/>
              <a:t> se </a:t>
            </a:r>
            <a:r>
              <a:rPr lang="en-US" sz="2400" dirty="0" err="1"/>
              <a:t>realizan</a:t>
            </a:r>
            <a:r>
              <a:rPr lang="en-US" sz="2400" dirty="0"/>
              <a:t> al final del </a:t>
            </a:r>
            <a:r>
              <a:rPr lang="en-US" sz="2400" dirty="0" err="1"/>
              <a:t>ciclo</a:t>
            </a:r>
            <a:r>
              <a:rPr lang="en-US" sz="2400" dirty="0"/>
              <a:t> de </a:t>
            </a:r>
            <a:r>
              <a:rPr lang="en-US" sz="2400" dirty="0" err="1"/>
              <a:t>vida</a:t>
            </a:r>
            <a:r>
              <a:rPr lang="en-US" sz="2400" dirty="0"/>
              <a:t> del </a:t>
            </a:r>
            <a:r>
              <a:rPr lang="en-US" sz="2400" dirty="0" err="1"/>
              <a:t>proyecto</a:t>
            </a:r>
            <a:r>
              <a:rPr lang="en-US" sz="2400" dirty="0"/>
              <a:t> </a:t>
            </a:r>
            <a:r>
              <a:rPr lang="en-US" sz="2400" dirty="0" err="1"/>
              <a:t>por</a:t>
            </a:r>
            <a:r>
              <a:rPr lang="en-US" sz="2400" dirty="0"/>
              <a:t> lo que </a:t>
            </a:r>
            <a:r>
              <a:rPr lang="en-US" sz="2400" dirty="0" err="1"/>
              <a:t>los</a:t>
            </a:r>
            <a:r>
              <a:rPr lang="en-US" sz="2400" dirty="0"/>
              <a:t> </a:t>
            </a:r>
            <a:r>
              <a:rPr lang="en-US" sz="2400" dirty="0" err="1"/>
              <a:t>defectos</a:t>
            </a:r>
            <a:r>
              <a:rPr lang="en-US" sz="2400" dirty="0"/>
              <a:t> son </a:t>
            </a:r>
            <a:r>
              <a:rPr lang="en-US" sz="2400" dirty="0" err="1"/>
              <a:t>detectados</a:t>
            </a:r>
            <a:r>
              <a:rPr lang="en-US" sz="2400" dirty="0"/>
              <a:t> </a:t>
            </a:r>
            <a:r>
              <a:rPr lang="en-US" sz="2400" dirty="0" err="1"/>
              <a:t>cerca</a:t>
            </a:r>
            <a:r>
              <a:rPr lang="en-US" sz="2400" dirty="0"/>
              <a:t> de la </a:t>
            </a:r>
            <a:r>
              <a:rPr lang="en-US" sz="2400" dirty="0" err="1"/>
              <a:t>fecha</a:t>
            </a:r>
            <a:r>
              <a:rPr lang="en-US" sz="2400" dirty="0"/>
              <a:t> de </a:t>
            </a:r>
            <a:r>
              <a:rPr lang="en-US" sz="2400" dirty="0" err="1"/>
              <a:t>implementación</a:t>
            </a:r>
            <a:r>
              <a:rPr lang="en-US" sz="2400" dirty="0"/>
              <a:t> del </a:t>
            </a:r>
            <a:r>
              <a:rPr lang="en-US" sz="2400" dirty="0" err="1"/>
              <a:t>producto</a:t>
            </a:r>
            <a:r>
              <a:rPr lang="en-US" sz="2400" dirty="0"/>
              <a:t> o </a:t>
            </a:r>
            <a:r>
              <a:rPr lang="en-US" sz="2400" dirty="0" err="1"/>
              <a:t>sistema</a:t>
            </a:r>
            <a:r>
              <a:rPr lang="en-US" sz="2400" dirty="0"/>
              <a:t>, lo que </a:t>
            </a:r>
            <a:r>
              <a:rPr lang="en-US" sz="2400" dirty="0" err="1"/>
              <a:t>supone</a:t>
            </a:r>
            <a:r>
              <a:rPr lang="en-US" sz="2400" dirty="0"/>
              <a:t> un </a:t>
            </a:r>
            <a:r>
              <a:rPr lang="en-US" sz="2400" dirty="0" err="1"/>
              <a:t>coste</a:t>
            </a:r>
            <a:r>
              <a:rPr lang="en-US" sz="2400" dirty="0"/>
              <a:t> </a:t>
            </a:r>
            <a:r>
              <a:rPr lang="en-US" sz="2400" dirty="0" err="1"/>
              <a:t>muy</a:t>
            </a:r>
            <a:r>
              <a:rPr lang="en-US" sz="2400" dirty="0"/>
              <a:t> </a:t>
            </a:r>
            <a:r>
              <a:rPr lang="en-US" sz="2400" dirty="0" err="1"/>
              <a:t>elevado</a:t>
            </a:r>
            <a:r>
              <a:rPr lang="en-US" sz="2400" dirty="0"/>
              <a:t> </a:t>
            </a:r>
            <a:r>
              <a:rPr lang="en-US" sz="2400" dirty="0" err="1"/>
              <a:t>en</a:t>
            </a:r>
            <a:r>
              <a:rPr lang="en-US" sz="2400" dirty="0"/>
              <a:t> la </a:t>
            </a:r>
            <a:r>
              <a:rPr lang="en-US" sz="2400" dirty="0" err="1"/>
              <a:t>corrección</a:t>
            </a:r>
            <a:r>
              <a:rPr lang="en-US" sz="2400" dirty="0"/>
              <a:t> de </a:t>
            </a:r>
            <a:r>
              <a:rPr lang="en-US" sz="2400" dirty="0" err="1"/>
              <a:t>defectos</a:t>
            </a:r>
            <a:r>
              <a:rPr lang="en-US" sz="2400" dirty="0"/>
              <a:t>.</a:t>
            </a:r>
          </a:p>
        </p:txBody>
      </p:sp>
      <p:pic>
        <p:nvPicPr>
          <p:cNvPr id="1028" name="Picture 4" descr="Introducir 92+ imagen modelo cascada software ejemplo - Abzlocal.mx">
            <a:extLst>
              <a:ext uri="{FF2B5EF4-FFF2-40B4-BE49-F238E27FC236}">
                <a16:creationId xmlns:a16="http://schemas.microsoft.com/office/drawing/2014/main" id="{98C107CB-D748-6D08-9B8E-04F7C606B460}"/>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13662" b="-13662"/>
          <a:stretch/>
        </p:blipFill>
        <p:spPr bwMode="auto">
          <a:xfrm>
            <a:off x="200729" y="1203000"/>
            <a:ext cx="6455664" cy="5097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360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ítulo 7">
            <a:extLst>
              <a:ext uri="{FF2B5EF4-FFF2-40B4-BE49-F238E27FC236}">
                <a16:creationId xmlns:a16="http://schemas.microsoft.com/office/drawing/2014/main" id="{E199D87D-1A1B-7155-BF14-D3AE437AE1B8}"/>
              </a:ext>
            </a:extLst>
          </p:cNvPr>
          <p:cNvSpPr>
            <a:spLocks noGrp="1"/>
          </p:cNvSpPr>
          <p:nvPr>
            <p:ph type="title"/>
          </p:nvPr>
        </p:nvSpPr>
        <p:spPr>
          <a:xfrm>
            <a:off x="215153" y="502920"/>
            <a:ext cx="3835639" cy="1463040"/>
          </a:xfrm>
        </p:spPr>
        <p:txBody>
          <a:bodyPr vert="horz" lIns="91440" tIns="45720" rIns="91440" bIns="45720" rtlCol="0" anchor="ctr">
            <a:normAutofit/>
          </a:bodyPr>
          <a:lstStyle/>
          <a:p>
            <a:r>
              <a:rPr lang="en-US" sz="4800" b="1" kern="1200" dirty="0" err="1">
                <a:solidFill>
                  <a:schemeClr val="tx1"/>
                </a:solidFill>
                <a:latin typeface="+mj-lt"/>
                <a:ea typeface="+mj-ea"/>
                <a:cs typeface="+mj-cs"/>
              </a:rPr>
              <a:t>VyV</a:t>
            </a:r>
            <a:r>
              <a:rPr lang="en-US" sz="4800" b="1" kern="1200" dirty="0">
                <a:solidFill>
                  <a:schemeClr val="tx1"/>
                </a:solidFill>
                <a:latin typeface="+mj-lt"/>
                <a:ea typeface="+mj-ea"/>
                <a:cs typeface="+mj-cs"/>
              </a:rPr>
              <a:t> </a:t>
            </a:r>
            <a:r>
              <a:rPr lang="en-US" sz="4800" b="1" kern="1200" dirty="0" err="1">
                <a:solidFill>
                  <a:schemeClr val="tx1"/>
                </a:solidFill>
                <a:latin typeface="+mj-lt"/>
                <a:ea typeface="+mj-ea"/>
                <a:cs typeface="+mj-cs"/>
              </a:rPr>
              <a:t>en</a:t>
            </a:r>
            <a:r>
              <a:rPr lang="en-US" sz="4800" b="1" kern="1200" dirty="0">
                <a:solidFill>
                  <a:schemeClr val="tx1"/>
                </a:solidFill>
                <a:latin typeface="+mj-lt"/>
                <a:ea typeface="+mj-ea"/>
                <a:cs typeface="+mj-cs"/>
              </a:rPr>
              <a:t> </a:t>
            </a:r>
            <a:r>
              <a:rPr lang="en-US" sz="4800" b="1" kern="1200" dirty="0" err="1">
                <a:solidFill>
                  <a:schemeClr val="tx1"/>
                </a:solidFill>
                <a:latin typeface="+mj-lt"/>
                <a:ea typeface="+mj-ea"/>
                <a:cs typeface="+mj-cs"/>
              </a:rPr>
              <a:t>el</a:t>
            </a:r>
            <a:r>
              <a:rPr lang="en-US" sz="4800" b="1" kern="1200" dirty="0">
                <a:solidFill>
                  <a:schemeClr val="tx1"/>
                </a:solidFill>
                <a:latin typeface="+mj-lt"/>
                <a:ea typeface="+mj-ea"/>
                <a:cs typeface="+mj-cs"/>
              </a:rPr>
              <a:t> </a:t>
            </a:r>
            <a:r>
              <a:rPr lang="en-US" sz="4800" b="1" kern="1200" dirty="0" err="1">
                <a:solidFill>
                  <a:schemeClr val="tx1"/>
                </a:solidFill>
                <a:latin typeface="+mj-lt"/>
                <a:ea typeface="+mj-ea"/>
                <a:cs typeface="+mj-cs"/>
              </a:rPr>
              <a:t>ciclo</a:t>
            </a:r>
            <a:r>
              <a:rPr lang="en-US" sz="4800" b="1" kern="1200" dirty="0">
                <a:solidFill>
                  <a:schemeClr val="tx1"/>
                </a:solidFill>
                <a:latin typeface="+mj-lt"/>
                <a:ea typeface="+mj-ea"/>
                <a:cs typeface="+mj-cs"/>
              </a:rPr>
              <a:t> de </a:t>
            </a:r>
            <a:r>
              <a:rPr lang="en-US" sz="4800" b="1" kern="1200" dirty="0" err="1">
                <a:solidFill>
                  <a:schemeClr val="tx1"/>
                </a:solidFill>
                <a:latin typeface="+mj-lt"/>
                <a:ea typeface="+mj-ea"/>
                <a:cs typeface="+mj-cs"/>
              </a:rPr>
              <a:t>vida</a:t>
            </a:r>
            <a:endParaRPr lang="en-US" sz="4800" kern="1200" dirty="0">
              <a:solidFill>
                <a:schemeClr val="tx1"/>
              </a:solidFill>
              <a:latin typeface="+mj-lt"/>
              <a:ea typeface="+mj-ea"/>
              <a:cs typeface="+mj-cs"/>
            </a:endParaRPr>
          </a:p>
        </p:txBody>
      </p:sp>
      <p:sp>
        <p:nvSpPr>
          <p:cNvPr id="16"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ítulo 8">
            <a:extLst>
              <a:ext uri="{FF2B5EF4-FFF2-40B4-BE49-F238E27FC236}">
                <a16:creationId xmlns:a16="http://schemas.microsoft.com/office/drawing/2014/main" id="{AB96F850-528C-875F-0051-9E26560C961F}"/>
              </a:ext>
            </a:extLst>
          </p:cNvPr>
          <p:cNvSpPr>
            <a:spLocks noGrp="1"/>
          </p:cNvSpPr>
          <p:nvPr>
            <p:ph type="subTitle" idx="1"/>
          </p:nvPr>
        </p:nvSpPr>
        <p:spPr>
          <a:xfrm>
            <a:off x="4457075" y="71715"/>
            <a:ext cx="7519771" cy="2613663"/>
          </a:xfrm>
        </p:spPr>
        <p:txBody>
          <a:bodyPr vert="horz" lIns="91440" tIns="45720" rIns="91440" bIns="45720" rtlCol="0" anchor="ctr">
            <a:normAutofit/>
          </a:bodyPr>
          <a:lstStyle/>
          <a:p>
            <a:pPr algn="just">
              <a:lnSpc>
                <a:spcPct val="100000"/>
              </a:lnSpc>
              <a:spcBef>
                <a:spcPts val="0"/>
              </a:spcBef>
            </a:pPr>
            <a:r>
              <a:rPr lang="en-US" b="1" dirty="0" err="1">
                <a:solidFill>
                  <a:schemeClr val="tx1"/>
                </a:solidFill>
              </a:rPr>
              <a:t>Modelo</a:t>
            </a:r>
            <a:r>
              <a:rPr lang="en-US" b="1" dirty="0">
                <a:solidFill>
                  <a:schemeClr val="tx1"/>
                </a:solidFill>
              </a:rPr>
              <a:t> </a:t>
            </a:r>
            <a:r>
              <a:rPr lang="en-US" b="1" dirty="0" err="1">
                <a:solidFill>
                  <a:schemeClr val="tx1"/>
                </a:solidFill>
              </a:rPr>
              <a:t>en</a:t>
            </a:r>
            <a:r>
              <a:rPr lang="en-US" b="1" dirty="0">
                <a:solidFill>
                  <a:schemeClr val="tx1"/>
                </a:solidFill>
              </a:rPr>
              <a:t> V</a:t>
            </a:r>
          </a:p>
          <a:p>
            <a:pPr marL="285750" indent="-228600" algn="just">
              <a:lnSpc>
                <a:spcPct val="100000"/>
              </a:lnSpc>
              <a:spcBef>
                <a:spcPts val="0"/>
              </a:spcBef>
              <a:buFont typeface="Arial" panose="020B0604020202020204" pitchFamily="34" charset="0"/>
              <a:buChar char="•"/>
            </a:pPr>
            <a:r>
              <a:rPr lang="en-US" sz="1400" dirty="0" err="1">
                <a:solidFill>
                  <a:schemeClr val="tx1"/>
                </a:solidFill>
              </a:rPr>
              <a:t>Solventa</a:t>
            </a:r>
            <a:r>
              <a:rPr lang="en-US" sz="1400" dirty="0">
                <a:solidFill>
                  <a:schemeClr val="tx1"/>
                </a:solidFill>
              </a:rPr>
              <a:t> </a:t>
            </a:r>
            <a:r>
              <a:rPr lang="en-US" sz="1400" dirty="0" err="1">
                <a:solidFill>
                  <a:schemeClr val="tx1"/>
                </a:solidFill>
              </a:rPr>
              <a:t>algunos</a:t>
            </a:r>
            <a:r>
              <a:rPr lang="en-US" sz="1400" dirty="0">
                <a:solidFill>
                  <a:schemeClr val="tx1"/>
                </a:solidFill>
              </a:rPr>
              <a:t> </a:t>
            </a:r>
            <a:r>
              <a:rPr lang="en-US" sz="1400" dirty="0" err="1">
                <a:solidFill>
                  <a:schemeClr val="tx1"/>
                </a:solidFill>
              </a:rPr>
              <a:t>problemas</a:t>
            </a:r>
            <a:r>
              <a:rPr lang="en-US" sz="1400" dirty="0">
                <a:solidFill>
                  <a:schemeClr val="tx1"/>
                </a:solidFill>
              </a:rPr>
              <a:t> que </a:t>
            </a:r>
            <a:r>
              <a:rPr lang="en-US" sz="1400" dirty="0" err="1">
                <a:solidFill>
                  <a:schemeClr val="tx1"/>
                </a:solidFill>
              </a:rPr>
              <a:t>ocurrían</a:t>
            </a:r>
            <a:r>
              <a:rPr lang="en-US" sz="1400" dirty="0">
                <a:solidFill>
                  <a:schemeClr val="tx1"/>
                </a:solidFill>
              </a:rPr>
              <a:t> </a:t>
            </a:r>
            <a:r>
              <a:rPr lang="en-US" sz="1400" dirty="0" err="1">
                <a:solidFill>
                  <a:schemeClr val="tx1"/>
                </a:solidFill>
              </a:rPr>
              <a:t>usando</a:t>
            </a:r>
            <a:r>
              <a:rPr lang="en-US" sz="1400" dirty="0">
                <a:solidFill>
                  <a:schemeClr val="tx1"/>
                </a:solidFill>
              </a:rPr>
              <a:t> </a:t>
            </a:r>
            <a:r>
              <a:rPr lang="en-US" sz="1400" dirty="0" err="1">
                <a:solidFill>
                  <a:schemeClr val="tx1"/>
                </a:solidFill>
              </a:rPr>
              <a:t>el</a:t>
            </a:r>
            <a:r>
              <a:rPr lang="en-US" sz="1400" dirty="0">
                <a:solidFill>
                  <a:schemeClr val="tx1"/>
                </a:solidFill>
              </a:rPr>
              <a:t> </a:t>
            </a:r>
            <a:r>
              <a:rPr lang="en-US" sz="1400" dirty="0" err="1">
                <a:solidFill>
                  <a:schemeClr val="tx1"/>
                </a:solidFill>
              </a:rPr>
              <a:t>enfoque</a:t>
            </a:r>
            <a:r>
              <a:rPr lang="en-US" sz="1400" dirty="0">
                <a:solidFill>
                  <a:schemeClr val="tx1"/>
                </a:solidFill>
              </a:rPr>
              <a:t> </a:t>
            </a:r>
            <a:r>
              <a:rPr lang="en-US" sz="1400" dirty="0" err="1">
                <a:solidFill>
                  <a:schemeClr val="tx1"/>
                </a:solidFill>
              </a:rPr>
              <a:t>propuesto</a:t>
            </a:r>
            <a:r>
              <a:rPr lang="en-US" sz="1400" dirty="0">
                <a:solidFill>
                  <a:schemeClr val="tx1"/>
                </a:solidFill>
              </a:rPr>
              <a:t> </a:t>
            </a:r>
            <a:r>
              <a:rPr lang="en-US" sz="1400" dirty="0" err="1">
                <a:solidFill>
                  <a:schemeClr val="tx1"/>
                </a:solidFill>
              </a:rPr>
              <a:t>por</a:t>
            </a:r>
            <a:r>
              <a:rPr lang="en-US" sz="1400" dirty="0">
                <a:solidFill>
                  <a:schemeClr val="tx1"/>
                </a:solidFill>
              </a:rPr>
              <a:t> </a:t>
            </a:r>
            <a:r>
              <a:rPr lang="en-US" sz="1400" dirty="0" err="1">
                <a:solidFill>
                  <a:schemeClr val="tx1"/>
                </a:solidFill>
              </a:rPr>
              <a:t>el</a:t>
            </a:r>
            <a:r>
              <a:rPr lang="en-US" sz="1400" dirty="0">
                <a:solidFill>
                  <a:schemeClr val="tx1"/>
                </a:solidFill>
              </a:rPr>
              <a:t> </a:t>
            </a:r>
            <a:r>
              <a:rPr lang="en-US" sz="1400" dirty="0" err="1">
                <a:solidFill>
                  <a:schemeClr val="tx1"/>
                </a:solidFill>
              </a:rPr>
              <a:t>modelo</a:t>
            </a:r>
            <a:r>
              <a:rPr lang="en-US" sz="1400" dirty="0">
                <a:solidFill>
                  <a:schemeClr val="tx1"/>
                </a:solidFill>
              </a:rPr>
              <a:t> de </a:t>
            </a:r>
            <a:r>
              <a:rPr lang="en-US" sz="1400" dirty="0" err="1">
                <a:solidFill>
                  <a:schemeClr val="tx1"/>
                </a:solidFill>
              </a:rPr>
              <a:t>cascada</a:t>
            </a:r>
            <a:r>
              <a:rPr lang="en-US" sz="1400" dirty="0">
                <a:solidFill>
                  <a:schemeClr val="tx1"/>
                </a:solidFill>
              </a:rPr>
              <a:t>.</a:t>
            </a:r>
          </a:p>
          <a:p>
            <a:pPr marL="285750" indent="-228600" algn="just">
              <a:lnSpc>
                <a:spcPct val="100000"/>
              </a:lnSpc>
              <a:spcBef>
                <a:spcPts val="0"/>
              </a:spcBef>
              <a:buFont typeface="Arial" panose="020B0604020202020204" pitchFamily="34" charset="0"/>
              <a:buChar char="•"/>
            </a:pPr>
            <a:r>
              <a:rPr lang="en-US" sz="1400" dirty="0" err="1">
                <a:solidFill>
                  <a:schemeClr val="tx1"/>
                </a:solidFill>
              </a:rPr>
              <a:t>Proporciona</a:t>
            </a:r>
            <a:r>
              <a:rPr lang="en-US" sz="1400" dirty="0">
                <a:solidFill>
                  <a:schemeClr val="tx1"/>
                </a:solidFill>
              </a:rPr>
              <a:t> </a:t>
            </a:r>
            <a:r>
              <a:rPr lang="en-US" sz="1400" dirty="0" err="1">
                <a:solidFill>
                  <a:schemeClr val="tx1"/>
                </a:solidFill>
              </a:rPr>
              <a:t>guías</a:t>
            </a:r>
            <a:r>
              <a:rPr lang="en-US" sz="1400" dirty="0">
                <a:solidFill>
                  <a:schemeClr val="tx1"/>
                </a:solidFill>
              </a:rPr>
              <a:t> para </a:t>
            </a:r>
            <a:r>
              <a:rPr lang="en-US" sz="1400" dirty="0" err="1">
                <a:solidFill>
                  <a:schemeClr val="tx1"/>
                </a:solidFill>
              </a:rPr>
              <a:t>comenzar</a:t>
            </a:r>
            <a:r>
              <a:rPr lang="en-US" sz="1400" dirty="0">
                <a:solidFill>
                  <a:schemeClr val="tx1"/>
                </a:solidFill>
              </a:rPr>
              <a:t> con la </a:t>
            </a:r>
            <a:r>
              <a:rPr lang="en-US" sz="1400" dirty="0" err="1">
                <a:solidFill>
                  <a:schemeClr val="tx1"/>
                </a:solidFill>
              </a:rPr>
              <a:t>realización</a:t>
            </a:r>
            <a:r>
              <a:rPr lang="en-US" sz="1400" dirty="0">
                <a:solidFill>
                  <a:schemeClr val="tx1"/>
                </a:solidFill>
              </a:rPr>
              <a:t> de </a:t>
            </a:r>
            <a:r>
              <a:rPr lang="en-US" sz="1400" dirty="0" err="1">
                <a:solidFill>
                  <a:schemeClr val="tx1"/>
                </a:solidFill>
              </a:rPr>
              <a:t>pruebas</a:t>
            </a:r>
            <a:r>
              <a:rPr lang="en-US" sz="1400" dirty="0">
                <a:solidFill>
                  <a:schemeClr val="tx1"/>
                </a:solidFill>
              </a:rPr>
              <a:t> tan pronto </a:t>
            </a:r>
            <a:r>
              <a:rPr lang="en-US" sz="1400" dirty="0" err="1">
                <a:solidFill>
                  <a:schemeClr val="tx1"/>
                </a:solidFill>
              </a:rPr>
              <a:t>como</a:t>
            </a:r>
            <a:r>
              <a:rPr lang="en-US" sz="1400" dirty="0">
                <a:solidFill>
                  <a:schemeClr val="tx1"/>
                </a:solidFill>
              </a:rPr>
              <a:t> sea </a:t>
            </a:r>
            <a:r>
              <a:rPr lang="en-US" sz="1400" dirty="0" err="1">
                <a:solidFill>
                  <a:schemeClr val="tx1"/>
                </a:solidFill>
              </a:rPr>
              <a:t>posible</a:t>
            </a:r>
            <a:r>
              <a:rPr lang="en-US" sz="1400" dirty="0">
                <a:solidFill>
                  <a:schemeClr val="tx1"/>
                </a:solidFill>
              </a:rPr>
              <a:t> </a:t>
            </a:r>
            <a:r>
              <a:rPr lang="en-US" sz="1400" dirty="0" err="1">
                <a:solidFill>
                  <a:schemeClr val="tx1"/>
                </a:solidFill>
              </a:rPr>
              <a:t>en</a:t>
            </a:r>
            <a:r>
              <a:rPr lang="en-US" sz="1400" dirty="0">
                <a:solidFill>
                  <a:schemeClr val="tx1"/>
                </a:solidFill>
              </a:rPr>
              <a:t> </a:t>
            </a:r>
            <a:r>
              <a:rPr lang="en-US" sz="1400" dirty="0" err="1">
                <a:solidFill>
                  <a:schemeClr val="tx1"/>
                </a:solidFill>
              </a:rPr>
              <a:t>el</a:t>
            </a:r>
            <a:r>
              <a:rPr lang="en-US" sz="1400" dirty="0">
                <a:solidFill>
                  <a:schemeClr val="tx1"/>
                </a:solidFill>
              </a:rPr>
              <a:t> </a:t>
            </a:r>
            <a:r>
              <a:rPr lang="en-US" sz="1400" dirty="0" err="1">
                <a:solidFill>
                  <a:schemeClr val="tx1"/>
                </a:solidFill>
              </a:rPr>
              <a:t>ciclo</a:t>
            </a:r>
            <a:r>
              <a:rPr lang="en-US" sz="1400" dirty="0">
                <a:solidFill>
                  <a:schemeClr val="tx1"/>
                </a:solidFill>
              </a:rPr>
              <a:t> de </a:t>
            </a:r>
            <a:r>
              <a:rPr lang="en-US" sz="1400" dirty="0" err="1">
                <a:solidFill>
                  <a:schemeClr val="tx1"/>
                </a:solidFill>
              </a:rPr>
              <a:t>vida</a:t>
            </a:r>
            <a:r>
              <a:rPr lang="en-US" sz="1400" dirty="0">
                <a:solidFill>
                  <a:schemeClr val="tx1"/>
                </a:solidFill>
              </a:rPr>
              <a:t> del </a:t>
            </a:r>
            <a:r>
              <a:rPr lang="en-US" sz="1400" dirty="0" err="1">
                <a:solidFill>
                  <a:schemeClr val="tx1"/>
                </a:solidFill>
              </a:rPr>
              <a:t>producto</a:t>
            </a:r>
            <a:r>
              <a:rPr lang="en-US" sz="1400" dirty="0">
                <a:solidFill>
                  <a:schemeClr val="tx1"/>
                </a:solidFill>
              </a:rPr>
              <a:t>. </a:t>
            </a:r>
          </a:p>
          <a:p>
            <a:pPr marL="285750" indent="-228600" algn="just">
              <a:lnSpc>
                <a:spcPct val="100000"/>
              </a:lnSpc>
              <a:spcBef>
                <a:spcPts val="0"/>
              </a:spcBef>
              <a:buFont typeface="Arial" panose="020B0604020202020204" pitchFamily="34" charset="0"/>
              <a:buChar char="•"/>
            </a:pPr>
            <a:r>
              <a:rPr lang="en-US" sz="1400" dirty="0">
                <a:solidFill>
                  <a:schemeClr val="tx1"/>
                </a:solidFill>
              </a:rPr>
              <a:t>Integra las </a:t>
            </a:r>
            <a:r>
              <a:rPr lang="en-US" sz="1400" dirty="0" err="1">
                <a:solidFill>
                  <a:schemeClr val="tx1"/>
                </a:solidFill>
              </a:rPr>
              <a:t>actividades</a:t>
            </a:r>
            <a:r>
              <a:rPr lang="en-US" sz="1400" dirty="0">
                <a:solidFill>
                  <a:schemeClr val="tx1"/>
                </a:solidFill>
              </a:rPr>
              <a:t> de </a:t>
            </a:r>
            <a:r>
              <a:rPr lang="en-US" sz="1400" dirty="0" err="1">
                <a:solidFill>
                  <a:schemeClr val="tx1"/>
                </a:solidFill>
              </a:rPr>
              <a:t>prueba</a:t>
            </a:r>
            <a:r>
              <a:rPr lang="en-US" sz="1400" dirty="0">
                <a:solidFill>
                  <a:schemeClr val="tx1"/>
                </a:solidFill>
              </a:rPr>
              <a:t> (</a:t>
            </a:r>
            <a:r>
              <a:rPr lang="en-US" sz="1400" dirty="0" err="1">
                <a:solidFill>
                  <a:schemeClr val="tx1"/>
                </a:solidFill>
              </a:rPr>
              <a:t>verificación</a:t>
            </a:r>
            <a:r>
              <a:rPr lang="en-US" sz="1400" dirty="0">
                <a:solidFill>
                  <a:schemeClr val="tx1"/>
                </a:solidFill>
              </a:rPr>
              <a:t> y </a:t>
            </a:r>
            <a:r>
              <a:rPr lang="en-US" sz="1400" dirty="0" err="1">
                <a:solidFill>
                  <a:schemeClr val="tx1"/>
                </a:solidFill>
              </a:rPr>
              <a:t>validación</a:t>
            </a:r>
            <a:r>
              <a:rPr lang="en-US" sz="1400" dirty="0">
                <a:solidFill>
                  <a:schemeClr val="tx1"/>
                </a:solidFill>
              </a:rPr>
              <a:t>) </a:t>
            </a:r>
            <a:r>
              <a:rPr lang="en-US" sz="1400" dirty="0" err="1">
                <a:solidFill>
                  <a:schemeClr val="tx1"/>
                </a:solidFill>
              </a:rPr>
              <a:t>en</a:t>
            </a:r>
            <a:r>
              <a:rPr lang="en-US" sz="1400" dirty="0">
                <a:solidFill>
                  <a:schemeClr val="tx1"/>
                </a:solidFill>
              </a:rPr>
              <a:t> </a:t>
            </a:r>
            <a:r>
              <a:rPr lang="en-US" sz="1400" dirty="0" err="1">
                <a:solidFill>
                  <a:schemeClr val="tx1"/>
                </a:solidFill>
              </a:rPr>
              <a:t>cada</a:t>
            </a:r>
            <a:r>
              <a:rPr lang="en-US" sz="1400" dirty="0">
                <a:solidFill>
                  <a:schemeClr val="tx1"/>
                </a:solidFill>
              </a:rPr>
              <a:t> </a:t>
            </a:r>
            <a:r>
              <a:rPr lang="en-US" sz="1400" dirty="0" err="1">
                <a:solidFill>
                  <a:schemeClr val="tx1"/>
                </a:solidFill>
              </a:rPr>
              <a:t>fase</a:t>
            </a:r>
            <a:r>
              <a:rPr lang="en-US" sz="1400" dirty="0">
                <a:solidFill>
                  <a:schemeClr val="tx1"/>
                </a:solidFill>
              </a:rPr>
              <a:t> del </a:t>
            </a:r>
            <a:r>
              <a:rPr lang="en-US" sz="1400" dirty="0" err="1">
                <a:solidFill>
                  <a:schemeClr val="tx1"/>
                </a:solidFill>
              </a:rPr>
              <a:t>ciclo</a:t>
            </a:r>
            <a:r>
              <a:rPr lang="en-US" sz="1400" dirty="0">
                <a:solidFill>
                  <a:schemeClr val="tx1"/>
                </a:solidFill>
              </a:rPr>
              <a:t> de </a:t>
            </a:r>
            <a:r>
              <a:rPr lang="en-US" sz="1400" dirty="0" err="1">
                <a:solidFill>
                  <a:schemeClr val="tx1"/>
                </a:solidFill>
              </a:rPr>
              <a:t>vida</a:t>
            </a:r>
            <a:r>
              <a:rPr lang="en-US" sz="1400" dirty="0">
                <a:solidFill>
                  <a:schemeClr val="tx1"/>
                </a:solidFill>
              </a:rPr>
              <a:t>.</a:t>
            </a:r>
          </a:p>
          <a:p>
            <a:pPr marL="285750" indent="-228600" algn="just">
              <a:lnSpc>
                <a:spcPct val="100000"/>
              </a:lnSpc>
              <a:spcBef>
                <a:spcPts val="0"/>
              </a:spcBef>
              <a:buFont typeface="Arial" panose="020B0604020202020204" pitchFamily="34" charset="0"/>
              <a:buChar char="•"/>
            </a:pPr>
            <a:r>
              <a:rPr lang="en-US" sz="1400" dirty="0">
                <a:solidFill>
                  <a:schemeClr val="tx1"/>
                </a:solidFill>
              </a:rPr>
              <a:t>La </a:t>
            </a:r>
            <a:r>
              <a:rPr lang="en-US" sz="1400" dirty="0" err="1">
                <a:solidFill>
                  <a:schemeClr val="tx1"/>
                </a:solidFill>
              </a:rPr>
              <a:t>parte</a:t>
            </a:r>
            <a:r>
              <a:rPr lang="en-US" sz="1400" dirty="0">
                <a:solidFill>
                  <a:schemeClr val="tx1"/>
                </a:solidFill>
              </a:rPr>
              <a:t> </a:t>
            </a:r>
            <a:r>
              <a:rPr lang="en-US" sz="1400" dirty="0" err="1">
                <a:solidFill>
                  <a:schemeClr val="tx1"/>
                </a:solidFill>
              </a:rPr>
              <a:t>izquierda</a:t>
            </a:r>
            <a:r>
              <a:rPr lang="en-US" sz="1400" dirty="0">
                <a:solidFill>
                  <a:schemeClr val="tx1"/>
                </a:solidFill>
              </a:rPr>
              <a:t> de la V </a:t>
            </a:r>
            <a:r>
              <a:rPr lang="en-US" sz="1400" dirty="0" err="1">
                <a:solidFill>
                  <a:schemeClr val="tx1"/>
                </a:solidFill>
              </a:rPr>
              <a:t>representa</a:t>
            </a:r>
            <a:r>
              <a:rPr lang="en-US" sz="1400" dirty="0">
                <a:solidFill>
                  <a:schemeClr val="tx1"/>
                </a:solidFill>
              </a:rPr>
              <a:t> la </a:t>
            </a:r>
            <a:r>
              <a:rPr lang="en-US" sz="1400" dirty="0" err="1">
                <a:solidFill>
                  <a:schemeClr val="tx1"/>
                </a:solidFill>
              </a:rPr>
              <a:t>corriente</a:t>
            </a:r>
            <a:r>
              <a:rPr lang="en-US" sz="1400" dirty="0">
                <a:solidFill>
                  <a:schemeClr val="tx1"/>
                </a:solidFill>
              </a:rPr>
              <a:t> </a:t>
            </a:r>
            <a:r>
              <a:rPr lang="en-US" sz="1400" dirty="0" err="1">
                <a:solidFill>
                  <a:schemeClr val="tx1"/>
                </a:solidFill>
              </a:rPr>
              <a:t>donde</a:t>
            </a:r>
            <a:r>
              <a:rPr lang="en-US" sz="1400" dirty="0">
                <a:solidFill>
                  <a:schemeClr val="tx1"/>
                </a:solidFill>
              </a:rPr>
              <a:t> se </a:t>
            </a:r>
            <a:r>
              <a:rPr lang="en-US" sz="1400" dirty="0" err="1">
                <a:solidFill>
                  <a:schemeClr val="tx1"/>
                </a:solidFill>
              </a:rPr>
              <a:t>definen</a:t>
            </a:r>
            <a:r>
              <a:rPr lang="en-US" sz="1400" dirty="0">
                <a:solidFill>
                  <a:schemeClr val="tx1"/>
                </a:solidFill>
              </a:rPr>
              <a:t> las </a:t>
            </a:r>
            <a:r>
              <a:rPr lang="en-US" sz="1400" dirty="0" err="1">
                <a:solidFill>
                  <a:schemeClr val="tx1"/>
                </a:solidFill>
              </a:rPr>
              <a:t>especificaciones</a:t>
            </a:r>
            <a:r>
              <a:rPr lang="en-US" sz="1400" dirty="0">
                <a:solidFill>
                  <a:schemeClr val="tx1"/>
                </a:solidFill>
              </a:rPr>
              <a:t> del </a:t>
            </a:r>
            <a:r>
              <a:rPr lang="en-US" sz="1400" dirty="0" err="1">
                <a:solidFill>
                  <a:schemeClr val="tx1"/>
                </a:solidFill>
              </a:rPr>
              <a:t>sistema</a:t>
            </a:r>
            <a:r>
              <a:rPr lang="en-US" sz="1400" dirty="0">
                <a:solidFill>
                  <a:schemeClr val="tx1"/>
                </a:solidFill>
              </a:rPr>
              <a:t>. </a:t>
            </a:r>
          </a:p>
          <a:p>
            <a:pPr marL="285750" indent="-228600" algn="just">
              <a:lnSpc>
                <a:spcPct val="100000"/>
              </a:lnSpc>
              <a:spcBef>
                <a:spcPts val="0"/>
              </a:spcBef>
              <a:buFont typeface="Arial" panose="020B0604020202020204" pitchFamily="34" charset="0"/>
              <a:buChar char="•"/>
            </a:pPr>
            <a:r>
              <a:rPr lang="en-US" sz="1400" dirty="0">
                <a:solidFill>
                  <a:schemeClr val="tx1"/>
                </a:solidFill>
              </a:rPr>
              <a:t>La </a:t>
            </a:r>
            <a:r>
              <a:rPr lang="en-US" sz="1400" dirty="0" err="1">
                <a:solidFill>
                  <a:schemeClr val="tx1"/>
                </a:solidFill>
              </a:rPr>
              <a:t>parte</a:t>
            </a:r>
            <a:r>
              <a:rPr lang="en-US" sz="1400" dirty="0">
                <a:solidFill>
                  <a:schemeClr val="tx1"/>
                </a:solidFill>
              </a:rPr>
              <a:t> </a:t>
            </a:r>
            <a:r>
              <a:rPr lang="en-US" sz="1400" dirty="0" err="1">
                <a:solidFill>
                  <a:schemeClr val="tx1"/>
                </a:solidFill>
              </a:rPr>
              <a:t>derecha</a:t>
            </a:r>
            <a:r>
              <a:rPr lang="en-US" sz="1400" dirty="0">
                <a:solidFill>
                  <a:schemeClr val="tx1"/>
                </a:solidFill>
              </a:rPr>
              <a:t> de la V </a:t>
            </a:r>
            <a:r>
              <a:rPr lang="en-US" sz="1400" dirty="0" err="1">
                <a:solidFill>
                  <a:schemeClr val="tx1"/>
                </a:solidFill>
              </a:rPr>
              <a:t>representa</a:t>
            </a:r>
            <a:r>
              <a:rPr lang="en-US" sz="1400" dirty="0">
                <a:solidFill>
                  <a:schemeClr val="tx1"/>
                </a:solidFill>
              </a:rPr>
              <a:t> la </a:t>
            </a:r>
            <a:r>
              <a:rPr lang="en-US" sz="1400" dirty="0" err="1">
                <a:solidFill>
                  <a:schemeClr val="tx1"/>
                </a:solidFill>
              </a:rPr>
              <a:t>corriente</a:t>
            </a:r>
            <a:r>
              <a:rPr lang="en-US" sz="1400" dirty="0">
                <a:solidFill>
                  <a:schemeClr val="tx1"/>
                </a:solidFill>
              </a:rPr>
              <a:t> </a:t>
            </a:r>
            <a:r>
              <a:rPr lang="en-US" sz="1400" dirty="0" err="1">
                <a:solidFill>
                  <a:schemeClr val="tx1"/>
                </a:solidFill>
              </a:rPr>
              <a:t>donde</a:t>
            </a:r>
            <a:r>
              <a:rPr lang="en-US" sz="1400" dirty="0">
                <a:solidFill>
                  <a:schemeClr val="tx1"/>
                </a:solidFill>
              </a:rPr>
              <a:t> se </a:t>
            </a:r>
            <a:r>
              <a:rPr lang="en-US" sz="1400" dirty="0" err="1">
                <a:solidFill>
                  <a:schemeClr val="tx1"/>
                </a:solidFill>
              </a:rPr>
              <a:t>comprueba</a:t>
            </a:r>
            <a:r>
              <a:rPr lang="en-US" sz="1400" dirty="0">
                <a:solidFill>
                  <a:schemeClr val="tx1"/>
                </a:solidFill>
              </a:rPr>
              <a:t> </a:t>
            </a:r>
            <a:r>
              <a:rPr lang="en-US" sz="1400" dirty="0" err="1">
                <a:solidFill>
                  <a:schemeClr val="tx1"/>
                </a:solidFill>
              </a:rPr>
              <a:t>el</a:t>
            </a:r>
            <a:r>
              <a:rPr lang="en-US" sz="1400" dirty="0">
                <a:solidFill>
                  <a:schemeClr val="tx1"/>
                </a:solidFill>
              </a:rPr>
              <a:t> </a:t>
            </a:r>
            <a:r>
              <a:rPr lang="en-US" sz="1400" dirty="0" err="1">
                <a:solidFill>
                  <a:schemeClr val="tx1"/>
                </a:solidFill>
              </a:rPr>
              <a:t>sistema</a:t>
            </a:r>
            <a:r>
              <a:rPr lang="en-US" sz="1400" dirty="0">
                <a:solidFill>
                  <a:schemeClr val="tx1"/>
                </a:solidFill>
              </a:rPr>
              <a:t> (contra las </a:t>
            </a:r>
            <a:r>
              <a:rPr lang="en-US" sz="1400" dirty="0" err="1">
                <a:solidFill>
                  <a:schemeClr val="tx1"/>
                </a:solidFill>
              </a:rPr>
              <a:t>especificaciones</a:t>
            </a:r>
            <a:r>
              <a:rPr lang="en-US" sz="1400" dirty="0">
                <a:solidFill>
                  <a:schemeClr val="tx1"/>
                </a:solidFill>
              </a:rPr>
              <a:t> </a:t>
            </a:r>
            <a:r>
              <a:rPr lang="en-US" sz="1400" dirty="0" err="1">
                <a:solidFill>
                  <a:schemeClr val="tx1"/>
                </a:solidFill>
              </a:rPr>
              <a:t>definidas</a:t>
            </a:r>
            <a:r>
              <a:rPr lang="en-US" sz="1400" dirty="0">
                <a:solidFill>
                  <a:schemeClr val="tx1"/>
                </a:solidFill>
              </a:rPr>
              <a:t> </a:t>
            </a:r>
            <a:r>
              <a:rPr lang="en-US" sz="1400" dirty="0" err="1">
                <a:solidFill>
                  <a:schemeClr val="tx1"/>
                </a:solidFill>
              </a:rPr>
              <a:t>en</a:t>
            </a:r>
            <a:r>
              <a:rPr lang="en-US" sz="1400" dirty="0">
                <a:solidFill>
                  <a:schemeClr val="tx1"/>
                </a:solidFill>
              </a:rPr>
              <a:t> la </a:t>
            </a:r>
            <a:r>
              <a:rPr lang="en-US" sz="1400" dirty="0" err="1">
                <a:solidFill>
                  <a:schemeClr val="tx1"/>
                </a:solidFill>
              </a:rPr>
              <a:t>parte</a:t>
            </a:r>
            <a:r>
              <a:rPr lang="en-US" sz="1400" dirty="0">
                <a:solidFill>
                  <a:schemeClr val="tx1"/>
                </a:solidFill>
              </a:rPr>
              <a:t> </a:t>
            </a:r>
            <a:r>
              <a:rPr lang="en-US" sz="1400" dirty="0" err="1">
                <a:solidFill>
                  <a:schemeClr val="tx1"/>
                </a:solidFill>
              </a:rPr>
              <a:t>izquierda</a:t>
            </a:r>
            <a:r>
              <a:rPr lang="en-US" sz="1400" dirty="0">
                <a:solidFill>
                  <a:schemeClr val="tx1"/>
                </a:solidFill>
              </a:rPr>
              <a:t>). </a:t>
            </a:r>
          </a:p>
          <a:p>
            <a:pPr marL="285750" indent="-228600" algn="just">
              <a:lnSpc>
                <a:spcPct val="100000"/>
              </a:lnSpc>
              <a:spcBef>
                <a:spcPts val="0"/>
              </a:spcBef>
              <a:buFont typeface="Arial" panose="020B0604020202020204" pitchFamily="34" charset="0"/>
              <a:buChar char="•"/>
            </a:pPr>
            <a:r>
              <a:rPr lang="en-US" sz="1400" dirty="0">
                <a:solidFill>
                  <a:schemeClr val="tx1"/>
                </a:solidFill>
              </a:rPr>
              <a:t>La </a:t>
            </a:r>
            <a:r>
              <a:rPr lang="en-US" sz="1400" dirty="0" err="1">
                <a:solidFill>
                  <a:schemeClr val="tx1"/>
                </a:solidFill>
              </a:rPr>
              <a:t>parte</a:t>
            </a:r>
            <a:r>
              <a:rPr lang="en-US" sz="1400" dirty="0">
                <a:solidFill>
                  <a:schemeClr val="tx1"/>
                </a:solidFill>
              </a:rPr>
              <a:t> de </a:t>
            </a:r>
            <a:r>
              <a:rPr lang="en-US" sz="1400" dirty="0" err="1">
                <a:solidFill>
                  <a:schemeClr val="tx1"/>
                </a:solidFill>
              </a:rPr>
              <a:t>abajo</a:t>
            </a:r>
            <a:r>
              <a:rPr lang="en-US" sz="1400" dirty="0">
                <a:solidFill>
                  <a:schemeClr val="tx1"/>
                </a:solidFill>
              </a:rPr>
              <a:t>, </a:t>
            </a:r>
            <a:r>
              <a:rPr lang="en-US" sz="1400" dirty="0" err="1">
                <a:solidFill>
                  <a:schemeClr val="tx1"/>
                </a:solidFill>
              </a:rPr>
              <a:t>donde</a:t>
            </a:r>
            <a:r>
              <a:rPr lang="en-US" sz="1400" dirty="0">
                <a:solidFill>
                  <a:schemeClr val="tx1"/>
                </a:solidFill>
              </a:rPr>
              <a:t> se </a:t>
            </a:r>
            <a:r>
              <a:rPr lang="en-US" sz="1400" dirty="0" err="1">
                <a:solidFill>
                  <a:schemeClr val="tx1"/>
                </a:solidFill>
              </a:rPr>
              <a:t>encuentran</a:t>
            </a:r>
            <a:r>
              <a:rPr lang="en-US" sz="1400" dirty="0">
                <a:solidFill>
                  <a:schemeClr val="tx1"/>
                </a:solidFill>
              </a:rPr>
              <a:t> ambas </a:t>
            </a:r>
            <a:r>
              <a:rPr lang="en-US" sz="1400" dirty="0" err="1">
                <a:solidFill>
                  <a:schemeClr val="tx1"/>
                </a:solidFill>
              </a:rPr>
              <a:t>partes</a:t>
            </a:r>
            <a:r>
              <a:rPr lang="en-US" sz="1400" dirty="0">
                <a:solidFill>
                  <a:schemeClr val="tx1"/>
                </a:solidFill>
              </a:rPr>
              <a:t>, </a:t>
            </a:r>
            <a:r>
              <a:rPr lang="en-US" sz="1400" dirty="0" err="1">
                <a:solidFill>
                  <a:schemeClr val="tx1"/>
                </a:solidFill>
              </a:rPr>
              <a:t>representa</a:t>
            </a:r>
            <a:r>
              <a:rPr lang="en-US" sz="1400" dirty="0">
                <a:solidFill>
                  <a:schemeClr val="tx1"/>
                </a:solidFill>
              </a:rPr>
              <a:t> la </a:t>
            </a:r>
            <a:r>
              <a:rPr lang="en-US" sz="1400" dirty="0" err="1">
                <a:solidFill>
                  <a:schemeClr val="tx1"/>
                </a:solidFill>
              </a:rPr>
              <a:t>corriente</a:t>
            </a:r>
            <a:r>
              <a:rPr lang="en-US" sz="1400" dirty="0">
                <a:solidFill>
                  <a:schemeClr val="tx1"/>
                </a:solidFill>
              </a:rPr>
              <a:t> de </a:t>
            </a:r>
            <a:r>
              <a:rPr lang="en-US" sz="1400" dirty="0" err="1">
                <a:solidFill>
                  <a:schemeClr val="tx1"/>
                </a:solidFill>
              </a:rPr>
              <a:t>desarrollo</a:t>
            </a:r>
            <a:r>
              <a:rPr lang="en-US" sz="1400" dirty="0">
                <a:solidFill>
                  <a:schemeClr val="tx1"/>
                </a:solidFill>
              </a:rPr>
              <a:t>.</a:t>
            </a:r>
          </a:p>
        </p:txBody>
      </p:sp>
      <p:pic>
        <p:nvPicPr>
          <p:cNvPr id="3" name="Imagen 2">
            <a:extLst>
              <a:ext uri="{FF2B5EF4-FFF2-40B4-BE49-F238E27FC236}">
                <a16:creationId xmlns:a16="http://schemas.microsoft.com/office/drawing/2014/main" id="{2579D87F-1591-F967-4D46-E869E28FCFF3}"/>
              </a:ext>
            </a:extLst>
          </p:cNvPr>
          <p:cNvPicPr>
            <a:picLocks noChangeAspect="1"/>
          </p:cNvPicPr>
          <p:nvPr/>
        </p:nvPicPr>
        <p:blipFill>
          <a:blip r:embed="rId2"/>
          <a:stretch>
            <a:fillRect/>
          </a:stretch>
        </p:blipFill>
        <p:spPr>
          <a:xfrm>
            <a:off x="2554768" y="2685379"/>
            <a:ext cx="7070271" cy="3959352"/>
          </a:xfrm>
          <a:prstGeom prst="rect">
            <a:avLst/>
          </a:prstGeom>
        </p:spPr>
      </p:pic>
    </p:spTree>
    <p:extLst>
      <p:ext uri="{BB962C8B-B14F-4D97-AF65-F5344CB8AC3E}">
        <p14:creationId xmlns:p14="http://schemas.microsoft.com/office/powerpoint/2010/main" val="2077004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C681C32C-7AFC-4BB3-9088-65CBDFC5D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2BE79F54-92B8-FDC3-C28E-8C49984D00F0}"/>
              </a:ext>
            </a:extLst>
          </p:cNvPr>
          <p:cNvSpPr>
            <a:spLocks noGrp="1"/>
          </p:cNvSpPr>
          <p:nvPr>
            <p:ph type="title"/>
          </p:nvPr>
        </p:nvSpPr>
        <p:spPr>
          <a:xfrm>
            <a:off x="325608" y="4583953"/>
            <a:ext cx="4685857" cy="1465973"/>
          </a:xfrm>
        </p:spPr>
        <p:txBody>
          <a:bodyPr vert="horz" lIns="91440" tIns="45720" rIns="91440" bIns="45720" rtlCol="0" anchor="t">
            <a:normAutofit/>
          </a:bodyPr>
          <a:lstStyle/>
          <a:p>
            <a:r>
              <a:rPr lang="en-US" sz="4000" b="1" dirty="0" err="1"/>
              <a:t>VyV</a:t>
            </a:r>
            <a:r>
              <a:rPr lang="en-US" sz="4000" b="1" dirty="0"/>
              <a:t> </a:t>
            </a:r>
            <a:r>
              <a:rPr lang="en-US" sz="4000" b="1" dirty="0" err="1"/>
              <a:t>en</a:t>
            </a:r>
            <a:r>
              <a:rPr lang="en-US" sz="4000" b="1" dirty="0"/>
              <a:t> </a:t>
            </a:r>
            <a:r>
              <a:rPr lang="en-US" sz="4000" b="1" dirty="0" err="1"/>
              <a:t>el</a:t>
            </a:r>
            <a:r>
              <a:rPr lang="en-US" sz="4000" b="1" dirty="0"/>
              <a:t> </a:t>
            </a:r>
            <a:r>
              <a:rPr lang="en-US" sz="4000" b="1" dirty="0" err="1"/>
              <a:t>ciclo</a:t>
            </a:r>
            <a:r>
              <a:rPr lang="en-US" sz="4000" b="1" dirty="0"/>
              <a:t> de </a:t>
            </a:r>
            <a:r>
              <a:rPr lang="en-US" sz="4000" b="1" dirty="0" err="1"/>
              <a:t>vida</a:t>
            </a:r>
            <a:endParaRPr lang="en-US" sz="4000" dirty="0"/>
          </a:p>
        </p:txBody>
      </p:sp>
      <p:pic>
        <p:nvPicPr>
          <p:cNvPr id="7172" name="Picture 4" descr="Total 101+ imagen modelo de desarrollo de software incremental - Abzlocal.mx">
            <a:extLst>
              <a:ext uri="{FF2B5EF4-FFF2-40B4-BE49-F238E27FC236}">
                <a16:creationId xmlns:a16="http://schemas.microsoft.com/office/drawing/2014/main" id="{2F58F9BC-A7B3-87ED-7103-CF15F687E8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728"/>
          <a:stretch/>
        </p:blipFill>
        <p:spPr bwMode="auto">
          <a:xfrm>
            <a:off x="20" y="432"/>
            <a:ext cx="12191980" cy="4244759"/>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texto 6">
            <a:extLst>
              <a:ext uri="{FF2B5EF4-FFF2-40B4-BE49-F238E27FC236}">
                <a16:creationId xmlns:a16="http://schemas.microsoft.com/office/drawing/2014/main" id="{A63C6C3B-7AC7-8BF1-47BD-F7AF0C2AE4D1}"/>
              </a:ext>
            </a:extLst>
          </p:cNvPr>
          <p:cNvSpPr>
            <a:spLocks noGrp="1"/>
          </p:cNvSpPr>
          <p:nvPr>
            <p:ph type="body" sz="quarter" idx="11"/>
          </p:nvPr>
        </p:nvSpPr>
        <p:spPr>
          <a:xfrm>
            <a:off x="5603132" y="4446494"/>
            <a:ext cx="6266139" cy="1757082"/>
          </a:xfrm>
        </p:spPr>
        <p:txBody>
          <a:bodyPr vert="horz" lIns="91440" tIns="45720" rIns="91440" bIns="45720" rtlCol="0">
            <a:normAutofit/>
          </a:bodyPr>
          <a:lstStyle/>
          <a:p>
            <a:pPr algn="just">
              <a:lnSpc>
                <a:spcPct val="110000"/>
              </a:lnSpc>
              <a:spcBef>
                <a:spcPts val="0"/>
              </a:spcBef>
            </a:pPr>
            <a:r>
              <a:rPr lang="en-US" sz="1700" b="1" dirty="0" err="1">
                <a:solidFill>
                  <a:schemeClr val="tx1"/>
                </a:solidFill>
              </a:rPr>
              <a:t>Modelo</a:t>
            </a:r>
            <a:r>
              <a:rPr lang="en-US" sz="1700" b="1" dirty="0">
                <a:solidFill>
                  <a:schemeClr val="tx1"/>
                </a:solidFill>
              </a:rPr>
              <a:t> incremental</a:t>
            </a:r>
          </a:p>
          <a:p>
            <a:pPr marL="285750" indent="-228600" algn="just">
              <a:lnSpc>
                <a:spcPct val="110000"/>
              </a:lnSpc>
              <a:spcBef>
                <a:spcPts val="0"/>
              </a:spcBef>
              <a:buFont typeface="Arial" panose="020B0604020202020204" pitchFamily="34" charset="0"/>
              <a:buChar char="•"/>
            </a:pPr>
            <a:r>
              <a:rPr lang="en-US" dirty="0">
                <a:solidFill>
                  <a:schemeClr val="tx1"/>
                </a:solidFill>
              </a:rPr>
              <a:t>Se </a:t>
            </a:r>
            <a:r>
              <a:rPr lang="en-US" dirty="0" err="1">
                <a:solidFill>
                  <a:schemeClr val="tx1"/>
                </a:solidFill>
              </a:rPr>
              <a:t>construye</a:t>
            </a:r>
            <a:r>
              <a:rPr lang="en-US" dirty="0">
                <a:solidFill>
                  <a:schemeClr val="tx1"/>
                </a:solidFill>
              </a:rPr>
              <a:t> </a:t>
            </a:r>
            <a:r>
              <a:rPr lang="en-US" dirty="0" err="1">
                <a:solidFill>
                  <a:schemeClr val="tx1"/>
                </a:solidFill>
              </a:rPr>
              <a:t>el</a:t>
            </a:r>
            <a:r>
              <a:rPr lang="en-US" dirty="0">
                <a:solidFill>
                  <a:schemeClr val="tx1"/>
                </a:solidFill>
              </a:rPr>
              <a:t> </a:t>
            </a:r>
            <a:r>
              <a:rPr lang="en-US" dirty="0" err="1">
                <a:solidFill>
                  <a:schemeClr val="tx1"/>
                </a:solidFill>
              </a:rPr>
              <a:t>producto</a:t>
            </a:r>
            <a:r>
              <a:rPr lang="en-US" dirty="0">
                <a:solidFill>
                  <a:schemeClr val="tx1"/>
                </a:solidFill>
              </a:rPr>
              <a:t> </a:t>
            </a:r>
            <a:r>
              <a:rPr lang="en-US" dirty="0" err="1">
                <a:solidFill>
                  <a:schemeClr val="tx1"/>
                </a:solidFill>
              </a:rPr>
              <a:t>incrementando</a:t>
            </a:r>
            <a:r>
              <a:rPr lang="en-US" dirty="0">
                <a:solidFill>
                  <a:schemeClr val="tx1"/>
                </a:solidFill>
              </a:rPr>
              <a:t> las </a:t>
            </a:r>
            <a:r>
              <a:rPr lang="en-US" dirty="0" err="1">
                <a:solidFill>
                  <a:schemeClr val="tx1"/>
                </a:solidFill>
              </a:rPr>
              <a:t>funcionalidades</a:t>
            </a:r>
            <a:r>
              <a:rPr lang="en-US" dirty="0">
                <a:solidFill>
                  <a:schemeClr val="tx1"/>
                </a:solidFill>
              </a:rPr>
              <a:t> del </a:t>
            </a:r>
            <a:r>
              <a:rPr lang="en-US" dirty="0" err="1">
                <a:solidFill>
                  <a:schemeClr val="tx1"/>
                </a:solidFill>
              </a:rPr>
              <a:t>programa</a:t>
            </a:r>
            <a:r>
              <a:rPr lang="en-US" dirty="0">
                <a:solidFill>
                  <a:schemeClr val="tx1"/>
                </a:solidFill>
              </a:rPr>
              <a:t> con </a:t>
            </a:r>
            <a:r>
              <a:rPr lang="en-US" dirty="0" err="1">
                <a:solidFill>
                  <a:schemeClr val="tx1"/>
                </a:solidFill>
              </a:rPr>
              <a:t>cada</a:t>
            </a:r>
            <a:r>
              <a:rPr lang="en-US" dirty="0">
                <a:solidFill>
                  <a:schemeClr val="tx1"/>
                </a:solidFill>
              </a:rPr>
              <a:t> </a:t>
            </a:r>
            <a:r>
              <a:rPr lang="en-US" dirty="0" err="1">
                <a:solidFill>
                  <a:schemeClr val="tx1"/>
                </a:solidFill>
              </a:rPr>
              <a:t>incremento</a:t>
            </a:r>
            <a:endParaRPr lang="en-US" dirty="0">
              <a:solidFill>
                <a:schemeClr val="tx1"/>
              </a:solidFill>
            </a:endParaRPr>
          </a:p>
          <a:p>
            <a:pPr marL="285750" indent="-228600" algn="just">
              <a:lnSpc>
                <a:spcPct val="110000"/>
              </a:lnSpc>
              <a:spcBef>
                <a:spcPts val="0"/>
              </a:spcBef>
              <a:buFont typeface="Arial" panose="020B0604020202020204" pitchFamily="34" charset="0"/>
              <a:buChar char="•"/>
            </a:pPr>
            <a:r>
              <a:rPr lang="en-US" dirty="0">
                <a:solidFill>
                  <a:schemeClr val="tx1"/>
                </a:solidFill>
              </a:rPr>
              <a:t>Las </a:t>
            </a:r>
            <a:r>
              <a:rPr lang="en-US" dirty="0" err="1">
                <a:solidFill>
                  <a:schemeClr val="tx1"/>
                </a:solidFill>
              </a:rPr>
              <a:t>funcionalidades</a:t>
            </a:r>
            <a:r>
              <a:rPr lang="en-US" dirty="0">
                <a:solidFill>
                  <a:schemeClr val="tx1"/>
                </a:solidFill>
              </a:rPr>
              <a:t> </a:t>
            </a:r>
            <a:r>
              <a:rPr lang="en-US" dirty="0" err="1">
                <a:solidFill>
                  <a:schemeClr val="tx1"/>
                </a:solidFill>
              </a:rPr>
              <a:t>pueden</a:t>
            </a:r>
            <a:r>
              <a:rPr lang="en-US" dirty="0">
                <a:solidFill>
                  <a:schemeClr val="tx1"/>
                </a:solidFill>
              </a:rPr>
              <a:t> </a:t>
            </a:r>
            <a:r>
              <a:rPr lang="en-US" dirty="0" err="1">
                <a:solidFill>
                  <a:schemeClr val="tx1"/>
                </a:solidFill>
              </a:rPr>
              <a:t>probarse</a:t>
            </a:r>
            <a:r>
              <a:rPr lang="en-US" dirty="0">
                <a:solidFill>
                  <a:schemeClr val="tx1"/>
                </a:solidFill>
              </a:rPr>
              <a:t> a </a:t>
            </a:r>
            <a:r>
              <a:rPr lang="en-US" dirty="0" err="1">
                <a:solidFill>
                  <a:schemeClr val="tx1"/>
                </a:solidFill>
              </a:rPr>
              <a:t>medida</a:t>
            </a:r>
            <a:r>
              <a:rPr lang="en-US" dirty="0">
                <a:solidFill>
                  <a:schemeClr val="tx1"/>
                </a:solidFill>
              </a:rPr>
              <a:t> que se van </a:t>
            </a:r>
            <a:r>
              <a:rPr lang="en-US" dirty="0" err="1">
                <a:solidFill>
                  <a:schemeClr val="tx1"/>
                </a:solidFill>
              </a:rPr>
              <a:t>añadiendo</a:t>
            </a:r>
            <a:r>
              <a:rPr lang="en-US" dirty="0">
                <a:solidFill>
                  <a:schemeClr val="tx1"/>
                </a:solidFill>
              </a:rPr>
              <a:t> al </a:t>
            </a:r>
            <a:r>
              <a:rPr lang="en-US" dirty="0" err="1">
                <a:solidFill>
                  <a:schemeClr val="tx1"/>
                </a:solidFill>
              </a:rPr>
              <a:t>sistema</a:t>
            </a:r>
            <a:r>
              <a:rPr lang="en-US" dirty="0">
                <a:solidFill>
                  <a:schemeClr val="tx1"/>
                </a:solidFill>
              </a:rPr>
              <a:t>, </a:t>
            </a:r>
            <a:r>
              <a:rPr lang="en-US" dirty="0" err="1">
                <a:solidFill>
                  <a:schemeClr val="tx1"/>
                </a:solidFill>
              </a:rPr>
              <a:t>por</a:t>
            </a:r>
            <a:r>
              <a:rPr lang="en-US" dirty="0">
                <a:solidFill>
                  <a:schemeClr val="tx1"/>
                </a:solidFill>
              </a:rPr>
              <a:t> lo que no </a:t>
            </a:r>
            <a:r>
              <a:rPr lang="en-US" dirty="0" err="1">
                <a:solidFill>
                  <a:schemeClr val="tx1"/>
                </a:solidFill>
              </a:rPr>
              <a:t>tiene</a:t>
            </a:r>
            <a:r>
              <a:rPr lang="en-US" dirty="0">
                <a:solidFill>
                  <a:schemeClr val="tx1"/>
                </a:solidFill>
              </a:rPr>
              <a:t> que </a:t>
            </a:r>
            <a:r>
              <a:rPr lang="en-US" dirty="0" err="1">
                <a:solidFill>
                  <a:schemeClr val="tx1"/>
                </a:solidFill>
              </a:rPr>
              <a:t>realizarse</a:t>
            </a:r>
            <a:r>
              <a:rPr lang="en-US" dirty="0">
                <a:solidFill>
                  <a:schemeClr val="tx1"/>
                </a:solidFill>
              </a:rPr>
              <a:t> </a:t>
            </a:r>
            <a:r>
              <a:rPr lang="en-US" dirty="0" err="1">
                <a:solidFill>
                  <a:schemeClr val="tx1"/>
                </a:solidFill>
              </a:rPr>
              <a:t>una</a:t>
            </a:r>
            <a:r>
              <a:rPr lang="en-US" dirty="0">
                <a:solidFill>
                  <a:schemeClr val="tx1"/>
                </a:solidFill>
              </a:rPr>
              <a:t> </a:t>
            </a:r>
            <a:r>
              <a:rPr lang="en-US" dirty="0" err="1">
                <a:solidFill>
                  <a:schemeClr val="tx1"/>
                </a:solidFill>
              </a:rPr>
              <a:t>implementación</a:t>
            </a:r>
            <a:r>
              <a:rPr lang="en-US" dirty="0">
                <a:solidFill>
                  <a:schemeClr val="tx1"/>
                </a:solidFill>
              </a:rPr>
              <a:t> </a:t>
            </a:r>
            <a:r>
              <a:rPr lang="en-US" dirty="0" err="1">
                <a:solidFill>
                  <a:schemeClr val="tx1"/>
                </a:solidFill>
              </a:rPr>
              <a:t>completa</a:t>
            </a:r>
            <a:r>
              <a:rPr lang="en-US" dirty="0">
                <a:solidFill>
                  <a:schemeClr val="tx1"/>
                </a:solidFill>
              </a:rPr>
              <a:t> del </a:t>
            </a:r>
            <a:r>
              <a:rPr lang="en-US" dirty="0" err="1">
                <a:solidFill>
                  <a:schemeClr val="tx1"/>
                </a:solidFill>
              </a:rPr>
              <a:t>producto</a:t>
            </a:r>
            <a:r>
              <a:rPr lang="en-US" dirty="0">
                <a:solidFill>
                  <a:schemeClr val="tx1"/>
                </a:solidFill>
              </a:rPr>
              <a:t> para que </a:t>
            </a:r>
            <a:r>
              <a:rPr lang="en-US" dirty="0" err="1">
                <a:solidFill>
                  <a:schemeClr val="tx1"/>
                </a:solidFill>
              </a:rPr>
              <a:t>comiencen</a:t>
            </a:r>
            <a:r>
              <a:rPr lang="en-US" dirty="0">
                <a:solidFill>
                  <a:schemeClr val="tx1"/>
                </a:solidFill>
              </a:rPr>
              <a:t> las </a:t>
            </a:r>
            <a:r>
              <a:rPr lang="en-US" dirty="0" err="1">
                <a:solidFill>
                  <a:schemeClr val="tx1"/>
                </a:solidFill>
              </a:rPr>
              <a:t>pruebas</a:t>
            </a:r>
            <a:r>
              <a:rPr lang="en-US" dirty="0">
                <a:solidFill>
                  <a:schemeClr val="tx1"/>
                </a:solidFill>
              </a:rPr>
              <a:t>.</a:t>
            </a:r>
          </a:p>
        </p:txBody>
      </p:sp>
      <p:sp>
        <p:nvSpPr>
          <p:cNvPr id="7179" name="Rectangle 7178">
            <a:extLst>
              <a:ext uri="{FF2B5EF4-FFF2-40B4-BE49-F238E27FC236}">
                <a16:creationId xmlns:a16="http://schemas.microsoft.com/office/drawing/2014/main" id="{199C0ED0-69DE-4C31-A5CF-E2A46FD30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8D42B8BD-40AF-488E-8A79-D7256C917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769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6">
            <a:extLst>
              <a:ext uri="{FF2B5EF4-FFF2-40B4-BE49-F238E27FC236}">
                <a16:creationId xmlns:a16="http://schemas.microsoft.com/office/drawing/2014/main" id="{13EFA6C3-82DC-4131-9929-2523E6FD0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ítulo 10">
            <a:extLst>
              <a:ext uri="{FF2B5EF4-FFF2-40B4-BE49-F238E27FC236}">
                <a16:creationId xmlns:a16="http://schemas.microsoft.com/office/drawing/2014/main" id="{85D1670A-A203-B7BD-D6F4-87D65ED97488}"/>
              </a:ext>
            </a:extLst>
          </p:cNvPr>
          <p:cNvSpPr>
            <a:spLocks noGrp="1"/>
          </p:cNvSpPr>
          <p:nvPr>
            <p:ph type="title"/>
          </p:nvPr>
        </p:nvSpPr>
        <p:spPr>
          <a:xfrm>
            <a:off x="5986630" y="652930"/>
            <a:ext cx="5816361" cy="1330839"/>
          </a:xfrm>
        </p:spPr>
        <p:txBody>
          <a:bodyPr vert="horz" lIns="91440" tIns="45720" rIns="91440" bIns="45720" rtlCol="0" anchor="ctr">
            <a:normAutofit/>
          </a:bodyPr>
          <a:lstStyle/>
          <a:p>
            <a:r>
              <a:rPr lang="en-US" sz="4800" b="1" kern="1200" dirty="0" err="1">
                <a:solidFill>
                  <a:schemeClr val="tx1"/>
                </a:solidFill>
                <a:latin typeface="+mj-lt"/>
                <a:ea typeface="+mj-ea"/>
                <a:cs typeface="+mj-cs"/>
              </a:rPr>
              <a:t>VyV</a:t>
            </a:r>
            <a:r>
              <a:rPr lang="en-US" sz="4800" b="1" kern="1200" dirty="0">
                <a:solidFill>
                  <a:schemeClr val="tx1"/>
                </a:solidFill>
                <a:latin typeface="+mj-lt"/>
                <a:ea typeface="+mj-ea"/>
                <a:cs typeface="+mj-cs"/>
              </a:rPr>
              <a:t> </a:t>
            </a:r>
            <a:r>
              <a:rPr lang="en-US" sz="4800" b="1" kern="1200" dirty="0" err="1">
                <a:solidFill>
                  <a:schemeClr val="tx1"/>
                </a:solidFill>
                <a:latin typeface="+mj-lt"/>
                <a:ea typeface="+mj-ea"/>
                <a:cs typeface="+mj-cs"/>
              </a:rPr>
              <a:t>en</a:t>
            </a:r>
            <a:r>
              <a:rPr lang="en-US" sz="4800" b="1" kern="1200" dirty="0">
                <a:solidFill>
                  <a:schemeClr val="tx1"/>
                </a:solidFill>
                <a:latin typeface="+mj-lt"/>
                <a:ea typeface="+mj-ea"/>
                <a:cs typeface="+mj-cs"/>
              </a:rPr>
              <a:t> </a:t>
            </a:r>
            <a:r>
              <a:rPr lang="en-US" sz="4800" b="1" kern="1200" dirty="0" err="1">
                <a:solidFill>
                  <a:schemeClr val="tx1"/>
                </a:solidFill>
                <a:latin typeface="+mj-lt"/>
                <a:ea typeface="+mj-ea"/>
                <a:cs typeface="+mj-cs"/>
              </a:rPr>
              <a:t>el</a:t>
            </a:r>
            <a:r>
              <a:rPr lang="en-US" sz="4800" b="1" kern="1200" dirty="0">
                <a:solidFill>
                  <a:schemeClr val="tx1"/>
                </a:solidFill>
                <a:latin typeface="+mj-lt"/>
                <a:ea typeface="+mj-ea"/>
                <a:cs typeface="+mj-cs"/>
              </a:rPr>
              <a:t> </a:t>
            </a:r>
            <a:r>
              <a:rPr lang="en-US" sz="4800" b="1" kern="1200" dirty="0" err="1">
                <a:solidFill>
                  <a:schemeClr val="tx1"/>
                </a:solidFill>
                <a:latin typeface="+mj-lt"/>
                <a:ea typeface="+mj-ea"/>
                <a:cs typeface="+mj-cs"/>
              </a:rPr>
              <a:t>ciclo</a:t>
            </a:r>
            <a:r>
              <a:rPr lang="en-US" sz="4800" b="1" kern="1200" dirty="0">
                <a:solidFill>
                  <a:schemeClr val="tx1"/>
                </a:solidFill>
                <a:latin typeface="+mj-lt"/>
                <a:ea typeface="+mj-ea"/>
                <a:cs typeface="+mj-cs"/>
              </a:rPr>
              <a:t> de </a:t>
            </a:r>
            <a:r>
              <a:rPr lang="en-US" sz="4800" b="1" kern="1200" dirty="0" err="1">
                <a:solidFill>
                  <a:schemeClr val="tx1"/>
                </a:solidFill>
                <a:latin typeface="+mj-lt"/>
                <a:ea typeface="+mj-ea"/>
                <a:cs typeface="+mj-cs"/>
              </a:rPr>
              <a:t>vida</a:t>
            </a:r>
            <a:endParaRPr lang="en-US" sz="4800" kern="1200" dirty="0">
              <a:solidFill>
                <a:schemeClr val="tx1"/>
              </a:solidFill>
              <a:latin typeface="+mj-lt"/>
              <a:ea typeface="+mj-ea"/>
              <a:cs typeface="+mj-cs"/>
            </a:endParaRPr>
          </a:p>
        </p:txBody>
      </p:sp>
      <p:sp>
        <p:nvSpPr>
          <p:cNvPr id="23" name="Freeform: Shape 18">
            <a:extLst>
              <a:ext uri="{FF2B5EF4-FFF2-40B4-BE49-F238E27FC236}">
                <a16:creationId xmlns:a16="http://schemas.microsoft.com/office/drawing/2014/main" id="{AEC9469E-14CA-4358-BABC-CBF836A61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69680" cy="767978"/>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048EB4C9-ACAF-4CCA-BA6E-931443192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5753" y="6027658"/>
            <a:ext cx="7906247" cy="830343"/>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134285 w 6884912"/>
              <a:gd name="connsiteY78" fmla="*/ 235592 h 1161397"/>
              <a:gd name="connsiteX79" fmla="*/ 4220717 w 6884912"/>
              <a:gd name="connsiteY79" fmla="*/ 192946 h 1161397"/>
              <a:gd name="connsiteX80" fmla="*/ 4228802 w 6884912"/>
              <a:gd name="connsiteY80" fmla="*/ 201468 h 1161397"/>
              <a:gd name="connsiteX81" fmla="*/ 4289361 w 6884912"/>
              <a:gd name="connsiteY81" fmla="*/ 196642 h 1161397"/>
              <a:gd name="connsiteX82" fmla="*/ 4498913 w 6884912"/>
              <a:gd name="connsiteY82" fmla="*/ 118915 h 1161397"/>
              <a:gd name="connsiteX83" fmla="*/ 4617330 w 6884912"/>
              <a:gd name="connsiteY83" fmla="*/ 111163 h 1161397"/>
              <a:gd name="connsiteX84" fmla="*/ 4659778 w 6884912"/>
              <a:gd name="connsiteY84" fmla="*/ 118219 h 1161397"/>
              <a:gd name="connsiteX85" fmla="*/ 4730870 w 6884912"/>
              <a:gd name="connsiteY85" fmla="*/ 129432 h 1161397"/>
              <a:gd name="connsiteX86" fmla="*/ 4785037 w 6884912"/>
              <a:gd name="connsiteY86" fmla="*/ 161964 h 1161397"/>
              <a:gd name="connsiteX87" fmla="*/ 4844073 w 6884912"/>
              <a:gd name="connsiteY87" fmla="*/ 161768 h 1161397"/>
              <a:gd name="connsiteX88" fmla="*/ 4856454 w 6884912"/>
              <a:gd name="connsiteY88" fmla="*/ 130488 h 1161397"/>
              <a:gd name="connsiteX89" fmla="*/ 4920038 w 6884912"/>
              <a:gd name="connsiteY89" fmla="*/ 140418 h 1161397"/>
              <a:gd name="connsiteX90" fmla="*/ 5016639 w 6884912"/>
              <a:gd name="connsiteY90" fmla="*/ 158905 h 1161397"/>
              <a:gd name="connsiteX91" fmla="*/ 5072009 w 6884912"/>
              <a:gd name="connsiteY91" fmla="*/ 161502 h 1161397"/>
              <a:gd name="connsiteX92" fmla="*/ 5223626 w 6884912"/>
              <a:gd name="connsiteY92" fmla="*/ 177356 h 1161397"/>
              <a:gd name="connsiteX93" fmla="*/ 5375773 w 6884912"/>
              <a:gd name="connsiteY93" fmla="*/ 199913 h 1161397"/>
              <a:gd name="connsiteX94" fmla="*/ 5467502 w 6884912"/>
              <a:gd name="connsiteY94" fmla="*/ 250963 h 1161397"/>
              <a:gd name="connsiteX95" fmla="*/ 5592395 w 6884912"/>
              <a:gd name="connsiteY95" fmla="*/ 265434 h 1161397"/>
              <a:gd name="connsiteX96" fmla="*/ 5613532 w 6884912"/>
              <a:gd name="connsiteY96" fmla="*/ 273379 h 1161397"/>
              <a:gd name="connsiteX97" fmla="*/ 5642173 w 6884912"/>
              <a:gd name="connsiteY97" fmla="*/ 266904 h 1161397"/>
              <a:gd name="connsiteX98" fmla="*/ 5756910 w 6884912"/>
              <a:gd name="connsiteY98" fmla="*/ 239211 h 1161397"/>
              <a:gd name="connsiteX99" fmla="*/ 5846667 w 6884912"/>
              <a:gd name="connsiteY99" fmla="*/ 201786 h 1161397"/>
              <a:gd name="connsiteX100" fmla="*/ 5960732 w 6884912"/>
              <a:gd name="connsiteY100" fmla="*/ 220708 h 1161397"/>
              <a:gd name="connsiteX101" fmla="*/ 6029542 w 6884912"/>
              <a:gd name="connsiteY101" fmla="*/ 210339 h 1161397"/>
              <a:gd name="connsiteX102" fmla="*/ 6141123 w 6884912"/>
              <a:gd name="connsiteY102" fmla="*/ 159923 h 1161397"/>
              <a:gd name="connsiteX103" fmla="*/ 6290640 w 6884912"/>
              <a:gd name="connsiteY103" fmla="*/ 167441 h 1161397"/>
              <a:gd name="connsiteX104" fmla="*/ 6322806 w 6884912"/>
              <a:gd name="connsiteY104" fmla="*/ 213293 h 1161397"/>
              <a:gd name="connsiteX105" fmla="*/ 6364914 w 6884912"/>
              <a:gd name="connsiteY105" fmla="*/ 240140 h 1161397"/>
              <a:gd name="connsiteX106" fmla="*/ 6380420 w 6884912"/>
              <a:gd name="connsiteY106" fmla="*/ 173195 h 1161397"/>
              <a:gd name="connsiteX107" fmla="*/ 6507891 w 6884912"/>
              <a:gd name="connsiteY107" fmla="*/ 118474 h 1161397"/>
              <a:gd name="connsiteX108" fmla="*/ 6571807 w 6884912"/>
              <a:gd name="connsiteY108" fmla="*/ 98636 h 1161397"/>
              <a:gd name="connsiteX109" fmla="*/ 6671880 w 6884912"/>
              <a:gd name="connsiteY109" fmla="*/ 82931 h 1161397"/>
              <a:gd name="connsiteX110" fmla="*/ 6702266 w 6884912"/>
              <a:gd name="connsiteY110" fmla="*/ 75470 h 1161397"/>
              <a:gd name="connsiteX111" fmla="*/ 6845802 w 6884912"/>
              <a:gd name="connsiteY111" fmla="*/ 24496 h 1161397"/>
              <a:gd name="connsiteX112" fmla="*/ 6884912 w 6884912"/>
              <a:gd name="connsiteY112"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220717 w 6884912"/>
              <a:gd name="connsiteY78" fmla="*/ 192946 h 1161397"/>
              <a:gd name="connsiteX79" fmla="*/ 4228802 w 6884912"/>
              <a:gd name="connsiteY79" fmla="*/ 201468 h 1161397"/>
              <a:gd name="connsiteX80" fmla="*/ 4289361 w 6884912"/>
              <a:gd name="connsiteY80" fmla="*/ 196642 h 1161397"/>
              <a:gd name="connsiteX81" fmla="*/ 4498913 w 6884912"/>
              <a:gd name="connsiteY81" fmla="*/ 118915 h 1161397"/>
              <a:gd name="connsiteX82" fmla="*/ 4617330 w 6884912"/>
              <a:gd name="connsiteY82" fmla="*/ 111163 h 1161397"/>
              <a:gd name="connsiteX83" fmla="*/ 4659778 w 6884912"/>
              <a:gd name="connsiteY83" fmla="*/ 118219 h 1161397"/>
              <a:gd name="connsiteX84" fmla="*/ 4730870 w 6884912"/>
              <a:gd name="connsiteY84" fmla="*/ 129432 h 1161397"/>
              <a:gd name="connsiteX85" fmla="*/ 4785037 w 6884912"/>
              <a:gd name="connsiteY85" fmla="*/ 161964 h 1161397"/>
              <a:gd name="connsiteX86" fmla="*/ 4844073 w 6884912"/>
              <a:gd name="connsiteY86" fmla="*/ 161768 h 1161397"/>
              <a:gd name="connsiteX87" fmla="*/ 4856454 w 6884912"/>
              <a:gd name="connsiteY87" fmla="*/ 130488 h 1161397"/>
              <a:gd name="connsiteX88" fmla="*/ 4920038 w 6884912"/>
              <a:gd name="connsiteY88" fmla="*/ 140418 h 1161397"/>
              <a:gd name="connsiteX89" fmla="*/ 5016639 w 6884912"/>
              <a:gd name="connsiteY89" fmla="*/ 158905 h 1161397"/>
              <a:gd name="connsiteX90" fmla="*/ 5072009 w 6884912"/>
              <a:gd name="connsiteY90" fmla="*/ 161502 h 1161397"/>
              <a:gd name="connsiteX91" fmla="*/ 5223626 w 6884912"/>
              <a:gd name="connsiteY91" fmla="*/ 177356 h 1161397"/>
              <a:gd name="connsiteX92" fmla="*/ 5375773 w 6884912"/>
              <a:gd name="connsiteY92" fmla="*/ 199913 h 1161397"/>
              <a:gd name="connsiteX93" fmla="*/ 5467502 w 6884912"/>
              <a:gd name="connsiteY93" fmla="*/ 250963 h 1161397"/>
              <a:gd name="connsiteX94" fmla="*/ 5592395 w 6884912"/>
              <a:gd name="connsiteY94" fmla="*/ 265434 h 1161397"/>
              <a:gd name="connsiteX95" fmla="*/ 5613532 w 6884912"/>
              <a:gd name="connsiteY95" fmla="*/ 273379 h 1161397"/>
              <a:gd name="connsiteX96" fmla="*/ 5642173 w 6884912"/>
              <a:gd name="connsiteY96" fmla="*/ 266904 h 1161397"/>
              <a:gd name="connsiteX97" fmla="*/ 5756910 w 6884912"/>
              <a:gd name="connsiteY97" fmla="*/ 239211 h 1161397"/>
              <a:gd name="connsiteX98" fmla="*/ 5846667 w 6884912"/>
              <a:gd name="connsiteY98" fmla="*/ 201786 h 1161397"/>
              <a:gd name="connsiteX99" fmla="*/ 5960732 w 6884912"/>
              <a:gd name="connsiteY99" fmla="*/ 220708 h 1161397"/>
              <a:gd name="connsiteX100" fmla="*/ 6029542 w 6884912"/>
              <a:gd name="connsiteY100" fmla="*/ 210339 h 1161397"/>
              <a:gd name="connsiteX101" fmla="*/ 6141123 w 6884912"/>
              <a:gd name="connsiteY101" fmla="*/ 159923 h 1161397"/>
              <a:gd name="connsiteX102" fmla="*/ 6290640 w 6884912"/>
              <a:gd name="connsiteY102" fmla="*/ 167441 h 1161397"/>
              <a:gd name="connsiteX103" fmla="*/ 6322806 w 6884912"/>
              <a:gd name="connsiteY103" fmla="*/ 213293 h 1161397"/>
              <a:gd name="connsiteX104" fmla="*/ 6364914 w 6884912"/>
              <a:gd name="connsiteY104" fmla="*/ 240140 h 1161397"/>
              <a:gd name="connsiteX105" fmla="*/ 6380420 w 6884912"/>
              <a:gd name="connsiteY105" fmla="*/ 173195 h 1161397"/>
              <a:gd name="connsiteX106" fmla="*/ 6507891 w 6884912"/>
              <a:gd name="connsiteY106" fmla="*/ 118474 h 1161397"/>
              <a:gd name="connsiteX107" fmla="*/ 6571807 w 6884912"/>
              <a:gd name="connsiteY107" fmla="*/ 98636 h 1161397"/>
              <a:gd name="connsiteX108" fmla="*/ 6671880 w 6884912"/>
              <a:gd name="connsiteY108" fmla="*/ 82931 h 1161397"/>
              <a:gd name="connsiteX109" fmla="*/ 6702266 w 6884912"/>
              <a:gd name="connsiteY109" fmla="*/ 75470 h 1161397"/>
              <a:gd name="connsiteX110" fmla="*/ 6845802 w 6884912"/>
              <a:gd name="connsiteY110" fmla="*/ 24496 h 1161397"/>
              <a:gd name="connsiteX111" fmla="*/ 6884912 w 6884912"/>
              <a:gd name="connsiteY111"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220717 w 6884912"/>
              <a:gd name="connsiteY78" fmla="*/ 192946 h 1161397"/>
              <a:gd name="connsiteX79" fmla="*/ 4228802 w 6884912"/>
              <a:gd name="connsiteY79" fmla="*/ 201468 h 1161397"/>
              <a:gd name="connsiteX80" fmla="*/ 4289361 w 6884912"/>
              <a:gd name="connsiteY80" fmla="*/ 196642 h 1161397"/>
              <a:gd name="connsiteX81" fmla="*/ 4498913 w 6884912"/>
              <a:gd name="connsiteY81" fmla="*/ 118915 h 1161397"/>
              <a:gd name="connsiteX82" fmla="*/ 4617330 w 6884912"/>
              <a:gd name="connsiteY82" fmla="*/ 111163 h 1161397"/>
              <a:gd name="connsiteX83" fmla="*/ 4659778 w 6884912"/>
              <a:gd name="connsiteY83" fmla="*/ 118219 h 1161397"/>
              <a:gd name="connsiteX84" fmla="*/ 4730870 w 6884912"/>
              <a:gd name="connsiteY84" fmla="*/ 129432 h 1161397"/>
              <a:gd name="connsiteX85" fmla="*/ 4785037 w 6884912"/>
              <a:gd name="connsiteY85" fmla="*/ 161964 h 1161397"/>
              <a:gd name="connsiteX86" fmla="*/ 4844073 w 6884912"/>
              <a:gd name="connsiteY86" fmla="*/ 161768 h 1161397"/>
              <a:gd name="connsiteX87" fmla="*/ 4856454 w 6884912"/>
              <a:gd name="connsiteY87" fmla="*/ 130488 h 1161397"/>
              <a:gd name="connsiteX88" fmla="*/ 4920038 w 6884912"/>
              <a:gd name="connsiteY88" fmla="*/ 140418 h 1161397"/>
              <a:gd name="connsiteX89" fmla="*/ 5016639 w 6884912"/>
              <a:gd name="connsiteY89" fmla="*/ 158905 h 1161397"/>
              <a:gd name="connsiteX90" fmla="*/ 5072009 w 6884912"/>
              <a:gd name="connsiteY90" fmla="*/ 161502 h 1161397"/>
              <a:gd name="connsiteX91" fmla="*/ 5223626 w 6884912"/>
              <a:gd name="connsiteY91" fmla="*/ 177356 h 1161397"/>
              <a:gd name="connsiteX92" fmla="*/ 5375773 w 6884912"/>
              <a:gd name="connsiteY92" fmla="*/ 199913 h 1161397"/>
              <a:gd name="connsiteX93" fmla="*/ 5467502 w 6884912"/>
              <a:gd name="connsiteY93" fmla="*/ 250963 h 1161397"/>
              <a:gd name="connsiteX94" fmla="*/ 5592395 w 6884912"/>
              <a:gd name="connsiteY94" fmla="*/ 265434 h 1161397"/>
              <a:gd name="connsiteX95" fmla="*/ 5613532 w 6884912"/>
              <a:gd name="connsiteY95" fmla="*/ 273379 h 1161397"/>
              <a:gd name="connsiteX96" fmla="*/ 5642173 w 6884912"/>
              <a:gd name="connsiteY96" fmla="*/ 266904 h 1161397"/>
              <a:gd name="connsiteX97" fmla="*/ 5756910 w 6884912"/>
              <a:gd name="connsiteY97" fmla="*/ 239211 h 1161397"/>
              <a:gd name="connsiteX98" fmla="*/ 5846667 w 6884912"/>
              <a:gd name="connsiteY98" fmla="*/ 201786 h 1161397"/>
              <a:gd name="connsiteX99" fmla="*/ 5960732 w 6884912"/>
              <a:gd name="connsiteY99" fmla="*/ 220708 h 1161397"/>
              <a:gd name="connsiteX100" fmla="*/ 6029542 w 6884912"/>
              <a:gd name="connsiteY100" fmla="*/ 210339 h 1161397"/>
              <a:gd name="connsiteX101" fmla="*/ 6141123 w 6884912"/>
              <a:gd name="connsiteY101" fmla="*/ 159923 h 1161397"/>
              <a:gd name="connsiteX102" fmla="*/ 6290640 w 6884912"/>
              <a:gd name="connsiteY102" fmla="*/ 167441 h 1161397"/>
              <a:gd name="connsiteX103" fmla="*/ 6322806 w 6884912"/>
              <a:gd name="connsiteY103" fmla="*/ 213293 h 1161397"/>
              <a:gd name="connsiteX104" fmla="*/ 6380420 w 6884912"/>
              <a:gd name="connsiteY104" fmla="*/ 173195 h 1161397"/>
              <a:gd name="connsiteX105" fmla="*/ 6507891 w 6884912"/>
              <a:gd name="connsiteY105" fmla="*/ 118474 h 1161397"/>
              <a:gd name="connsiteX106" fmla="*/ 6571807 w 6884912"/>
              <a:gd name="connsiteY106" fmla="*/ 98636 h 1161397"/>
              <a:gd name="connsiteX107" fmla="*/ 6671880 w 6884912"/>
              <a:gd name="connsiteY107" fmla="*/ 82931 h 1161397"/>
              <a:gd name="connsiteX108" fmla="*/ 6702266 w 6884912"/>
              <a:gd name="connsiteY108" fmla="*/ 75470 h 1161397"/>
              <a:gd name="connsiteX109" fmla="*/ 6845802 w 6884912"/>
              <a:gd name="connsiteY109" fmla="*/ 24496 h 1161397"/>
              <a:gd name="connsiteX110" fmla="*/ 6884912 w 6884912"/>
              <a:gd name="connsiteY110"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510042 w 6884912"/>
              <a:gd name="connsiteY60" fmla="*/ 311820 h 1161397"/>
              <a:gd name="connsiteX61" fmla="*/ 3626773 w 6884912"/>
              <a:gd name="connsiteY61" fmla="*/ 290452 h 1161397"/>
              <a:gd name="connsiteX62" fmla="*/ 3666217 w 6884912"/>
              <a:gd name="connsiteY62" fmla="*/ 273255 h 1161397"/>
              <a:gd name="connsiteX63" fmla="*/ 3732427 w 6884912"/>
              <a:gd name="connsiteY63" fmla="*/ 245039 h 1161397"/>
              <a:gd name="connsiteX64" fmla="*/ 3777022 w 6884912"/>
              <a:gd name="connsiteY64" fmla="*/ 200276 h 1161397"/>
              <a:gd name="connsiteX65" fmla="*/ 3791246 w 6884912"/>
              <a:gd name="connsiteY65" fmla="*/ 189996 h 1161397"/>
              <a:gd name="connsiteX66" fmla="*/ 3819864 w 6884912"/>
              <a:gd name="connsiteY66" fmla="*/ 194605 h 1161397"/>
              <a:gd name="connsiteX67" fmla="*/ 3830398 w 6884912"/>
              <a:gd name="connsiteY67" fmla="*/ 188383 h 1161397"/>
              <a:gd name="connsiteX68" fmla="*/ 3834360 w 6884912"/>
              <a:gd name="connsiteY68" fmla="*/ 188992 h 1161397"/>
              <a:gd name="connsiteX69" fmla="*/ 3843715 w 6884912"/>
              <a:gd name="connsiteY69" fmla="*/ 188752 h 1161397"/>
              <a:gd name="connsiteX70" fmla="*/ 3842609 w 6884912"/>
              <a:gd name="connsiteY70" fmla="*/ 197386 h 1161397"/>
              <a:gd name="connsiteX71" fmla="*/ 3853961 w 6884912"/>
              <a:gd name="connsiteY71" fmla="*/ 213380 h 1161397"/>
              <a:gd name="connsiteX72" fmla="*/ 3907640 w 6884912"/>
              <a:gd name="connsiteY72" fmla="*/ 207568 h 1161397"/>
              <a:gd name="connsiteX73" fmla="*/ 3910449 w 6884912"/>
              <a:gd name="connsiteY73" fmla="*/ 197808 h 1161397"/>
              <a:gd name="connsiteX74" fmla="*/ 3917197 w 6884912"/>
              <a:gd name="connsiteY74" fmla="*/ 196121 h 1161397"/>
              <a:gd name="connsiteX75" fmla="*/ 3922400 w 6884912"/>
              <a:gd name="connsiteY75" fmla="*/ 205056 h 1161397"/>
              <a:gd name="connsiteX76" fmla="*/ 4013061 w 6884912"/>
              <a:gd name="connsiteY76" fmla="*/ 224874 h 1161397"/>
              <a:gd name="connsiteX77" fmla="*/ 4220717 w 6884912"/>
              <a:gd name="connsiteY77" fmla="*/ 192946 h 1161397"/>
              <a:gd name="connsiteX78" fmla="*/ 4228802 w 6884912"/>
              <a:gd name="connsiteY78" fmla="*/ 201468 h 1161397"/>
              <a:gd name="connsiteX79" fmla="*/ 4289361 w 6884912"/>
              <a:gd name="connsiteY79" fmla="*/ 196642 h 1161397"/>
              <a:gd name="connsiteX80" fmla="*/ 4498913 w 6884912"/>
              <a:gd name="connsiteY80" fmla="*/ 118915 h 1161397"/>
              <a:gd name="connsiteX81" fmla="*/ 4617330 w 6884912"/>
              <a:gd name="connsiteY81" fmla="*/ 111163 h 1161397"/>
              <a:gd name="connsiteX82" fmla="*/ 4659778 w 6884912"/>
              <a:gd name="connsiteY82" fmla="*/ 118219 h 1161397"/>
              <a:gd name="connsiteX83" fmla="*/ 4730870 w 6884912"/>
              <a:gd name="connsiteY83" fmla="*/ 129432 h 1161397"/>
              <a:gd name="connsiteX84" fmla="*/ 4785037 w 6884912"/>
              <a:gd name="connsiteY84" fmla="*/ 161964 h 1161397"/>
              <a:gd name="connsiteX85" fmla="*/ 4844073 w 6884912"/>
              <a:gd name="connsiteY85" fmla="*/ 161768 h 1161397"/>
              <a:gd name="connsiteX86" fmla="*/ 4856454 w 6884912"/>
              <a:gd name="connsiteY86" fmla="*/ 130488 h 1161397"/>
              <a:gd name="connsiteX87" fmla="*/ 4920038 w 6884912"/>
              <a:gd name="connsiteY87" fmla="*/ 140418 h 1161397"/>
              <a:gd name="connsiteX88" fmla="*/ 5016639 w 6884912"/>
              <a:gd name="connsiteY88" fmla="*/ 158905 h 1161397"/>
              <a:gd name="connsiteX89" fmla="*/ 5072009 w 6884912"/>
              <a:gd name="connsiteY89" fmla="*/ 161502 h 1161397"/>
              <a:gd name="connsiteX90" fmla="*/ 5223626 w 6884912"/>
              <a:gd name="connsiteY90" fmla="*/ 177356 h 1161397"/>
              <a:gd name="connsiteX91" fmla="*/ 5375773 w 6884912"/>
              <a:gd name="connsiteY91" fmla="*/ 199913 h 1161397"/>
              <a:gd name="connsiteX92" fmla="*/ 5467502 w 6884912"/>
              <a:gd name="connsiteY92" fmla="*/ 250963 h 1161397"/>
              <a:gd name="connsiteX93" fmla="*/ 5592395 w 6884912"/>
              <a:gd name="connsiteY93" fmla="*/ 265434 h 1161397"/>
              <a:gd name="connsiteX94" fmla="*/ 5613532 w 6884912"/>
              <a:gd name="connsiteY94" fmla="*/ 273379 h 1161397"/>
              <a:gd name="connsiteX95" fmla="*/ 5642173 w 6884912"/>
              <a:gd name="connsiteY95" fmla="*/ 266904 h 1161397"/>
              <a:gd name="connsiteX96" fmla="*/ 5756910 w 6884912"/>
              <a:gd name="connsiteY96" fmla="*/ 239211 h 1161397"/>
              <a:gd name="connsiteX97" fmla="*/ 5846667 w 6884912"/>
              <a:gd name="connsiteY97" fmla="*/ 201786 h 1161397"/>
              <a:gd name="connsiteX98" fmla="*/ 5960732 w 6884912"/>
              <a:gd name="connsiteY98" fmla="*/ 220708 h 1161397"/>
              <a:gd name="connsiteX99" fmla="*/ 6029542 w 6884912"/>
              <a:gd name="connsiteY99" fmla="*/ 210339 h 1161397"/>
              <a:gd name="connsiteX100" fmla="*/ 6141123 w 6884912"/>
              <a:gd name="connsiteY100" fmla="*/ 159923 h 1161397"/>
              <a:gd name="connsiteX101" fmla="*/ 6290640 w 6884912"/>
              <a:gd name="connsiteY101" fmla="*/ 167441 h 1161397"/>
              <a:gd name="connsiteX102" fmla="*/ 6322806 w 6884912"/>
              <a:gd name="connsiteY102" fmla="*/ 213293 h 1161397"/>
              <a:gd name="connsiteX103" fmla="*/ 6380420 w 6884912"/>
              <a:gd name="connsiteY103" fmla="*/ 173195 h 1161397"/>
              <a:gd name="connsiteX104" fmla="*/ 6507891 w 6884912"/>
              <a:gd name="connsiteY104" fmla="*/ 118474 h 1161397"/>
              <a:gd name="connsiteX105" fmla="*/ 6571807 w 6884912"/>
              <a:gd name="connsiteY105" fmla="*/ 98636 h 1161397"/>
              <a:gd name="connsiteX106" fmla="*/ 6671880 w 6884912"/>
              <a:gd name="connsiteY106" fmla="*/ 82931 h 1161397"/>
              <a:gd name="connsiteX107" fmla="*/ 6702266 w 6884912"/>
              <a:gd name="connsiteY107" fmla="*/ 75470 h 1161397"/>
              <a:gd name="connsiteX108" fmla="*/ 6845802 w 6884912"/>
              <a:gd name="connsiteY108" fmla="*/ 24496 h 1161397"/>
              <a:gd name="connsiteX109" fmla="*/ 6884912 w 6884912"/>
              <a:gd name="connsiteY109"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510042 w 6884912"/>
              <a:gd name="connsiteY60" fmla="*/ 311820 h 1161397"/>
              <a:gd name="connsiteX61" fmla="*/ 3626773 w 6884912"/>
              <a:gd name="connsiteY61" fmla="*/ 290452 h 1161397"/>
              <a:gd name="connsiteX62" fmla="*/ 3666217 w 6884912"/>
              <a:gd name="connsiteY62" fmla="*/ 273255 h 1161397"/>
              <a:gd name="connsiteX63" fmla="*/ 3732427 w 6884912"/>
              <a:gd name="connsiteY63" fmla="*/ 245039 h 1161397"/>
              <a:gd name="connsiteX64" fmla="*/ 3777022 w 6884912"/>
              <a:gd name="connsiteY64" fmla="*/ 200276 h 1161397"/>
              <a:gd name="connsiteX65" fmla="*/ 3791246 w 6884912"/>
              <a:gd name="connsiteY65" fmla="*/ 189996 h 1161397"/>
              <a:gd name="connsiteX66" fmla="*/ 3819864 w 6884912"/>
              <a:gd name="connsiteY66" fmla="*/ 194605 h 1161397"/>
              <a:gd name="connsiteX67" fmla="*/ 3830398 w 6884912"/>
              <a:gd name="connsiteY67" fmla="*/ 188383 h 1161397"/>
              <a:gd name="connsiteX68" fmla="*/ 3834360 w 6884912"/>
              <a:gd name="connsiteY68" fmla="*/ 188992 h 1161397"/>
              <a:gd name="connsiteX69" fmla="*/ 3843715 w 6884912"/>
              <a:gd name="connsiteY69" fmla="*/ 188752 h 1161397"/>
              <a:gd name="connsiteX70" fmla="*/ 3842609 w 6884912"/>
              <a:gd name="connsiteY70" fmla="*/ 197386 h 1161397"/>
              <a:gd name="connsiteX71" fmla="*/ 3853961 w 6884912"/>
              <a:gd name="connsiteY71" fmla="*/ 213380 h 1161397"/>
              <a:gd name="connsiteX72" fmla="*/ 3907640 w 6884912"/>
              <a:gd name="connsiteY72" fmla="*/ 207568 h 1161397"/>
              <a:gd name="connsiteX73" fmla="*/ 3910449 w 6884912"/>
              <a:gd name="connsiteY73" fmla="*/ 197808 h 1161397"/>
              <a:gd name="connsiteX74" fmla="*/ 3917197 w 6884912"/>
              <a:gd name="connsiteY74" fmla="*/ 196121 h 1161397"/>
              <a:gd name="connsiteX75" fmla="*/ 3922400 w 6884912"/>
              <a:gd name="connsiteY75" fmla="*/ 205056 h 1161397"/>
              <a:gd name="connsiteX76" fmla="*/ 4013061 w 6884912"/>
              <a:gd name="connsiteY76" fmla="*/ 224874 h 1161397"/>
              <a:gd name="connsiteX77" fmla="*/ 4220717 w 6884912"/>
              <a:gd name="connsiteY77" fmla="*/ 192946 h 1161397"/>
              <a:gd name="connsiteX78" fmla="*/ 4228802 w 6884912"/>
              <a:gd name="connsiteY78" fmla="*/ 201468 h 1161397"/>
              <a:gd name="connsiteX79" fmla="*/ 4289361 w 6884912"/>
              <a:gd name="connsiteY79" fmla="*/ 196642 h 1161397"/>
              <a:gd name="connsiteX80" fmla="*/ 4498913 w 6884912"/>
              <a:gd name="connsiteY80" fmla="*/ 118915 h 1161397"/>
              <a:gd name="connsiteX81" fmla="*/ 4617330 w 6884912"/>
              <a:gd name="connsiteY81" fmla="*/ 111163 h 1161397"/>
              <a:gd name="connsiteX82" fmla="*/ 4659778 w 6884912"/>
              <a:gd name="connsiteY82" fmla="*/ 118219 h 1161397"/>
              <a:gd name="connsiteX83" fmla="*/ 4730870 w 6884912"/>
              <a:gd name="connsiteY83" fmla="*/ 129432 h 1161397"/>
              <a:gd name="connsiteX84" fmla="*/ 4844073 w 6884912"/>
              <a:gd name="connsiteY84" fmla="*/ 161768 h 1161397"/>
              <a:gd name="connsiteX85" fmla="*/ 4856454 w 6884912"/>
              <a:gd name="connsiteY85" fmla="*/ 130488 h 1161397"/>
              <a:gd name="connsiteX86" fmla="*/ 4920038 w 6884912"/>
              <a:gd name="connsiteY86" fmla="*/ 140418 h 1161397"/>
              <a:gd name="connsiteX87" fmla="*/ 5016639 w 6884912"/>
              <a:gd name="connsiteY87" fmla="*/ 158905 h 1161397"/>
              <a:gd name="connsiteX88" fmla="*/ 5072009 w 6884912"/>
              <a:gd name="connsiteY88" fmla="*/ 161502 h 1161397"/>
              <a:gd name="connsiteX89" fmla="*/ 5223626 w 6884912"/>
              <a:gd name="connsiteY89" fmla="*/ 177356 h 1161397"/>
              <a:gd name="connsiteX90" fmla="*/ 5375773 w 6884912"/>
              <a:gd name="connsiteY90" fmla="*/ 199913 h 1161397"/>
              <a:gd name="connsiteX91" fmla="*/ 5467502 w 6884912"/>
              <a:gd name="connsiteY91" fmla="*/ 250963 h 1161397"/>
              <a:gd name="connsiteX92" fmla="*/ 5592395 w 6884912"/>
              <a:gd name="connsiteY92" fmla="*/ 265434 h 1161397"/>
              <a:gd name="connsiteX93" fmla="*/ 5613532 w 6884912"/>
              <a:gd name="connsiteY93" fmla="*/ 273379 h 1161397"/>
              <a:gd name="connsiteX94" fmla="*/ 5642173 w 6884912"/>
              <a:gd name="connsiteY94" fmla="*/ 266904 h 1161397"/>
              <a:gd name="connsiteX95" fmla="*/ 5756910 w 6884912"/>
              <a:gd name="connsiteY95" fmla="*/ 239211 h 1161397"/>
              <a:gd name="connsiteX96" fmla="*/ 5846667 w 6884912"/>
              <a:gd name="connsiteY96" fmla="*/ 201786 h 1161397"/>
              <a:gd name="connsiteX97" fmla="*/ 5960732 w 6884912"/>
              <a:gd name="connsiteY97" fmla="*/ 220708 h 1161397"/>
              <a:gd name="connsiteX98" fmla="*/ 6029542 w 6884912"/>
              <a:gd name="connsiteY98" fmla="*/ 210339 h 1161397"/>
              <a:gd name="connsiteX99" fmla="*/ 6141123 w 6884912"/>
              <a:gd name="connsiteY99" fmla="*/ 159923 h 1161397"/>
              <a:gd name="connsiteX100" fmla="*/ 6290640 w 6884912"/>
              <a:gd name="connsiteY100" fmla="*/ 167441 h 1161397"/>
              <a:gd name="connsiteX101" fmla="*/ 6322806 w 6884912"/>
              <a:gd name="connsiteY101" fmla="*/ 213293 h 1161397"/>
              <a:gd name="connsiteX102" fmla="*/ 6380420 w 6884912"/>
              <a:gd name="connsiteY102" fmla="*/ 173195 h 1161397"/>
              <a:gd name="connsiteX103" fmla="*/ 6507891 w 6884912"/>
              <a:gd name="connsiteY103" fmla="*/ 118474 h 1161397"/>
              <a:gd name="connsiteX104" fmla="*/ 6571807 w 6884912"/>
              <a:gd name="connsiteY104" fmla="*/ 98636 h 1161397"/>
              <a:gd name="connsiteX105" fmla="*/ 6671880 w 6884912"/>
              <a:gd name="connsiteY105" fmla="*/ 82931 h 1161397"/>
              <a:gd name="connsiteX106" fmla="*/ 6702266 w 6884912"/>
              <a:gd name="connsiteY106" fmla="*/ 75470 h 1161397"/>
              <a:gd name="connsiteX107" fmla="*/ 6845802 w 6884912"/>
              <a:gd name="connsiteY107" fmla="*/ 24496 h 1161397"/>
              <a:gd name="connsiteX108" fmla="*/ 6884912 w 6884912"/>
              <a:gd name="connsiteY10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478946 w 6884912"/>
              <a:gd name="connsiteY7" fmla="*/ 1106011 h 1161397"/>
              <a:gd name="connsiteX8" fmla="*/ 512111 w 6884912"/>
              <a:gd name="connsiteY8" fmla="*/ 1085599 h 1161397"/>
              <a:gd name="connsiteX9" fmla="*/ 567875 w 6884912"/>
              <a:gd name="connsiteY9" fmla="*/ 1051976 h 1161397"/>
              <a:gd name="connsiteX10" fmla="*/ 601644 w 6884912"/>
              <a:gd name="connsiteY10" fmla="*/ 1003997 h 1161397"/>
              <a:gd name="connsiteX11" fmla="*/ 651408 w 6884912"/>
              <a:gd name="connsiteY11" fmla="*/ 984938 h 1161397"/>
              <a:gd name="connsiteX12" fmla="*/ 673197 w 6884912"/>
              <a:gd name="connsiteY12" fmla="*/ 1010060 h 1161397"/>
              <a:gd name="connsiteX13" fmla="*/ 723108 w 6884912"/>
              <a:gd name="connsiteY13" fmla="*/ 980081 h 1161397"/>
              <a:gd name="connsiteX14" fmla="*/ 797699 w 6884912"/>
              <a:gd name="connsiteY14" fmla="*/ 931362 h 1161397"/>
              <a:gd name="connsiteX15" fmla="*/ 843359 w 6884912"/>
              <a:gd name="connsiteY15" fmla="*/ 910894 h 1161397"/>
              <a:gd name="connsiteX16" fmla="*/ 965215 w 6884912"/>
              <a:gd name="connsiteY16" fmla="*/ 846701 h 1161397"/>
              <a:gd name="connsiteX17" fmla="*/ 1085080 w 6884912"/>
              <a:gd name="connsiteY17" fmla="*/ 776086 h 1161397"/>
              <a:gd name="connsiteX18" fmla="*/ 1131224 w 6884912"/>
              <a:gd name="connsiteY18" fmla="*/ 706160 h 1161397"/>
              <a:gd name="connsiteX19" fmla="*/ 1138051 w 6884912"/>
              <a:gd name="connsiteY19" fmla="*/ 702034 h 1161397"/>
              <a:gd name="connsiteX20" fmla="*/ 1158800 w 6884912"/>
              <a:gd name="connsiteY20" fmla="*/ 700004 h 1161397"/>
              <a:gd name="connsiteX21" fmla="*/ 1166947 w 6884912"/>
              <a:gd name="connsiteY21" fmla="*/ 700762 h 1161397"/>
              <a:gd name="connsiteX22" fmla="*/ 1178135 w 6884912"/>
              <a:gd name="connsiteY22" fmla="*/ 698631 h 1161397"/>
              <a:gd name="connsiteX23" fmla="*/ 1178301 w 6884912"/>
              <a:gd name="connsiteY23" fmla="*/ 698094 h 1161397"/>
              <a:gd name="connsiteX24" fmla="*/ 1188995 w 6884912"/>
              <a:gd name="connsiteY24" fmla="*/ 697048 h 1161397"/>
              <a:gd name="connsiteX25" fmla="*/ 1242716 w 6884912"/>
              <a:gd name="connsiteY25" fmla="*/ 698052 h 1161397"/>
              <a:gd name="connsiteX26" fmla="*/ 1299977 w 6884912"/>
              <a:gd name="connsiteY26" fmla="*/ 639196 h 1161397"/>
              <a:gd name="connsiteX27" fmla="*/ 1326190 w 6884912"/>
              <a:gd name="connsiteY27" fmla="*/ 625955 h 1161397"/>
              <a:gd name="connsiteX28" fmla="*/ 1339600 w 6884912"/>
              <a:gd name="connsiteY28" fmla="*/ 616295 h 1161397"/>
              <a:gd name="connsiteX29" fmla="*/ 1340054 w 6884912"/>
              <a:gd name="connsiteY29" fmla="*/ 614022 h 1161397"/>
              <a:gd name="connsiteX30" fmla="*/ 1391606 w 6884912"/>
              <a:gd name="connsiteY30" fmla="*/ 615229 h 1161397"/>
              <a:gd name="connsiteX31" fmla="*/ 1397565 w 6884912"/>
              <a:gd name="connsiteY31" fmla="*/ 611490 h 1161397"/>
              <a:gd name="connsiteX32" fmla="*/ 1432302 w 6884912"/>
              <a:gd name="connsiteY32" fmla="*/ 617267 h 1161397"/>
              <a:gd name="connsiteX33" fmla="*/ 1449644 w 6884912"/>
              <a:gd name="connsiteY33" fmla="*/ 617591 h 1161397"/>
              <a:gd name="connsiteX34" fmla="*/ 1455793 w 6884912"/>
              <a:gd name="connsiteY34" fmla="*/ 623174 h 1161397"/>
              <a:gd name="connsiteX35" fmla="*/ 1480758 w 6884912"/>
              <a:gd name="connsiteY35" fmla="*/ 620863 h 1161397"/>
              <a:gd name="connsiteX36" fmla="*/ 1483154 w 6884912"/>
              <a:gd name="connsiteY36" fmla="*/ 618527 h 1161397"/>
              <a:gd name="connsiteX37" fmla="*/ 1505495 w 6884912"/>
              <a:gd name="connsiteY37" fmla="*/ 624325 h 1161397"/>
              <a:gd name="connsiteX38" fmla="*/ 1526340 w 6884912"/>
              <a:gd name="connsiteY38" fmla="*/ 638496 h 1161397"/>
              <a:gd name="connsiteX39" fmla="*/ 1731986 w 6884912"/>
              <a:gd name="connsiteY39" fmla="*/ 589682 h 1161397"/>
              <a:gd name="connsiteX40" fmla="*/ 1927935 w 6884912"/>
              <a:gd name="connsiteY40" fmla="*/ 628540 h 1161397"/>
              <a:gd name="connsiteX41" fmla="*/ 2039075 w 6884912"/>
              <a:gd name="connsiteY41" fmla="*/ 599964 h 1161397"/>
              <a:gd name="connsiteX42" fmla="*/ 2066980 w 6884912"/>
              <a:gd name="connsiteY42" fmla="*/ 550413 h 1161397"/>
              <a:gd name="connsiteX43" fmla="*/ 2352236 w 6884912"/>
              <a:gd name="connsiteY43" fmla="*/ 519602 h 1161397"/>
              <a:gd name="connsiteX44" fmla="*/ 2420791 w 6884912"/>
              <a:gd name="connsiteY44" fmla="*/ 492826 h 1161397"/>
              <a:gd name="connsiteX45" fmla="*/ 2489932 w 6884912"/>
              <a:gd name="connsiteY45" fmla="*/ 507864 h 1161397"/>
              <a:gd name="connsiteX46" fmla="*/ 2512917 w 6884912"/>
              <a:gd name="connsiteY46" fmla="*/ 489127 h 1161397"/>
              <a:gd name="connsiteX47" fmla="*/ 2516783 w 6884912"/>
              <a:gd name="connsiteY47" fmla="*/ 485473 h 1161397"/>
              <a:gd name="connsiteX48" fmla="*/ 2534360 w 6884912"/>
              <a:gd name="connsiteY48" fmla="*/ 480064 h 1161397"/>
              <a:gd name="connsiteX49" fmla="*/ 2536691 w 6884912"/>
              <a:gd name="connsiteY49" fmla="*/ 467018 h 1161397"/>
              <a:gd name="connsiteX50" fmla="*/ 2561265 w 6884912"/>
              <a:gd name="connsiteY50" fmla="*/ 450623 h 1161397"/>
              <a:gd name="connsiteX51" fmla="*/ 2594349 w 6884912"/>
              <a:gd name="connsiteY51" fmla="*/ 443884 h 1161397"/>
              <a:gd name="connsiteX52" fmla="*/ 2754324 w 6884912"/>
              <a:gd name="connsiteY52" fmla="*/ 424766 h 1161397"/>
              <a:gd name="connsiteX53" fmla="*/ 2848470 w 6884912"/>
              <a:gd name="connsiteY53" fmla="*/ 405966 h 1161397"/>
              <a:gd name="connsiteX54" fmla="*/ 2881772 w 6884912"/>
              <a:gd name="connsiteY54" fmla="*/ 387260 h 1161397"/>
              <a:gd name="connsiteX55" fmla="*/ 2929932 w 6884912"/>
              <a:gd name="connsiteY55" fmla="*/ 368912 h 1161397"/>
              <a:gd name="connsiteX56" fmla="*/ 3013020 w 6884912"/>
              <a:gd name="connsiteY56" fmla="*/ 327578 h 1161397"/>
              <a:gd name="connsiteX57" fmla="*/ 3222191 w 6884912"/>
              <a:gd name="connsiteY57" fmla="*/ 307887 h 1161397"/>
              <a:gd name="connsiteX58" fmla="*/ 3227953 w 6884912"/>
              <a:gd name="connsiteY58" fmla="*/ 297650 h 1161397"/>
              <a:gd name="connsiteX59" fmla="*/ 3510042 w 6884912"/>
              <a:gd name="connsiteY59" fmla="*/ 311820 h 1161397"/>
              <a:gd name="connsiteX60" fmla="*/ 3626773 w 6884912"/>
              <a:gd name="connsiteY60" fmla="*/ 290452 h 1161397"/>
              <a:gd name="connsiteX61" fmla="*/ 3666217 w 6884912"/>
              <a:gd name="connsiteY61" fmla="*/ 273255 h 1161397"/>
              <a:gd name="connsiteX62" fmla="*/ 3732427 w 6884912"/>
              <a:gd name="connsiteY62" fmla="*/ 245039 h 1161397"/>
              <a:gd name="connsiteX63" fmla="*/ 3777022 w 6884912"/>
              <a:gd name="connsiteY63" fmla="*/ 200276 h 1161397"/>
              <a:gd name="connsiteX64" fmla="*/ 3791246 w 6884912"/>
              <a:gd name="connsiteY64" fmla="*/ 189996 h 1161397"/>
              <a:gd name="connsiteX65" fmla="*/ 3819864 w 6884912"/>
              <a:gd name="connsiteY65" fmla="*/ 194605 h 1161397"/>
              <a:gd name="connsiteX66" fmla="*/ 3830398 w 6884912"/>
              <a:gd name="connsiteY66" fmla="*/ 188383 h 1161397"/>
              <a:gd name="connsiteX67" fmla="*/ 3834360 w 6884912"/>
              <a:gd name="connsiteY67" fmla="*/ 188992 h 1161397"/>
              <a:gd name="connsiteX68" fmla="*/ 3843715 w 6884912"/>
              <a:gd name="connsiteY68" fmla="*/ 188752 h 1161397"/>
              <a:gd name="connsiteX69" fmla="*/ 3842609 w 6884912"/>
              <a:gd name="connsiteY69" fmla="*/ 197386 h 1161397"/>
              <a:gd name="connsiteX70" fmla="*/ 3853961 w 6884912"/>
              <a:gd name="connsiteY70" fmla="*/ 213380 h 1161397"/>
              <a:gd name="connsiteX71" fmla="*/ 3907640 w 6884912"/>
              <a:gd name="connsiteY71" fmla="*/ 207568 h 1161397"/>
              <a:gd name="connsiteX72" fmla="*/ 3910449 w 6884912"/>
              <a:gd name="connsiteY72" fmla="*/ 197808 h 1161397"/>
              <a:gd name="connsiteX73" fmla="*/ 3917197 w 6884912"/>
              <a:gd name="connsiteY73" fmla="*/ 196121 h 1161397"/>
              <a:gd name="connsiteX74" fmla="*/ 3922400 w 6884912"/>
              <a:gd name="connsiteY74" fmla="*/ 205056 h 1161397"/>
              <a:gd name="connsiteX75" fmla="*/ 4013061 w 6884912"/>
              <a:gd name="connsiteY75" fmla="*/ 224874 h 1161397"/>
              <a:gd name="connsiteX76" fmla="*/ 4220717 w 6884912"/>
              <a:gd name="connsiteY76" fmla="*/ 192946 h 1161397"/>
              <a:gd name="connsiteX77" fmla="*/ 4228802 w 6884912"/>
              <a:gd name="connsiteY77" fmla="*/ 201468 h 1161397"/>
              <a:gd name="connsiteX78" fmla="*/ 4289361 w 6884912"/>
              <a:gd name="connsiteY78" fmla="*/ 196642 h 1161397"/>
              <a:gd name="connsiteX79" fmla="*/ 4498913 w 6884912"/>
              <a:gd name="connsiteY79" fmla="*/ 118915 h 1161397"/>
              <a:gd name="connsiteX80" fmla="*/ 4617330 w 6884912"/>
              <a:gd name="connsiteY80" fmla="*/ 111163 h 1161397"/>
              <a:gd name="connsiteX81" fmla="*/ 4659778 w 6884912"/>
              <a:gd name="connsiteY81" fmla="*/ 118219 h 1161397"/>
              <a:gd name="connsiteX82" fmla="*/ 4730870 w 6884912"/>
              <a:gd name="connsiteY82" fmla="*/ 129432 h 1161397"/>
              <a:gd name="connsiteX83" fmla="*/ 4844073 w 6884912"/>
              <a:gd name="connsiteY83" fmla="*/ 161768 h 1161397"/>
              <a:gd name="connsiteX84" fmla="*/ 4856454 w 6884912"/>
              <a:gd name="connsiteY84" fmla="*/ 130488 h 1161397"/>
              <a:gd name="connsiteX85" fmla="*/ 4920038 w 6884912"/>
              <a:gd name="connsiteY85" fmla="*/ 140418 h 1161397"/>
              <a:gd name="connsiteX86" fmla="*/ 5016639 w 6884912"/>
              <a:gd name="connsiteY86" fmla="*/ 158905 h 1161397"/>
              <a:gd name="connsiteX87" fmla="*/ 5072009 w 6884912"/>
              <a:gd name="connsiteY87" fmla="*/ 161502 h 1161397"/>
              <a:gd name="connsiteX88" fmla="*/ 5223626 w 6884912"/>
              <a:gd name="connsiteY88" fmla="*/ 177356 h 1161397"/>
              <a:gd name="connsiteX89" fmla="*/ 5375773 w 6884912"/>
              <a:gd name="connsiteY89" fmla="*/ 199913 h 1161397"/>
              <a:gd name="connsiteX90" fmla="*/ 5467502 w 6884912"/>
              <a:gd name="connsiteY90" fmla="*/ 250963 h 1161397"/>
              <a:gd name="connsiteX91" fmla="*/ 5592395 w 6884912"/>
              <a:gd name="connsiteY91" fmla="*/ 265434 h 1161397"/>
              <a:gd name="connsiteX92" fmla="*/ 5613532 w 6884912"/>
              <a:gd name="connsiteY92" fmla="*/ 273379 h 1161397"/>
              <a:gd name="connsiteX93" fmla="*/ 5642173 w 6884912"/>
              <a:gd name="connsiteY93" fmla="*/ 266904 h 1161397"/>
              <a:gd name="connsiteX94" fmla="*/ 5756910 w 6884912"/>
              <a:gd name="connsiteY94" fmla="*/ 239211 h 1161397"/>
              <a:gd name="connsiteX95" fmla="*/ 5846667 w 6884912"/>
              <a:gd name="connsiteY95" fmla="*/ 201786 h 1161397"/>
              <a:gd name="connsiteX96" fmla="*/ 5960732 w 6884912"/>
              <a:gd name="connsiteY96" fmla="*/ 220708 h 1161397"/>
              <a:gd name="connsiteX97" fmla="*/ 6029542 w 6884912"/>
              <a:gd name="connsiteY97" fmla="*/ 210339 h 1161397"/>
              <a:gd name="connsiteX98" fmla="*/ 6141123 w 6884912"/>
              <a:gd name="connsiteY98" fmla="*/ 159923 h 1161397"/>
              <a:gd name="connsiteX99" fmla="*/ 6290640 w 6884912"/>
              <a:gd name="connsiteY99" fmla="*/ 167441 h 1161397"/>
              <a:gd name="connsiteX100" fmla="*/ 6322806 w 6884912"/>
              <a:gd name="connsiteY100" fmla="*/ 213293 h 1161397"/>
              <a:gd name="connsiteX101" fmla="*/ 6380420 w 6884912"/>
              <a:gd name="connsiteY101" fmla="*/ 173195 h 1161397"/>
              <a:gd name="connsiteX102" fmla="*/ 6507891 w 6884912"/>
              <a:gd name="connsiteY102" fmla="*/ 118474 h 1161397"/>
              <a:gd name="connsiteX103" fmla="*/ 6571807 w 6884912"/>
              <a:gd name="connsiteY103" fmla="*/ 98636 h 1161397"/>
              <a:gd name="connsiteX104" fmla="*/ 6671880 w 6884912"/>
              <a:gd name="connsiteY104" fmla="*/ 82931 h 1161397"/>
              <a:gd name="connsiteX105" fmla="*/ 6702266 w 6884912"/>
              <a:gd name="connsiteY105" fmla="*/ 75470 h 1161397"/>
              <a:gd name="connsiteX106" fmla="*/ 6845802 w 6884912"/>
              <a:gd name="connsiteY106" fmla="*/ 24496 h 1161397"/>
              <a:gd name="connsiteX107" fmla="*/ 6884912 w 6884912"/>
              <a:gd name="connsiteY107"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512111 w 6884912"/>
              <a:gd name="connsiteY7" fmla="*/ 1085599 h 1161397"/>
              <a:gd name="connsiteX8" fmla="*/ 567875 w 6884912"/>
              <a:gd name="connsiteY8" fmla="*/ 1051976 h 1161397"/>
              <a:gd name="connsiteX9" fmla="*/ 601644 w 6884912"/>
              <a:gd name="connsiteY9" fmla="*/ 1003997 h 1161397"/>
              <a:gd name="connsiteX10" fmla="*/ 651408 w 6884912"/>
              <a:gd name="connsiteY10" fmla="*/ 984938 h 1161397"/>
              <a:gd name="connsiteX11" fmla="*/ 673197 w 6884912"/>
              <a:gd name="connsiteY11" fmla="*/ 1010060 h 1161397"/>
              <a:gd name="connsiteX12" fmla="*/ 723108 w 6884912"/>
              <a:gd name="connsiteY12" fmla="*/ 980081 h 1161397"/>
              <a:gd name="connsiteX13" fmla="*/ 797699 w 6884912"/>
              <a:gd name="connsiteY13" fmla="*/ 931362 h 1161397"/>
              <a:gd name="connsiteX14" fmla="*/ 843359 w 6884912"/>
              <a:gd name="connsiteY14" fmla="*/ 910894 h 1161397"/>
              <a:gd name="connsiteX15" fmla="*/ 965215 w 6884912"/>
              <a:gd name="connsiteY15" fmla="*/ 846701 h 1161397"/>
              <a:gd name="connsiteX16" fmla="*/ 1085080 w 6884912"/>
              <a:gd name="connsiteY16" fmla="*/ 776086 h 1161397"/>
              <a:gd name="connsiteX17" fmla="*/ 1131224 w 6884912"/>
              <a:gd name="connsiteY17" fmla="*/ 706160 h 1161397"/>
              <a:gd name="connsiteX18" fmla="*/ 1138051 w 6884912"/>
              <a:gd name="connsiteY18" fmla="*/ 702034 h 1161397"/>
              <a:gd name="connsiteX19" fmla="*/ 1158800 w 6884912"/>
              <a:gd name="connsiteY19" fmla="*/ 700004 h 1161397"/>
              <a:gd name="connsiteX20" fmla="*/ 1166947 w 6884912"/>
              <a:gd name="connsiteY20" fmla="*/ 700762 h 1161397"/>
              <a:gd name="connsiteX21" fmla="*/ 1178135 w 6884912"/>
              <a:gd name="connsiteY21" fmla="*/ 698631 h 1161397"/>
              <a:gd name="connsiteX22" fmla="*/ 1178301 w 6884912"/>
              <a:gd name="connsiteY22" fmla="*/ 698094 h 1161397"/>
              <a:gd name="connsiteX23" fmla="*/ 1188995 w 6884912"/>
              <a:gd name="connsiteY23" fmla="*/ 697048 h 1161397"/>
              <a:gd name="connsiteX24" fmla="*/ 1242716 w 6884912"/>
              <a:gd name="connsiteY24" fmla="*/ 698052 h 1161397"/>
              <a:gd name="connsiteX25" fmla="*/ 1299977 w 6884912"/>
              <a:gd name="connsiteY25" fmla="*/ 639196 h 1161397"/>
              <a:gd name="connsiteX26" fmla="*/ 1326190 w 6884912"/>
              <a:gd name="connsiteY26" fmla="*/ 625955 h 1161397"/>
              <a:gd name="connsiteX27" fmla="*/ 1339600 w 6884912"/>
              <a:gd name="connsiteY27" fmla="*/ 616295 h 1161397"/>
              <a:gd name="connsiteX28" fmla="*/ 1340054 w 6884912"/>
              <a:gd name="connsiteY28" fmla="*/ 614022 h 1161397"/>
              <a:gd name="connsiteX29" fmla="*/ 1391606 w 6884912"/>
              <a:gd name="connsiteY29" fmla="*/ 615229 h 1161397"/>
              <a:gd name="connsiteX30" fmla="*/ 1397565 w 6884912"/>
              <a:gd name="connsiteY30" fmla="*/ 611490 h 1161397"/>
              <a:gd name="connsiteX31" fmla="*/ 1432302 w 6884912"/>
              <a:gd name="connsiteY31" fmla="*/ 617267 h 1161397"/>
              <a:gd name="connsiteX32" fmla="*/ 1449644 w 6884912"/>
              <a:gd name="connsiteY32" fmla="*/ 617591 h 1161397"/>
              <a:gd name="connsiteX33" fmla="*/ 1455793 w 6884912"/>
              <a:gd name="connsiteY33" fmla="*/ 623174 h 1161397"/>
              <a:gd name="connsiteX34" fmla="*/ 1480758 w 6884912"/>
              <a:gd name="connsiteY34" fmla="*/ 620863 h 1161397"/>
              <a:gd name="connsiteX35" fmla="*/ 1483154 w 6884912"/>
              <a:gd name="connsiteY35" fmla="*/ 618527 h 1161397"/>
              <a:gd name="connsiteX36" fmla="*/ 1505495 w 6884912"/>
              <a:gd name="connsiteY36" fmla="*/ 624325 h 1161397"/>
              <a:gd name="connsiteX37" fmla="*/ 1526340 w 6884912"/>
              <a:gd name="connsiteY37" fmla="*/ 638496 h 1161397"/>
              <a:gd name="connsiteX38" fmla="*/ 1731986 w 6884912"/>
              <a:gd name="connsiteY38" fmla="*/ 589682 h 1161397"/>
              <a:gd name="connsiteX39" fmla="*/ 1927935 w 6884912"/>
              <a:gd name="connsiteY39" fmla="*/ 628540 h 1161397"/>
              <a:gd name="connsiteX40" fmla="*/ 2039075 w 6884912"/>
              <a:gd name="connsiteY40" fmla="*/ 599964 h 1161397"/>
              <a:gd name="connsiteX41" fmla="*/ 2066980 w 6884912"/>
              <a:gd name="connsiteY41" fmla="*/ 550413 h 1161397"/>
              <a:gd name="connsiteX42" fmla="*/ 2352236 w 6884912"/>
              <a:gd name="connsiteY42" fmla="*/ 519602 h 1161397"/>
              <a:gd name="connsiteX43" fmla="*/ 2420791 w 6884912"/>
              <a:gd name="connsiteY43" fmla="*/ 492826 h 1161397"/>
              <a:gd name="connsiteX44" fmla="*/ 2489932 w 6884912"/>
              <a:gd name="connsiteY44" fmla="*/ 507864 h 1161397"/>
              <a:gd name="connsiteX45" fmla="*/ 2512917 w 6884912"/>
              <a:gd name="connsiteY45" fmla="*/ 489127 h 1161397"/>
              <a:gd name="connsiteX46" fmla="*/ 2516783 w 6884912"/>
              <a:gd name="connsiteY46" fmla="*/ 485473 h 1161397"/>
              <a:gd name="connsiteX47" fmla="*/ 2534360 w 6884912"/>
              <a:gd name="connsiteY47" fmla="*/ 480064 h 1161397"/>
              <a:gd name="connsiteX48" fmla="*/ 2536691 w 6884912"/>
              <a:gd name="connsiteY48" fmla="*/ 467018 h 1161397"/>
              <a:gd name="connsiteX49" fmla="*/ 2561265 w 6884912"/>
              <a:gd name="connsiteY49" fmla="*/ 450623 h 1161397"/>
              <a:gd name="connsiteX50" fmla="*/ 2594349 w 6884912"/>
              <a:gd name="connsiteY50" fmla="*/ 443884 h 1161397"/>
              <a:gd name="connsiteX51" fmla="*/ 2754324 w 6884912"/>
              <a:gd name="connsiteY51" fmla="*/ 424766 h 1161397"/>
              <a:gd name="connsiteX52" fmla="*/ 2848470 w 6884912"/>
              <a:gd name="connsiteY52" fmla="*/ 405966 h 1161397"/>
              <a:gd name="connsiteX53" fmla="*/ 2881772 w 6884912"/>
              <a:gd name="connsiteY53" fmla="*/ 387260 h 1161397"/>
              <a:gd name="connsiteX54" fmla="*/ 2929932 w 6884912"/>
              <a:gd name="connsiteY54" fmla="*/ 368912 h 1161397"/>
              <a:gd name="connsiteX55" fmla="*/ 3013020 w 6884912"/>
              <a:gd name="connsiteY55" fmla="*/ 327578 h 1161397"/>
              <a:gd name="connsiteX56" fmla="*/ 3222191 w 6884912"/>
              <a:gd name="connsiteY56" fmla="*/ 307887 h 1161397"/>
              <a:gd name="connsiteX57" fmla="*/ 3227953 w 6884912"/>
              <a:gd name="connsiteY57" fmla="*/ 297650 h 1161397"/>
              <a:gd name="connsiteX58" fmla="*/ 3510042 w 6884912"/>
              <a:gd name="connsiteY58" fmla="*/ 311820 h 1161397"/>
              <a:gd name="connsiteX59" fmla="*/ 3626773 w 6884912"/>
              <a:gd name="connsiteY59" fmla="*/ 290452 h 1161397"/>
              <a:gd name="connsiteX60" fmla="*/ 3666217 w 6884912"/>
              <a:gd name="connsiteY60" fmla="*/ 273255 h 1161397"/>
              <a:gd name="connsiteX61" fmla="*/ 3732427 w 6884912"/>
              <a:gd name="connsiteY61" fmla="*/ 245039 h 1161397"/>
              <a:gd name="connsiteX62" fmla="*/ 3777022 w 6884912"/>
              <a:gd name="connsiteY62" fmla="*/ 200276 h 1161397"/>
              <a:gd name="connsiteX63" fmla="*/ 3791246 w 6884912"/>
              <a:gd name="connsiteY63" fmla="*/ 189996 h 1161397"/>
              <a:gd name="connsiteX64" fmla="*/ 3819864 w 6884912"/>
              <a:gd name="connsiteY64" fmla="*/ 194605 h 1161397"/>
              <a:gd name="connsiteX65" fmla="*/ 3830398 w 6884912"/>
              <a:gd name="connsiteY65" fmla="*/ 188383 h 1161397"/>
              <a:gd name="connsiteX66" fmla="*/ 3834360 w 6884912"/>
              <a:gd name="connsiteY66" fmla="*/ 188992 h 1161397"/>
              <a:gd name="connsiteX67" fmla="*/ 3843715 w 6884912"/>
              <a:gd name="connsiteY67" fmla="*/ 188752 h 1161397"/>
              <a:gd name="connsiteX68" fmla="*/ 3842609 w 6884912"/>
              <a:gd name="connsiteY68" fmla="*/ 197386 h 1161397"/>
              <a:gd name="connsiteX69" fmla="*/ 3853961 w 6884912"/>
              <a:gd name="connsiteY69" fmla="*/ 213380 h 1161397"/>
              <a:gd name="connsiteX70" fmla="*/ 3907640 w 6884912"/>
              <a:gd name="connsiteY70" fmla="*/ 207568 h 1161397"/>
              <a:gd name="connsiteX71" fmla="*/ 3910449 w 6884912"/>
              <a:gd name="connsiteY71" fmla="*/ 197808 h 1161397"/>
              <a:gd name="connsiteX72" fmla="*/ 3917197 w 6884912"/>
              <a:gd name="connsiteY72" fmla="*/ 196121 h 1161397"/>
              <a:gd name="connsiteX73" fmla="*/ 3922400 w 6884912"/>
              <a:gd name="connsiteY73" fmla="*/ 205056 h 1161397"/>
              <a:gd name="connsiteX74" fmla="*/ 4013061 w 6884912"/>
              <a:gd name="connsiteY74" fmla="*/ 224874 h 1161397"/>
              <a:gd name="connsiteX75" fmla="*/ 4220717 w 6884912"/>
              <a:gd name="connsiteY75" fmla="*/ 192946 h 1161397"/>
              <a:gd name="connsiteX76" fmla="*/ 4228802 w 6884912"/>
              <a:gd name="connsiteY76" fmla="*/ 201468 h 1161397"/>
              <a:gd name="connsiteX77" fmla="*/ 4289361 w 6884912"/>
              <a:gd name="connsiteY77" fmla="*/ 196642 h 1161397"/>
              <a:gd name="connsiteX78" fmla="*/ 4498913 w 6884912"/>
              <a:gd name="connsiteY78" fmla="*/ 118915 h 1161397"/>
              <a:gd name="connsiteX79" fmla="*/ 4617330 w 6884912"/>
              <a:gd name="connsiteY79" fmla="*/ 111163 h 1161397"/>
              <a:gd name="connsiteX80" fmla="*/ 4659778 w 6884912"/>
              <a:gd name="connsiteY80" fmla="*/ 118219 h 1161397"/>
              <a:gd name="connsiteX81" fmla="*/ 4730870 w 6884912"/>
              <a:gd name="connsiteY81" fmla="*/ 129432 h 1161397"/>
              <a:gd name="connsiteX82" fmla="*/ 4844073 w 6884912"/>
              <a:gd name="connsiteY82" fmla="*/ 161768 h 1161397"/>
              <a:gd name="connsiteX83" fmla="*/ 4856454 w 6884912"/>
              <a:gd name="connsiteY83" fmla="*/ 130488 h 1161397"/>
              <a:gd name="connsiteX84" fmla="*/ 4920038 w 6884912"/>
              <a:gd name="connsiteY84" fmla="*/ 140418 h 1161397"/>
              <a:gd name="connsiteX85" fmla="*/ 5016639 w 6884912"/>
              <a:gd name="connsiteY85" fmla="*/ 158905 h 1161397"/>
              <a:gd name="connsiteX86" fmla="*/ 5072009 w 6884912"/>
              <a:gd name="connsiteY86" fmla="*/ 161502 h 1161397"/>
              <a:gd name="connsiteX87" fmla="*/ 5223626 w 6884912"/>
              <a:gd name="connsiteY87" fmla="*/ 177356 h 1161397"/>
              <a:gd name="connsiteX88" fmla="*/ 5375773 w 6884912"/>
              <a:gd name="connsiteY88" fmla="*/ 199913 h 1161397"/>
              <a:gd name="connsiteX89" fmla="*/ 5467502 w 6884912"/>
              <a:gd name="connsiteY89" fmla="*/ 250963 h 1161397"/>
              <a:gd name="connsiteX90" fmla="*/ 5592395 w 6884912"/>
              <a:gd name="connsiteY90" fmla="*/ 265434 h 1161397"/>
              <a:gd name="connsiteX91" fmla="*/ 5613532 w 6884912"/>
              <a:gd name="connsiteY91" fmla="*/ 273379 h 1161397"/>
              <a:gd name="connsiteX92" fmla="*/ 5642173 w 6884912"/>
              <a:gd name="connsiteY92" fmla="*/ 266904 h 1161397"/>
              <a:gd name="connsiteX93" fmla="*/ 5756910 w 6884912"/>
              <a:gd name="connsiteY93" fmla="*/ 239211 h 1161397"/>
              <a:gd name="connsiteX94" fmla="*/ 5846667 w 6884912"/>
              <a:gd name="connsiteY94" fmla="*/ 201786 h 1161397"/>
              <a:gd name="connsiteX95" fmla="*/ 5960732 w 6884912"/>
              <a:gd name="connsiteY95" fmla="*/ 220708 h 1161397"/>
              <a:gd name="connsiteX96" fmla="*/ 6029542 w 6884912"/>
              <a:gd name="connsiteY96" fmla="*/ 210339 h 1161397"/>
              <a:gd name="connsiteX97" fmla="*/ 6141123 w 6884912"/>
              <a:gd name="connsiteY97" fmla="*/ 159923 h 1161397"/>
              <a:gd name="connsiteX98" fmla="*/ 6290640 w 6884912"/>
              <a:gd name="connsiteY98" fmla="*/ 167441 h 1161397"/>
              <a:gd name="connsiteX99" fmla="*/ 6322806 w 6884912"/>
              <a:gd name="connsiteY99" fmla="*/ 213293 h 1161397"/>
              <a:gd name="connsiteX100" fmla="*/ 6380420 w 6884912"/>
              <a:gd name="connsiteY100" fmla="*/ 173195 h 1161397"/>
              <a:gd name="connsiteX101" fmla="*/ 6507891 w 6884912"/>
              <a:gd name="connsiteY101" fmla="*/ 118474 h 1161397"/>
              <a:gd name="connsiteX102" fmla="*/ 6571807 w 6884912"/>
              <a:gd name="connsiteY102" fmla="*/ 98636 h 1161397"/>
              <a:gd name="connsiteX103" fmla="*/ 6671880 w 6884912"/>
              <a:gd name="connsiteY103" fmla="*/ 82931 h 1161397"/>
              <a:gd name="connsiteX104" fmla="*/ 6702266 w 6884912"/>
              <a:gd name="connsiteY104" fmla="*/ 75470 h 1161397"/>
              <a:gd name="connsiteX105" fmla="*/ 6845802 w 6884912"/>
              <a:gd name="connsiteY105" fmla="*/ 24496 h 1161397"/>
              <a:gd name="connsiteX106" fmla="*/ 6884912 w 6884912"/>
              <a:gd name="connsiteY106"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567875 w 6884912"/>
              <a:gd name="connsiteY7" fmla="*/ 1051976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454970 w 6884912"/>
              <a:gd name="connsiteY7" fmla="*/ 1023343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213420 w 6884912"/>
              <a:gd name="connsiteY6" fmla="*/ 1056868 h 1161397"/>
              <a:gd name="connsiteX7" fmla="*/ 454970 w 6884912"/>
              <a:gd name="connsiteY7" fmla="*/ 1023343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673197 w 6884912"/>
              <a:gd name="connsiteY9" fmla="*/ 1010060 h 1161397"/>
              <a:gd name="connsiteX10" fmla="*/ 723108 w 6884912"/>
              <a:gd name="connsiteY10" fmla="*/ 980081 h 1161397"/>
              <a:gd name="connsiteX11" fmla="*/ 797699 w 6884912"/>
              <a:gd name="connsiteY11" fmla="*/ 931362 h 1161397"/>
              <a:gd name="connsiteX12" fmla="*/ 843359 w 6884912"/>
              <a:gd name="connsiteY12" fmla="*/ 910894 h 1161397"/>
              <a:gd name="connsiteX13" fmla="*/ 965215 w 6884912"/>
              <a:gd name="connsiteY13" fmla="*/ 846701 h 1161397"/>
              <a:gd name="connsiteX14" fmla="*/ 1085080 w 6884912"/>
              <a:gd name="connsiteY14" fmla="*/ 776086 h 1161397"/>
              <a:gd name="connsiteX15" fmla="*/ 1131224 w 6884912"/>
              <a:gd name="connsiteY15" fmla="*/ 706160 h 1161397"/>
              <a:gd name="connsiteX16" fmla="*/ 1138051 w 6884912"/>
              <a:gd name="connsiteY16" fmla="*/ 702034 h 1161397"/>
              <a:gd name="connsiteX17" fmla="*/ 1158800 w 6884912"/>
              <a:gd name="connsiteY17" fmla="*/ 700004 h 1161397"/>
              <a:gd name="connsiteX18" fmla="*/ 1166947 w 6884912"/>
              <a:gd name="connsiteY18" fmla="*/ 700762 h 1161397"/>
              <a:gd name="connsiteX19" fmla="*/ 1178135 w 6884912"/>
              <a:gd name="connsiteY19" fmla="*/ 698631 h 1161397"/>
              <a:gd name="connsiteX20" fmla="*/ 1178301 w 6884912"/>
              <a:gd name="connsiteY20" fmla="*/ 698094 h 1161397"/>
              <a:gd name="connsiteX21" fmla="*/ 1188995 w 6884912"/>
              <a:gd name="connsiteY21" fmla="*/ 697048 h 1161397"/>
              <a:gd name="connsiteX22" fmla="*/ 1242716 w 6884912"/>
              <a:gd name="connsiteY22" fmla="*/ 698052 h 1161397"/>
              <a:gd name="connsiteX23" fmla="*/ 1299977 w 6884912"/>
              <a:gd name="connsiteY23" fmla="*/ 639196 h 1161397"/>
              <a:gd name="connsiteX24" fmla="*/ 1326190 w 6884912"/>
              <a:gd name="connsiteY24" fmla="*/ 625955 h 1161397"/>
              <a:gd name="connsiteX25" fmla="*/ 1339600 w 6884912"/>
              <a:gd name="connsiteY25" fmla="*/ 616295 h 1161397"/>
              <a:gd name="connsiteX26" fmla="*/ 1340054 w 6884912"/>
              <a:gd name="connsiteY26" fmla="*/ 614022 h 1161397"/>
              <a:gd name="connsiteX27" fmla="*/ 1391606 w 6884912"/>
              <a:gd name="connsiteY27" fmla="*/ 615229 h 1161397"/>
              <a:gd name="connsiteX28" fmla="*/ 1397565 w 6884912"/>
              <a:gd name="connsiteY28" fmla="*/ 611490 h 1161397"/>
              <a:gd name="connsiteX29" fmla="*/ 1432302 w 6884912"/>
              <a:gd name="connsiteY29" fmla="*/ 617267 h 1161397"/>
              <a:gd name="connsiteX30" fmla="*/ 1449644 w 6884912"/>
              <a:gd name="connsiteY30" fmla="*/ 617591 h 1161397"/>
              <a:gd name="connsiteX31" fmla="*/ 1455793 w 6884912"/>
              <a:gd name="connsiteY31" fmla="*/ 623174 h 1161397"/>
              <a:gd name="connsiteX32" fmla="*/ 1480758 w 6884912"/>
              <a:gd name="connsiteY32" fmla="*/ 620863 h 1161397"/>
              <a:gd name="connsiteX33" fmla="*/ 1483154 w 6884912"/>
              <a:gd name="connsiteY33" fmla="*/ 618527 h 1161397"/>
              <a:gd name="connsiteX34" fmla="*/ 1505495 w 6884912"/>
              <a:gd name="connsiteY34" fmla="*/ 624325 h 1161397"/>
              <a:gd name="connsiteX35" fmla="*/ 1526340 w 6884912"/>
              <a:gd name="connsiteY35" fmla="*/ 638496 h 1161397"/>
              <a:gd name="connsiteX36" fmla="*/ 1731986 w 6884912"/>
              <a:gd name="connsiteY36" fmla="*/ 589682 h 1161397"/>
              <a:gd name="connsiteX37" fmla="*/ 1927935 w 6884912"/>
              <a:gd name="connsiteY37" fmla="*/ 628540 h 1161397"/>
              <a:gd name="connsiteX38" fmla="*/ 2039075 w 6884912"/>
              <a:gd name="connsiteY38" fmla="*/ 599964 h 1161397"/>
              <a:gd name="connsiteX39" fmla="*/ 2066980 w 6884912"/>
              <a:gd name="connsiteY39" fmla="*/ 550413 h 1161397"/>
              <a:gd name="connsiteX40" fmla="*/ 2352236 w 6884912"/>
              <a:gd name="connsiteY40" fmla="*/ 519602 h 1161397"/>
              <a:gd name="connsiteX41" fmla="*/ 2420791 w 6884912"/>
              <a:gd name="connsiteY41" fmla="*/ 492826 h 1161397"/>
              <a:gd name="connsiteX42" fmla="*/ 2489932 w 6884912"/>
              <a:gd name="connsiteY42" fmla="*/ 507864 h 1161397"/>
              <a:gd name="connsiteX43" fmla="*/ 2512917 w 6884912"/>
              <a:gd name="connsiteY43" fmla="*/ 489127 h 1161397"/>
              <a:gd name="connsiteX44" fmla="*/ 2516783 w 6884912"/>
              <a:gd name="connsiteY44" fmla="*/ 485473 h 1161397"/>
              <a:gd name="connsiteX45" fmla="*/ 2534360 w 6884912"/>
              <a:gd name="connsiteY45" fmla="*/ 480064 h 1161397"/>
              <a:gd name="connsiteX46" fmla="*/ 2536691 w 6884912"/>
              <a:gd name="connsiteY46" fmla="*/ 467018 h 1161397"/>
              <a:gd name="connsiteX47" fmla="*/ 2561265 w 6884912"/>
              <a:gd name="connsiteY47" fmla="*/ 450623 h 1161397"/>
              <a:gd name="connsiteX48" fmla="*/ 2594349 w 6884912"/>
              <a:gd name="connsiteY48" fmla="*/ 443884 h 1161397"/>
              <a:gd name="connsiteX49" fmla="*/ 2754324 w 6884912"/>
              <a:gd name="connsiteY49" fmla="*/ 424766 h 1161397"/>
              <a:gd name="connsiteX50" fmla="*/ 2848470 w 6884912"/>
              <a:gd name="connsiteY50" fmla="*/ 405966 h 1161397"/>
              <a:gd name="connsiteX51" fmla="*/ 2881772 w 6884912"/>
              <a:gd name="connsiteY51" fmla="*/ 387260 h 1161397"/>
              <a:gd name="connsiteX52" fmla="*/ 2929932 w 6884912"/>
              <a:gd name="connsiteY52" fmla="*/ 368912 h 1161397"/>
              <a:gd name="connsiteX53" fmla="*/ 3013020 w 6884912"/>
              <a:gd name="connsiteY53" fmla="*/ 327578 h 1161397"/>
              <a:gd name="connsiteX54" fmla="*/ 3222191 w 6884912"/>
              <a:gd name="connsiteY54" fmla="*/ 307887 h 1161397"/>
              <a:gd name="connsiteX55" fmla="*/ 3227953 w 6884912"/>
              <a:gd name="connsiteY55" fmla="*/ 297650 h 1161397"/>
              <a:gd name="connsiteX56" fmla="*/ 3510042 w 6884912"/>
              <a:gd name="connsiteY56" fmla="*/ 311820 h 1161397"/>
              <a:gd name="connsiteX57" fmla="*/ 3626773 w 6884912"/>
              <a:gd name="connsiteY57" fmla="*/ 290452 h 1161397"/>
              <a:gd name="connsiteX58" fmla="*/ 3666217 w 6884912"/>
              <a:gd name="connsiteY58" fmla="*/ 273255 h 1161397"/>
              <a:gd name="connsiteX59" fmla="*/ 3732427 w 6884912"/>
              <a:gd name="connsiteY59" fmla="*/ 245039 h 1161397"/>
              <a:gd name="connsiteX60" fmla="*/ 3777022 w 6884912"/>
              <a:gd name="connsiteY60" fmla="*/ 200276 h 1161397"/>
              <a:gd name="connsiteX61" fmla="*/ 3791246 w 6884912"/>
              <a:gd name="connsiteY61" fmla="*/ 189996 h 1161397"/>
              <a:gd name="connsiteX62" fmla="*/ 3819864 w 6884912"/>
              <a:gd name="connsiteY62" fmla="*/ 194605 h 1161397"/>
              <a:gd name="connsiteX63" fmla="*/ 3830398 w 6884912"/>
              <a:gd name="connsiteY63" fmla="*/ 188383 h 1161397"/>
              <a:gd name="connsiteX64" fmla="*/ 3834360 w 6884912"/>
              <a:gd name="connsiteY64" fmla="*/ 188992 h 1161397"/>
              <a:gd name="connsiteX65" fmla="*/ 3843715 w 6884912"/>
              <a:gd name="connsiteY65" fmla="*/ 188752 h 1161397"/>
              <a:gd name="connsiteX66" fmla="*/ 3842609 w 6884912"/>
              <a:gd name="connsiteY66" fmla="*/ 197386 h 1161397"/>
              <a:gd name="connsiteX67" fmla="*/ 3853961 w 6884912"/>
              <a:gd name="connsiteY67" fmla="*/ 213380 h 1161397"/>
              <a:gd name="connsiteX68" fmla="*/ 3907640 w 6884912"/>
              <a:gd name="connsiteY68" fmla="*/ 207568 h 1161397"/>
              <a:gd name="connsiteX69" fmla="*/ 3910449 w 6884912"/>
              <a:gd name="connsiteY69" fmla="*/ 197808 h 1161397"/>
              <a:gd name="connsiteX70" fmla="*/ 3917197 w 6884912"/>
              <a:gd name="connsiteY70" fmla="*/ 196121 h 1161397"/>
              <a:gd name="connsiteX71" fmla="*/ 3922400 w 6884912"/>
              <a:gd name="connsiteY71" fmla="*/ 205056 h 1161397"/>
              <a:gd name="connsiteX72" fmla="*/ 4013061 w 6884912"/>
              <a:gd name="connsiteY72" fmla="*/ 224874 h 1161397"/>
              <a:gd name="connsiteX73" fmla="*/ 4220717 w 6884912"/>
              <a:gd name="connsiteY73" fmla="*/ 192946 h 1161397"/>
              <a:gd name="connsiteX74" fmla="*/ 4228802 w 6884912"/>
              <a:gd name="connsiteY74" fmla="*/ 201468 h 1161397"/>
              <a:gd name="connsiteX75" fmla="*/ 4289361 w 6884912"/>
              <a:gd name="connsiteY75" fmla="*/ 196642 h 1161397"/>
              <a:gd name="connsiteX76" fmla="*/ 4498913 w 6884912"/>
              <a:gd name="connsiteY76" fmla="*/ 118915 h 1161397"/>
              <a:gd name="connsiteX77" fmla="*/ 4617330 w 6884912"/>
              <a:gd name="connsiteY77" fmla="*/ 111163 h 1161397"/>
              <a:gd name="connsiteX78" fmla="*/ 4659778 w 6884912"/>
              <a:gd name="connsiteY78" fmla="*/ 118219 h 1161397"/>
              <a:gd name="connsiteX79" fmla="*/ 4730870 w 6884912"/>
              <a:gd name="connsiteY79" fmla="*/ 129432 h 1161397"/>
              <a:gd name="connsiteX80" fmla="*/ 4844073 w 6884912"/>
              <a:gd name="connsiteY80" fmla="*/ 161768 h 1161397"/>
              <a:gd name="connsiteX81" fmla="*/ 4856454 w 6884912"/>
              <a:gd name="connsiteY81" fmla="*/ 130488 h 1161397"/>
              <a:gd name="connsiteX82" fmla="*/ 4920038 w 6884912"/>
              <a:gd name="connsiteY82" fmla="*/ 140418 h 1161397"/>
              <a:gd name="connsiteX83" fmla="*/ 5016639 w 6884912"/>
              <a:gd name="connsiteY83" fmla="*/ 158905 h 1161397"/>
              <a:gd name="connsiteX84" fmla="*/ 5072009 w 6884912"/>
              <a:gd name="connsiteY84" fmla="*/ 161502 h 1161397"/>
              <a:gd name="connsiteX85" fmla="*/ 5223626 w 6884912"/>
              <a:gd name="connsiteY85" fmla="*/ 177356 h 1161397"/>
              <a:gd name="connsiteX86" fmla="*/ 5375773 w 6884912"/>
              <a:gd name="connsiteY86" fmla="*/ 199913 h 1161397"/>
              <a:gd name="connsiteX87" fmla="*/ 5467502 w 6884912"/>
              <a:gd name="connsiteY87" fmla="*/ 250963 h 1161397"/>
              <a:gd name="connsiteX88" fmla="*/ 5592395 w 6884912"/>
              <a:gd name="connsiteY88" fmla="*/ 265434 h 1161397"/>
              <a:gd name="connsiteX89" fmla="*/ 5613532 w 6884912"/>
              <a:gd name="connsiteY89" fmla="*/ 273379 h 1161397"/>
              <a:gd name="connsiteX90" fmla="*/ 5642173 w 6884912"/>
              <a:gd name="connsiteY90" fmla="*/ 266904 h 1161397"/>
              <a:gd name="connsiteX91" fmla="*/ 5756910 w 6884912"/>
              <a:gd name="connsiteY91" fmla="*/ 239211 h 1161397"/>
              <a:gd name="connsiteX92" fmla="*/ 5846667 w 6884912"/>
              <a:gd name="connsiteY92" fmla="*/ 201786 h 1161397"/>
              <a:gd name="connsiteX93" fmla="*/ 5960732 w 6884912"/>
              <a:gd name="connsiteY93" fmla="*/ 220708 h 1161397"/>
              <a:gd name="connsiteX94" fmla="*/ 6029542 w 6884912"/>
              <a:gd name="connsiteY94" fmla="*/ 210339 h 1161397"/>
              <a:gd name="connsiteX95" fmla="*/ 6141123 w 6884912"/>
              <a:gd name="connsiteY95" fmla="*/ 159923 h 1161397"/>
              <a:gd name="connsiteX96" fmla="*/ 6290640 w 6884912"/>
              <a:gd name="connsiteY96" fmla="*/ 167441 h 1161397"/>
              <a:gd name="connsiteX97" fmla="*/ 6322806 w 6884912"/>
              <a:gd name="connsiteY97" fmla="*/ 213293 h 1161397"/>
              <a:gd name="connsiteX98" fmla="*/ 6380420 w 6884912"/>
              <a:gd name="connsiteY98" fmla="*/ 173195 h 1161397"/>
              <a:gd name="connsiteX99" fmla="*/ 6507891 w 6884912"/>
              <a:gd name="connsiteY99" fmla="*/ 118474 h 1161397"/>
              <a:gd name="connsiteX100" fmla="*/ 6571807 w 6884912"/>
              <a:gd name="connsiteY100" fmla="*/ 98636 h 1161397"/>
              <a:gd name="connsiteX101" fmla="*/ 6671880 w 6884912"/>
              <a:gd name="connsiteY101" fmla="*/ 82931 h 1161397"/>
              <a:gd name="connsiteX102" fmla="*/ 6702266 w 6884912"/>
              <a:gd name="connsiteY102" fmla="*/ 75470 h 1161397"/>
              <a:gd name="connsiteX103" fmla="*/ 6845802 w 6884912"/>
              <a:gd name="connsiteY103" fmla="*/ 24496 h 1161397"/>
              <a:gd name="connsiteX104" fmla="*/ 6884912 w 6884912"/>
              <a:gd name="connsiteY104"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673197 w 6884912"/>
              <a:gd name="connsiteY9" fmla="*/ 1010060 h 1161397"/>
              <a:gd name="connsiteX10" fmla="*/ 723108 w 6884912"/>
              <a:gd name="connsiteY10" fmla="*/ 980081 h 1161397"/>
              <a:gd name="connsiteX11" fmla="*/ 797699 w 6884912"/>
              <a:gd name="connsiteY11" fmla="*/ 931362 h 1161397"/>
              <a:gd name="connsiteX12" fmla="*/ 843359 w 6884912"/>
              <a:gd name="connsiteY12" fmla="*/ 910894 h 1161397"/>
              <a:gd name="connsiteX13" fmla="*/ 965215 w 6884912"/>
              <a:gd name="connsiteY13" fmla="*/ 846701 h 1161397"/>
              <a:gd name="connsiteX14" fmla="*/ 1085080 w 6884912"/>
              <a:gd name="connsiteY14" fmla="*/ 776086 h 1161397"/>
              <a:gd name="connsiteX15" fmla="*/ 1131224 w 6884912"/>
              <a:gd name="connsiteY15" fmla="*/ 706160 h 1161397"/>
              <a:gd name="connsiteX16" fmla="*/ 1138051 w 6884912"/>
              <a:gd name="connsiteY16" fmla="*/ 702034 h 1161397"/>
              <a:gd name="connsiteX17" fmla="*/ 1158800 w 6884912"/>
              <a:gd name="connsiteY17" fmla="*/ 700004 h 1161397"/>
              <a:gd name="connsiteX18" fmla="*/ 1166947 w 6884912"/>
              <a:gd name="connsiteY18" fmla="*/ 700762 h 1161397"/>
              <a:gd name="connsiteX19" fmla="*/ 1178135 w 6884912"/>
              <a:gd name="connsiteY19" fmla="*/ 698631 h 1161397"/>
              <a:gd name="connsiteX20" fmla="*/ 1178301 w 6884912"/>
              <a:gd name="connsiteY20" fmla="*/ 698094 h 1161397"/>
              <a:gd name="connsiteX21" fmla="*/ 1188995 w 6884912"/>
              <a:gd name="connsiteY21" fmla="*/ 697048 h 1161397"/>
              <a:gd name="connsiteX22" fmla="*/ 1242716 w 6884912"/>
              <a:gd name="connsiteY22" fmla="*/ 698052 h 1161397"/>
              <a:gd name="connsiteX23" fmla="*/ 1299977 w 6884912"/>
              <a:gd name="connsiteY23" fmla="*/ 639196 h 1161397"/>
              <a:gd name="connsiteX24" fmla="*/ 1326190 w 6884912"/>
              <a:gd name="connsiteY24" fmla="*/ 625955 h 1161397"/>
              <a:gd name="connsiteX25" fmla="*/ 1339600 w 6884912"/>
              <a:gd name="connsiteY25" fmla="*/ 616295 h 1161397"/>
              <a:gd name="connsiteX26" fmla="*/ 1340054 w 6884912"/>
              <a:gd name="connsiteY26" fmla="*/ 614022 h 1161397"/>
              <a:gd name="connsiteX27" fmla="*/ 1391606 w 6884912"/>
              <a:gd name="connsiteY27" fmla="*/ 615229 h 1161397"/>
              <a:gd name="connsiteX28" fmla="*/ 1397565 w 6884912"/>
              <a:gd name="connsiteY28" fmla="*/ 611490 h 1161397"/>
              <a:gd name="connsiteX29" fmla="*/ 1432302 w 6884912"/>
              <a:gd name="connsiteY29" fmla="*/ 617267 h 1161397"/>
              <a:gd name="connsiteX30" fmla="*/ 1449644 w 6884912"/>
              <a:gd name="connsiteY30" fmla="*/ 617591 h 1161397"/>
              <a:gd name="connsiteX31" fmla="*/ 1455793 w 6884912"/>
              <a:gd name="connsiteY31" fmla="*/ 623174 h 1161397"/>
              <a:gd name="connsiteX32" fmla="*/ 1480758 w 6884912"/>
              <a:gd name="connsiteY32" fmla="*/ 620863 h 1161397"/>
              <a:gd name="connsiteX33" fmla="*/ 1483154 w 6884912"/>
              <a:gd name="connsiteY33" fmla="*/ 618527 h 1161397"/>
              <a:gd name="connsiteX34" fmla="*/ 1505495 w 6884912"/>
              <a:gd name="connsiteY34" fmla="*/ 624325 h 1161397"/>
              <a:gd name="connsiteX35" fmla="*/ 1526340 w 6884912"/>
              <a:gd name="connsiteY35" fmla="*/ 638496 h 1161397"/>
              <a:gd name="connsiteX36" fmla="*/ 1731986 w 6884912"/>
              <a:gd name="connsiteY36" fmla="*/ 589682 h 1161397"/>
              <a:gd name="connsiteX37" fmla="*/ 1927935 w 6884912"/>
              <a:gd name="connsiteY37" fmla="*/ 628540 h 1161397"/>
              <a:gd name="connsiteX38" fmla="*/ 2039075 w 6884912"/>
              <a:gd name="connsiteY38" fmla="*/ 599964 h 1161397"/>
              <a:gd name="connsiteX39" fmla="*/ 2066980 w 6884912"/>
              <a:gd name="connsiteY39" fmla="*/ 550413 h 1161397"/>
              <a:gd name="connsiteX40" fmla="*/ 2352236 w 6884912"/>
              <a:gd name="connsiteY40" fmla="*/ 519602 h 1161397"/>
              <a:gd name="connsiteX41" fmla="*/ 2420791 w 6884912"/>
              <a:gd name="connsiteY41" fmla="*/ 492826 h 1161397"/>
              <a:gd name="connsiteX42" fmla="*/ 2489932 w 6884912"/>
              <a:gd name="connsiteY42" fmla="*/ 507864 h 1161397"/>
              <a:gd name="connsiteX43" fmla="*/ 2512917 w 6884912"/>
              <a:gd name="connsiteY43" fmla="*/ 489127 h 1161397"/>
              <a:gd name="connsiteX44" fmla="*/ 2516783 w 6884912"/>
              <a:gd name="connsiteY44" fmla="*/ 485473 h 1161397"/>
              <a:gd name="connsiteX45" fmla="*/ 2534360 w 6884912"/>
              <a:gd name="connsiteY45" fmla="*/ 480064 h 1161397"/>
              <a:gd name="connsiteX46" fmla="*/ 2536691 w 6884912"/>
              <a:gd name="connsiteY46" fmla="*/ 467018 h 1161397"/>
              <a:gd name="connsiteX47" fmla="*/ 2561265 w 6884912"/>
              <a:gd name="connsiteY47" fmla="*/ 450623 h 1161397"/>
              <a:gd name="connsiteX48" fmla="*/ 2594349 w 6884912"/>
              <a:gd name="connsiteY48" fmla="*/ 443884 h 1161397"/>
              <a:gd name="connsiteX49" fmla="*/ 2754324 w 6884912"/>
              <a:gd name="connsiteY49" fmla="*/ 424766 h 1161397"/>
              <a:gd name="connsiteX50" fmla="*/ 2848470 w 6884912"/>
              <a:gd name="connsiteY50" fmla="*/ 405966 h 1161397"/>
              <a:gd name="connsiteX51" fmla="*/ 2881772 w 6884912"/>
              <a:gd name="connsiteY51" fmla="*/ 387260 h 1161397"/>
              <a:gd name="connsiteX52" fmla="*/ 2929932 w 6884912"/>
              <a:gd name="connsiteY52" fmla="*/ 368912 h 1161397"/>
              <a:gd name="connsiteX53" fmla="*/ 3013020 w 6884912"/>
              <a:gd name="connsiteY53" fmla="*/ 327578 h 1161397"/>
              <a:gd name="connsiteX54" fmla="*/ 3222191 w 6884912"/>
              <a:gd name="connsiteY54" fmla="*/ 307887 h 1161397"/>
              <a:gd name="connsiteX55" fmla="*/ 3227953 w 6884912"/>
              <a:gd name="connsiteY55" fmla="*/ 297650 h 1161397"/>
              <a:gd name="connsiteX56" fmla="*/ 3510042 w 6884912"/>
              <a:gd name="connsiteY56" fmla="*/ 311820 h 1161397"/>
              <a:gd name="connsiteX57" fmla="*/ 3626773 w 6884912"/>
              <a:gd name="connsiteY57" fmla="*/ 290452 h 1161397"/>
              <a:gd name="connsiteX58" fmla="*/ 3666217 w 6884912"/>
              <a:gd name="connsiteY58" fmla="*/ 273255 h 1161397"/>
              <a:gd name="connsiteX59" fmla="*/ 3732427 w 6884912"/>
              <a:gd name="connsiteY59" fmla="*/ 245039 h 1161397"/>
              <a:gd name="connsiteX60" fmla="*/ 3777022 w 6884912"/>
              <a:gd name="connsiteY60" fmla="*/ 200276 h 1161397"/>
              <a:gd name="connsiteX61" fmla="*/ 3791246 w 6884912"/>
              <a:gd name="connsiteY61" fmla="*/ 189996 h 1161397"/>
              <a:gd name="connsiteX62" fmla="*/ 3819864 w 6884912"/>
              <a:gd name="connsiteY62" fmla="*/ 194605 h 1161397"/>
              <a:gd name="connsiteX63" fmla="*/ 3830398 w 6884912"/>
              <a:gd name="connsiteY63" fmla="*/ 188383 h 1161397"/>
              <a:gd name="connsiteX64" fmla="*/ 3834360 w 6884912"/>
              <a:gd name="connsiteY64" fmla="*/ 188992 h 1161397"/>
              <a:gd name="connsiteX65" fmla="*/ 3843715 w 6884912"/>
              <a:gd name="connsiteY65" fmla="*/ 188752 h 1161397"/>
              <a:gd name="connsiteX66" fmla="*/ 3842609 w 6884912"/>
              <a:gd name="connsiteY66" fmla="*/ 197386 h 1161397"/>
              <a:gd name="connsiteX67" fmla="*/ 3853961 w 6884912"/>
              <a:gd name="connsiteY67" fmla="*/ 213380 h 1161397"/>
              <a:gd name="connsiteX68" fmla="*/ 3907640 w 6884912"/>
              <a:gd name="connsiteY68" fmla="*/ 207568 h 1161397"/>
              <a:gd name="connsiteX69" fmla="*/ 3910449 w 6884912"/>
              <a:gd name="connsiteY69" fmla="*/ 197808 h 1161397"/>
              <a:gd name="connsiteX70" fmla="*/ 3917197 w 6884912"/>
              <a:gd name="connsiteY70" fmla="*/ 196121 h 1161397"/>
              <a:gd name="connsiteX71" fmla="*/ 3922400 w 6884912"/>
              <a:gd name="connsiteY71" fmla="*/ 205056 h 1161397"/>
              <a:gd name="connsiteX72" fmla="*/ 4013061 w 6884912"/>
              <a:gd name="connsiteY72" fmla="*/ 224874 h 1161397"/>
              <a:gd name="connsiteX73" fmla="*/ 4220717 w 6884912"/>
              <a:gd name="connsiteY73" fmla="*/ 192946 h 1161397"/>
              <a:gd name="connsiteX74" fmla="*/ 4228802 w 6884912"/>
              <a:gd name="connsiteY74" fmla="*/ 201468 h 1161397"/>
              <a:gd name="connsiteX75" fmla="*/ 4289361 w 6884912"/>
              <a:gd name="connsiteY75" fmla="*/ 196642 h 1161397"/>
              <a:gd name="connsiteX76" fmla="*/ 4498913 w 6884912"/>
              <a:gd name="connsiteY76" fmla="*/ 118915 h 1161397"/>
              <a:gd name="connsiteX77" fmla="*/ 4617330 w 6884912"/>
              <a:gd name="connsiteY77" fmla="*/ 111163 h 1161397"/>
              <a:gd name="connsiteX78" fmla="*/ 4659778 w 6884912"/>
              <a:gd name="connsiteY78" fmla="*/ 118219 h 1161397"/>
              <a:gd name="connsiteX79" fmla="*/ 4730870 w 6884912"/>
              <a:gd name="connsiteY79" fmla="*/ 129432 h 1161397"/>
              <a:gd name="connsiteX80" fmla="*/ 4844073 w 6884912"/>
              <a:gd name="connsiteY80" fmla="*/ 161768 h 1161397"/>
              <a:gd name="connsiteX81" fmla="*/ 4856454 w 6884912"/>
              <a:gd name="connsiteY81" fmla="*/ 130488 h 1161397"/>
              <a:gd name="connsiteX82" fmla="*/ 4920038 w 6884912"/>
              <a:gd name="connsiteY82" fmla="*/ 140418 h 1161397"/>
              <a:gd name="connsiteX83" fmla="*/ 5016639 w 6884912"/>
              <a:gd name="connsiteY83" fmla="*/ 158905 h 1161397"/>
              <a:gd name="connsiteX84" fmla="*/ 5072009 w 6884912"/>
              <a:gd name="connsiteY84" fmla="*/ 161502 h 1161397"/>
              <a:gd name="connsiteX85" fmla="*/ 5223626 w 6884912"/>
              <a:gd name="connsiteY85" fmla="*/ 177356 h 1161397"/>
              <a:gd name="connsiteX86" fmla="*/ 5375773 w 6884912"/>
              <a:gd name="connsiteY86" fmla="*/ 199913 h 1161397"/>
              <a:gd name="connsiteX87" fmla="*/ 5467502 w 6884912"/>
              <a:gd name="connsiteY87" fmla="*/ 250963 h 1161397"/>
              <a:gd name="connsiteX88" fmla="*/ 5592395 w 6884912"/>
              <a:gd name="connsiteY88" fmla="*/ 265434 h 1161397"/>
              <a:gd name="connsiteX89" fmla="*/ 5613532 w 6884912"/>
              <a:gd name="connsiteY89" fmla="*/ 273379 h 1161397"/>
              <a:gd name="connsiteX90" fmla="*/ 5642173 w 6884912"/>
              <a:gd name="connsiteY90" fmla="*/ 266904 h 1161397"/>
              <a:gd name="connsiteX91" fmla="*/ 5756910 w 6884912"/>
              <a:gd name="connsiteY91" fmla="*/ 239211 h 1161397"/>
              <a:gd name="connsiteX92" fmla="*/ 5846667 w 6884912"/>
              <a:gd name="connsiteY92" fmla="*/ 201786 h 1161397"/>
              <a:gd name="connsiteX93" fmla="*/ 5960732 w 6884912"/>
              <a:gd name="connsiteY93" fmla="*/ 220708 h 1161397"/>
              <a:gd name="connsiteX94" fmla="*/ 6029542 w 6884912"/>
              <a:gd name="connsiteY94" fmla="*/ 210339 h 1161397"/>
              <a:gd name="connsiteX95" fmla="*/ 6141123 w 6884912"/>
              <a:gd name="connsiteY95" fmla="*/ 159923 h 1161397"/>
              <a:gd name="connsiteX96" fmla="*/ 6290640 w 6884912"/>
              <a:gd name="connsiteY96" fmla="*/ 167441 h 1161397"/>
              <a:gd name="connsiteX97" fmla="*/ 6322806 w 6884912"/>
              <a:gd name="connsiteY97" fmla="*/ 213293 h 1161397"/>
              <a:gd name="connsiteX98" fmla="*/ 6380420 w 6884912"/>
              <a:gd name="connsiteY98" fmla="*/ 173195 h 1161397"/>
              <a:gd name="connsiteX99" fmla="*/ 6507891 w 6884912"/>
              <a:gd name="connsiteY99" fmla="*/ 118474 h 1161397"/>
              <a:gd name="connsiteX100" fmla="*/ 6571807 w 6884912"/>
              <a:gd name="connsiteY100" fmla="*/ 98636 h 1161397"/>
              <a:gd name="connsiteX101" fmla="*/ 6671880 w 6884912"/>
              <a:gd name="connsiteY101" fmla="*/ 82931 h 1161397"/>
              <a:gd name="connsiteX102" fmla="*/ 6702266 w 6884912"/>
              <a:gd name="connsiteY102" fmla="*/ 75470 h 1161397"/>
              <a:gd name="connsiteX103" fmla="*/ 6845802 w 6884912"/>
              <a:gd name="connsiteY103" fmla="*/ 24496 h 1161397"/>
              <a:gd name="connsiteX104" fmla="*/ 6884912 w 6884912"/>
              <a:gd name="connsiteY104"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723108 w 6884912"/>
              <a:gd name="connsiteY9" fmla="*/ 980081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80081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242716 w 6884912"/>
              <a:gd name="connsiteY20" fmla="*/ 698052 h 1161397"/>
              <a:gd name="connsiteX21" fmla="*/ 1299977 w 6884912"/>
              <a:gd name="connsiteY21" fmla="*/ 639196 h 1161397"/>
              <a:gd name="connsiteX22" fmla="*/ 1326190 w 6884912"/>
              <a:gd name="connsiteY22" fmla="*/ 625955 h 1161397"/>
              <a:gd name="connsiteX23" fmla="*/ 1339600 w 6884912"/>
              <a:gd name="connsiteY23" fmla="*/ 616295 h 1161397"/>
              <a:gd name="connsiteX24" fmla="*/ 1340054 w 6884912"/>
              <a:gd name="connsiteY24" fmla="*/ 614022 h 1161397"/>
              <a:gd name="connsiteX25" fmla="*/ 1391606 w 6884912"/>
              <a:gd name="connsiteY25" fmla="*/ 615229 h 1161397"/>
              <a:gd name="connsiteX26" fmla="*/ 1397565 w 6884912"/>
              <a:gd name="connsiteY26" fmla="*/ 611490 h 1161397"/>
              <a:gd name="connsiteX27" fmla="*/ 1432302 w 6884912"/>
              <a:gd name="connsiteY27" fmla="*/ 617267 h 1161397"/>
              <a:gd name="connsiteX28" fmla="*/ 1449644 w 6884912"/>
              <a:gd name="connsiteY28" fmla="*/ 617591 h 1161397"/>
              <a:gd name="connsiteX29" fmla="*/ 1455793 w 6884912"/>
              <a:gd name="connsiteY29" fmla="*/ 623174 h 1161397"/>
              <a:gd name="connsiteX30" fmla="*/ 1480758 w 6884912"/>
              <a:gd name="connsiteY30" fmla="*/ 620863 h 1161397"/>
              <a:gd name="connsiteX31" fmla="*/ 1483154 w 6884912"/>
              <a:gd name="connsiteY31" fmla="*/ 618527 h 1161397"/>
              <a:gd name="connsiteX32" fmla="*/ 1505495 w 6884912"/>
              <a:gd name="connsiteY32" fmla="*/ 624325 h 1161397"/>
              <a:gd name="connsiteX33" fmla="*/ 1526340 w 6884912"/>
              <a:gd name="connsiteY33" fmla="*/ 638496 h 1161397"/>
              <a:gd name="connsiteX34" fmla="*/ 1731986 w 6884912"/>
              <a:gd name="connsiteY34" fmla="*/ 589682 h 1161397"/>
              <a:gd name="connsiteX35" fmla="*/ 1927935 w 6884912"/>
              <a:gd name="connsiteY35" fmla="*/ 628540 h 1161397"/>
              <a:gd name="connsiteX36" fmla="*/ 2039075 w 6884912"/>
              <a:gd name="connsiteY36" fmla="*/ 599964 h 1161397"/>
              <a:gd name="connsiteX37" fmla="*/ 2066980 w 6884912"/>
              <a:gd name="connsiteY37" fmla="*/ 550413 h 1161397"/>
              <a:gd name="connsiteX38" fmla="*/ 2352236 w 6884912"/>
              <a:gd name="connsiteY38" fmla="*/ 519602 h 1161397"/>
              <a:gd name="connsiteX39" fmla="*/ 2420791 w 6884912"/>
              <a:gd name="connsiteY39" fmla="*/ 492826 h 1161397"/>
              <a:gd name="connsiteX40" fmla="*/ 2489932 w 6884912"/>
              <a:gd name="connsiteY40" fmla="*/ 507864 h 1161397"/>
              <a:gd name="connsiteX41" fmla="*/ 2512917 w 6884912"/>
              <a:gd name="connsiteY41" fmla="*/ 489127 h 1161397"/>
              <a:gd name="connsiteX42" fmla="*/ 2516783 w 6884912"/>
              <a:gd name="connsiteY42" fmla="*/ 485473 h 1161397"/>
              <a:gd name="connsiteX43" fmla="*/ 2534360 w 6884912"/>
              <a:gd name="connsiteY43" fmla="*/ 480064 h 1161397"/>
              <a:gd name="connsiteX44" fmla="*/ 2536691 w 6884912"/>
              <a:gd name="connsiteY44" fmla="*/ 467018 h 1161397"/>
              <a:gd name="connsiteX45" fmla="*/ 2561265 w 6884912"/>
              <a:gd name="connsiteY45" fmla="*/ 450623 h 1161397"/>
              <a:gd name="connsiteX46" fmla="*/ 2594349 w 6884912"/>
              <a:gd name="connsiteY46" fmla="*/ 443884 h 1161397"/>
              <a:gd name="connsiteX47" fmla="*/ 2754324 w 6884912"/>
              <a:gd name="connsiteY47" fmla="*/ 424766 h 1161397"/>
              <a:gd name="connsiteX48" fmla="*/ 2848470 w 6884912"/>
              <a:gd name="connsiteY48" fmla="*/ 405966 h 1161397"/>
              <a:gd name="connsiteX49" fmla="*/ 2881772 w 6884912"/>
              <a:gd name="connsiteY49" fmla="*/ 387260 h 1161397"/>
              <a:gd name="connsiteX50" fmla="*/ 2929932 w 6884912"/>
              <a:gd name="connsiteY50" fmla="*/ 368912 h 1161397"/>
              <a:gd name="connsiteX51" fmla="*/ 3013020 w 6884912"/>
              <a:gd name="connsiteY51" fmla="*/ 327578 h 1161397"/>
              <a:gd name="connsiteX52" fmla="*/ 3222191 w 6884912"/>
              <a:gd name="connsiteY52" fmla="*/ 307887 h 1161397"/>
              <a:gd name="connsiteX53" fmla="*/ 3227953 w 6884912"/>
              <a:gd name="connsiteY53" fmla="*/ 297650 h 1161397"/>
              <a:gd name="connsiteX54" fmla="*/ 3510042 w 6884912"/>
              <a:gd name="connsiteY54" fmla="*/ 311820 h 1161397"/>
              <a:gd name="connsiteX55" fmla="*/ 3626773 w 6884912"/>
              <a:gd name="connsiteY55" fmla="*/ 290452 h 1161397"/>
              <a:gd name="connsiteX56" fmla="*/ 3666217 w 6884912"/>
              <a:gd name="connsiteY56" fmla="*/ 273255 h 1161397"/>
              <a:gd name="connsiteX57" fmla="*/ 3732427 w 6884912"/>
              <a:gd name="connsiteY57" fmla="*/ 245039 h 1161397"/>
              <a:gd name="connsiteX58" fmla="*/ 3777022 w 6884912"/>
              <a:gd name="connsiteY58" fmla="*/ 200276 h 1161397"/>
              <a:gd name="connsiteX59" fmla="*/ 3791246 w 6884912"/>
              <a:gd name="connsiteY59" fmla="*/ 189996 h 1161397"/>
              <a:gd name="connsiteX60" fmla="*/ 3819864 w 6884912"/>
              <a:gd name="connsiteY60" fmla="*/ 194605 h 1161397"/>
              <a:gd name="connsiteX61" fmla="*/ 3830398 w 6884912"/>
              <a:gd name="connsiteY61" fmla="*/ 188383 h 1161397"/>
              <a:gd name="connsiteX62" fmla="*/ 3834360 w 6884912"/>
              <a:gd name="connsiteY62" fmla="*/ 188992 h 1161397"/>
              <a:gd name="connsiteX63" fmla="*/ 3843715 w 6884912"/>
              <a:gd name="connsiteY63" fmla="*/ 188752 h 1161397"/>
              <a:gd name="connsiteX64" fmla="*/ 3842609 w 6884912"/>
              <a:gd name="connsiteY64" fmla="*/ 197386 h 1161397"/>
              <a:gd name="connsiteX65" fmla="*/ 3853961 w 6884912"/>
              <a:gd name="connsiteY65" fmla="*/ 213380 h 1161397"/>
              <a:gd name="connsiteX66" fmla="*/ 3907640 w 6884912"/>
              <a:gd name="connsiteY66" fmla="*/ 207568 h 1161397"/>
              <a:gd name="connsiteX67" fmla="*/ 3910449 w 6884912"/>
              <a:gd name="connsiteY67" fmla="*/ 197808 h 1161397"/>
              <a:gd name="connsiteX68" fmla="*/ 3917197 w 6884912"/>
              <a:gd name="connsiteY68" fmla="*/ 196121 h 1161397"/>
              <a:gd name="connsiteX69" fmla="*/ 3922400 w 6884912"/>
              <a:gd name="connsiteY69" fmla="*/ 205056 h 1161397"/>
              <a:gd name="connsiteX70" fmla="*/ 4013061 w 6884912"/>
              <a:gd name="connsiteY70" fmla="*/ 224874 h 1161397"/>
              <a:gd name="connsiteX71" fmla="*/ 4220717 w 6884912"/>
              <a:gd name="connsiteY71" fmla="*/ 192946 h 1161397"/>
              <a:gd name="connsiteX72" fmla="*/ 4228802 w 6884912"/>
              <a:gd name="connsiteY72" fmla="*/ 201468 h 1161397"/>
              <a:gd name="connsiteX73" fmla="*/ 4289361 w 6884912"/>
              <a:gd name="connsiteY73" fmla="*/ 196642 h 1161397"/>
              <a:gd name="connsiteX74" fmla="*/ 4498913 w 6884912"/>
              <a:gd name="connsiteY74" fmla="*/ 118915 h 1161397"/>
              <a:gd name="connsiteX75" fmla="*/ 4617330 w 6884912"/>
              <a:gd name="connsiteY75" fmla="*/ 111163 h 1161397"/>
              <a:gd name="connsiteX76" fmla="*/ 4659778 w 6884912"/>
              <a:gd name="connsiteY76" fmla="*/ 118219 h 1161397"/>
              <a:gd name="connsiteX77" fmla="*/ 4730870 w 6884912"/>
              <a:gd name="connsiteY77" fmla="*/ 129432 h 1161397"/>
              <a:gd name="connsiteX78" fmla="*/ 4844073 w 6884912"/>
              <a:gd name="connsiteY78" fmla="*/ 161768 h 1161397"/>
              <a:gd name="connsiteX79" fmla="*/ 4856454 w 6884912"/>
              <a:gd name="connsiteY79" fmla="*/ 130488 h 1161397"/>
              <a:gd name="connsiteX80" fmla="*/ 4920038 w 6884912"/>
              <a:gd name="connsiteY80" fmla="*/ 140418 h 1161397"/>
              <a:gd name="connsiteX81" fmla="*/ 5016639 w 6884912"/>
              <a:gd name="connsiteY81" fmla="*/ 158905 h 1161397"/>
              <a:gd name="connsiteX82" fmla="*/ 5072009 w 6884912"/>
              <a:gd name="connsiteY82" fmla="*/ 161502 h 1161397"/>
              <a:gd name="connsiteX83" fmla="*/ 5223626 w 6884912"/>
              <a:gd name="connsiteY83" fmla="*/ 177356 h 1161397"/>
              <a:gd name="connsiteX84" fmla="*/ 5375773 w 6884912"/>
              <a:gd name="connsiteY84" fmla="*/ 199913 h 1161397"/>
              <a:gd name="connsiteX85" fmla="*/ 5467502 w 6884912"/>
              <a:gd name="connsiteY85" fmla="*/ 250963 h 1161397"/>
              <a:gd name="connsiteX86" fmla="*/ 5592395 w 6884912"/>
              <a:gd name="connsiteY86" fmla="*/ 265434 h 1161397"/>
              <a:gd name="connsiteX87" fmla="*/ 5613532 w 6884912"/>
              <a:gd name="connsiteY87" fmla="*/ 273379 h 1161397"/>
              <a:gd name="connsiteX88" fmla="*/ 5642173 w 6884912"/>
              <a:gd name="connsiteY88" fmla="*/ 266904 h 1161397"/>
              <a:gd name="connsiteX89" fmla="*/ 5756910 w 6884912"/>
              <a:gd name="connsiteY89" fmla="*/ 239211 h 1161397"/>
              <a:gd name="connsiteX90" fmla="*/ 5846667 w 6884912"/>
              <a:gd name="connsiteY90" fmla="*/ 201786 h 1161397"/>
              <a:gd name="connsiteX91" fmla="*/ 5960732 w 6884912"/>
              <a:gd name="connsiteY91" fmla="*/ 220708 h 1161397"/>
              <a:gd name="connsiteX92" fmla="*/ 6029542 w 6884912"/>
              <a:gd name="connsiteY92" fmla="*/ 210339 h 1161397"/>
              <a:gd name="connsiteX93" fmla="*/ 6141123 w 6884912"/>
              <a:gd name="connsiteY93" fmla="*/ 159923 h 1161397"/>
              <a:gd name="connsiteX94" fmla="*/ 6290640 w 6884912"/>
              <a:gd name="connsiteY94" fmla="*/ 167441 h 1161397"/>
              <a:gd name="connsiteX95" fmla="*/ 6322806 w 6884912"/>
              <a:gd name="connsiteY95" fmla="*/ 213293 h 1161397"/>
              <a:gd name="connsiteX96" fmla="*/ 6380420 w 6884912"/>
              <a:gd name="connsiteY96" fmla="*/ 173195 h 1161397"/>
              <a:gd name="connsiteX97" fmla="*/ 6507891 w 6884912"/>
              <a:gd name="connsiteY97" fmla="*/ 118474 h 1161397"/>
              <a:gd name="connsiteX98" fmla="*/ 6571807 w 6884912"/>
              <a:gd name="connsiteY98" fmla="*/ 98636 h 1161397"/>
              <a:gd name="connsiteX99" fmla="*/ 6671880 w 6884912"/>
              <a:gd name="connsiteY99" fmla="*/ 82931 h 1161397"/>
              <a:gd name="connsiteX100" fmla="*/ 6702266 w 6884912"/>
              <a:gd name="connsiteY100" fmla="*/ 75470 h 1161397"/>
              <a:gd name="connsiteX101" fmla="*/ 6845802 w 6884912"/>
              <a:gd name="connsiteY101" fmla="*/ 24496 h 1161397"/>
              <a:gd name="connsiteX102" fmla="*/ 6884912 w 6884912"/>
              <a:gd name="connsiteY102"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66947 w 6884912"/>
              <a:gd name="connsiteY16" fmla="*/ 700762 h 1161397"/>
              <a:gd name="connsiteX17" fmla="*/ 1178135 w 6884912"/>
              <a:gd name="connsiteY17" fmla="*/ 698631 h 1161397"/>
              <a:gd name="connsiteX18" fmla="*/ 1178301 w 6884912"/>
              <a:gd name="connsiteY18" fmla="*/ 698094 h 1161397"/>
              <a:gd name="connsiteX19" fmla="*/ 1242716 w 6884912"/>
              <a:gd name="connsiteY19" fmla="*/ 698052 h 1161397"/>
              <a:gd name="connsiteX20" fmla="*/ 1299977 w 6884912"/>
              <a:gd name="connsiteY20" fmla="*/ 639196 h 1161397"/>
              <a:gd name="connsiteX21" fmla="*/ 1326190 w 6884912"/>
              <a:gd name="connsiteY21" fmla="*/ 625955 h 1161397"/>
              <a:gd name="connsiteX22" fmla="*/ 1339600 w 6884912"/>
              <a:gd name="connsiteY22" fmla="*/ 616295 h 1161397"/>
              <a:gd name="connsiteX23" fmla="*/ 1340054 w 6884912"/>
              <a:gd name="connsiteY23" fmla="*/ 614022 h 1161397"/>
              <a:gd name="connsiteX24" fmla="*/ 1391606 w 6884912"/>
              <a:gd name="connsiteY24" fmla="*/ 615229 h 1161397"/>
              <a:gd name="connsiteX25" fmla="*/ 1397565 w 6884912"/>
              <a:gd name="connsiteY25" fmla="*/ 611490 h 1161397"/>
              <a:gd name="connsiteX26" fmla="*/ 1432302 w 6884912"/>
              <a:gd name="connsiteY26" fmla="*/ 617267 h 1161397"/>
              <a:gd name="connsiteX27" fmla="*/ 1449644 w 6884912"/>
              <a:gd name="connsiteY27" fmla="*/ 617591 h 1161397"/>
              <a:gd name="connsiteX28" fmla="*/ 1455793 w 6884912"/>
              <a:gd name="connsiteY28" fmla="*/ 623174 h 1161397"/>
              <a:gd name="connsiteX29" fmla="*/ 1480758 w 6884912"/>
              <a:gd name="connsiteY29" fmla="*/ 620863 h 1161397"/>
              <a:gd name="connsiteX30" fmla="*/ 1483154 w 6884912"/>
              <a:gd name="connsiteY30" fmla="*/ 618527 h 1161397"/>
              <a:gd name="connsiteX31" fmla="*/ 1505495 w 6884912"/>
              <a:gd name="connsiteY31" fmla="*/ 624325 h 1161397"/>
              <a:gd name="connsiteX32" fmla="*/ 1526340 w 6884912"/>
              <a:gd name="connsiteY32" fmla="*/ 638496 h 1161397"/>
              <a:gd name="connsiteX33" fmla="*/ 1731986 w 6884912"/>
              <a:gd name="connsiteY33" fmla="*/ 589682 h 1161397"/>
              <a:gd name="connsiteX34" fmla="*/ 1927935 w 6884912"/>
              <a:gd name="connsiteY34" fmla="*/ 628540 h 1161397"/>
              <a:gd name="connsiteX35" fmla="*/ 2039075 w 6884912"/>
              <a:gd name="connsiteY35" fmla="*/ 599964 h 1161397"/>
              <a:gd name="connsiteX36" fmla="*/ 2066980 w 6884912"/>
              <a:gd name="connsiteY36" fmla="*/ 550413 h 1161397"/>
              <a:gd name="connsiteX37" fmla="*/ 2352236 w 6884912"/>
              <a:gd name="connsiteY37" fmla="*/ 519602 h 1161397"/>
              <a:gd name="connsiteX38" fmla="*/ 2420791 w 6884912"/>
              <a:gd name="connsiteY38" fmla="*/ 492826 h 1161397"/>
              <a:gd name="connsiteX39" fmla="*/ 2489932 w 6884912"/>
              <a:gd name="connsiteY39" fmla="*/ 507864 h 1161397"/>
              <a:gd name="connsiteX40" fmla="*/ 2512917 w 6884912"/>
              <a:gd name="connsiteY40" fmla="*/ 489127 h 1161397"/>
              <a:gd name="connsiteX41" fmla="*/ 2516783 w 6884912"/>
              <a:gd name="connsiteY41" fmla="*/ 485473 h 1161397"/>
              <a:gd name="connsiteX42" fmla="*/ 2534360 w 6884912"/>
              <a:gd name="connsiteY42" fmla="*/ 480064 h 1161397"/>
              <a:gd name="connsiteX43" fmla="*/ 2536691 w 6884912"/>
              <a:gd name="connsiteY43" fmla="*/ 467018 h 1161397"/>
              <a:gd name="connsiteX44" fmla="*/ 2561265 w 6884912"/>
              <a:gd name="connsiteY44" fmla="*/ 450623 h 1161397"/>
              <a:gd name="connsiteX45" fmla="*/ 2594349 w 6884912"/>
              <a:gd name="connsiteY45" fmla="*/ 443884 h 1161397"/>
              <a:gd name="connsiteX46" fmla="*/ 2754324 w 6884912"/>
              <a:gd name="connsiteY46" fmla="*/ 424766 h 1161397"/>
              <a:gd name="connsiteX47" fmla="*/ 2848470 w 6884912"/>
              <a:gd name="connsiteY47" fmla="*/ 405966 h 1161397"/>
              <a:gd name="connsiteX48" fmla="*/ 2881772 w 6884912"/>
              <a:gd name="connsiteY48" fmla="*/ 387260 h 1161397"/>
              <a:gd name="connsiteX49" fmla="*/ 2929932 w 6884912"/>
              <a:gd name="connsiteY49" fmla="*/ 368912 h 1161397"/>
              <a:gd name="connsiteX50" fmla="*/ 3013020 w 6884912"/>
              <a:gd name="connsiteY50" fmla="*/ 327578 h 1161397"/>
              <a:gd name="connsiteX51" fmla="*/ 3222191 w 6884912"/>
              <a:gd name="connsiteY51" fmla="*/ 307887 h 1161397"/>
              <a:gd name="connsiteX52" fmla="*/ 3227953 w 6884912"/>
              <a:gd name="connsiteY52" fmla="*/ 297650 h 1161397"/>
              <a:gd name="connsiteX53" fmla="*/ 3510042 w 6884912"/>
              <a:gd name="connsiteY53" fmla="*/ 311820 h 1161397"/>
              <a:gd name="connsiteX54" fmla="*/ 3626773 w 6884912"/>
              <a:gd name="connsiteY54" fmla="*/ 290452 h 1161397"/>
              <a:gd name="connsiteX55" fmla="*/ 3666217 w 6884912"/>
              <a:gd name="connsiteY55" fmla="*/ 273255 h 1161397"/>
              <a:gd name="connsiteX56" fmla="*/ 3732427 w 6884912"/>
              <a:gd name="connsiteY56" fmla="*/ 245039 h 1161397"/>
              <a:gd name="connsiteX57" fmla="*/ 3777022 w 6884912"/>
              <a:gd name="connsiteY57" fmla="*/ 200276 h 1161397"/>
              <a:gd name="connsiteX58" fmla="*/ 3791246 w 6884912"/>
              <a:gd name="connsiteY58" fmla="*/ 189996 h 1161397"/>
              <a:gd name="connsiteX59" fmla="*/ 3819864 w 6884912"/>
              <a:gd name="connsiteY59" fmla="*/ 194605 h 1161397"/>
              <a:gd name="connsiteX60" fmla="*/ 3830398 w 6884912"/>
              <a:gd name="connsiteY60" fmla="*/ 188383 h 1161397"/>
              <a:gd name="connsiteX61" fmla="*/ 3834360 w 6884912"/>
              <a:gd name="connsiteY61" fmla="*/ 188992 h 1161397"/>
              <a:gd name="connsiteX62" fmla="*/ 3843715 w 6884912"/>
              <a:gd name="connsiteY62" fmla="*/ 188752 h 1161397"/>
              <a:gd name="connsiteX63" fmla="*/ 3842609 w 6884912"/>
              <a:gd name="connsiteY63" fmla="*/ 197386 h 1161397"/>
              <a:gd name="connsiteX64" fmla="*/ 3853961 w 6884912"/>
              <a:gd name="connsiteY64" fmla="*/ 213380 h 1161397"/>
              <a:gd name="connsiteX65" fmla="*/ 3907640 w 6884912"/>
              <a:gd name="connsiteY65" fmla="*/ 207568 h 1161397"/>
              <a:gd name="connsiteX66" fmla="*/ 3910449 w 6884912"/>
              <a:gd name="connsiteY66" fmla="*/ 197808 h 1161397"/>
              <a:gd name="connsiteX67" fmla="*/ 3917197 w 6884912"/>
              <a:gd name="connsiteY67" fmla="*/ 196121 h 1161397"/>
              <a:gd name="connsiteX68" fmla="*/ 3922400 w 6884912"/>
              <a:gd name="connsiteY68" fmla="*/ 205056 h 1161397"/>
              <a:gd name="connsiteX69" fmla="*/ 4013061 w 6884912"/>
              <a:gd name="connsiteY69" fmla="*/ 224874 h 1161397"/>
              <a:gd name="connsiteX70" fmla="*/ 4220717 w 6884912"/>
              <a:gd name="connsiteY70" fmla="*/ 192946 h 1161397"/>
              <a:gd name="connsiteX71" fmla="*/ 4228802 w 6884912"/>
              <a:gd name="connsiteY71" fmla="*/ 201468 h 1161397"/>
              <a:gd name="connsiteX72" fmla="*/ 4289361 w 6884912"/>
              <a:gd name="connsiteY72" fmla="*/ 196642 h 1161397"/>
              <a:gd name="connsiteX73" fmla="*/ 4498913 w 6884912"/>
              <a:gd name="connsiteY73" fmla="*/ 118915 h 1161397"/>
              <a:gd name="connsiteX74" fmla="*/ 4617330 w 6884912"/>
              <a:gd name="connsiteY74" fmla="*/ 111163 h 1161397"/>
              <a:gd name="connsiteX75" fmla="*/ 4659778 w 6884912"/>
              <a:gd name="connsiteY75" fmla="*/ 118219 h 1161397"/>
              <a:gd name="connsiteX76" fmla="*/ 4730870 w 6884912"/>
              <a:gd name="connsiteY76" fmla="*/ 129432 h 1161397"/>
              <a:gd name="connsiteX77" fmla="*/ 4844073 w 6884912"/>
              <a:gd name="connsiteY77" fmla="*/ 161768 h 1161397"/>
              <a:gd name="connsiteX78" fmla="*/ 4856454 w 6884912"/>
              <a:gd name="connsiteY78" fmla="*/ 130488 h 1161397"/>
              <a:gd name="connsiteX79" fmla="*/ 4920038 w 6884912"/>
              <a:gd name="connsiteY79" fmla="*/ 140418 h 1161397"/>
              <a:gd name="connsiteX80" fmla="*/ 5016639 w 6884912"/>
              <a:gd name="connsiteY80" fmla="*/ 158905 h 1161397"/>
              <a:gd name="connsiteX81" fmla="*/ 5072009 w 6884912"/>
              <a:gd name="connsiteY81" fmla="*/ 161502 h 1161397"/>
              <a:gd name="connsiteX82" fmla="*/ 5223626 w 6884912"/>
              <a:gd name="connsiteY82" fmla="*/ 177356 h 1161397"/>
              <a:gd name="connsiteX83" fmla="*/ 5375773 w 6884912"/>
              <a:gd name="connsiteY83" fmla="*/ 199913 h 1161397"/>
              <a:gd name="connsiteX84" fmla="*/ 5467502 w 6884912"/>
              <a:gd name="connsiteY84" fmla="*/ 250963 h 1161397"/>
              <a:gd name="connsiteX85" fmla="*/ 5592395 w 6884912"/>
              <a:gd name="connsiteY85" fmla="*/ 265434 h 1161397"/>
              <a:gd name="connsiteX86" fmla="*/ 5613532 w 6884912"/>
              <a:gd name="connsiteY86" fmla="*/ 273379 h 1161397"/>
              <a:gd name="connsiteX87" fmla="*/ 5642173 w 6884912"/>
              <a:gd name="connsiteY87" fmla="*/ 266904 h 1161397"/>
              <a:gd name="connsiteX88" fmla="*/ 5756910 w 6884912"/>
              <a:gd name="connsiteY88" fmla="*/ 239211 h 1161397"/>
              <a:gd name="connsiteX89" fmla="*/ 5846667 w 6884912"/>
              <a:gd name="connsiteY89" fmla="*/ 201786 h 1161397"/>
              <a:gd name="connsiteX90" fmla="*/ 5960732 w 6884912"/>
              <a:gd name="connsiteY90" fmla="*/ 220708 h 1161397"/>
              <a:gd name="connsiteX91" fmla="*/ 6029542 w 6884912"/>
              <a:gd name="connsiteY91" fmla="*/ 210339 h 1161397"/>
              <a:gd name="connsiteX92" fmla="*/ 6141123 w 6884912"/>
              <a:gd name="connsiteY92" fmla="*/ 159923 h 1161397"/>
              <a:gd name="connsiteX93" fmla="*/ 6290640 w 6884912"/>
              <a:gd name="connsiteY93" fmla="*/ 167441 h 1161397"/>
              <a:gd name="connsiteX94" fmla="*/ 6322806 w 6884912"/>
              <a:gd name="connsiteY94" fmla="*/ 213293 h 1161397"/>
              <a:gd name="connsiteX95" fmla="*/ 6380420 w 6884912"/>
              <a:gd name="connsiteY95" fmla="*/ 173195 h 1161397"/>
              <a:gd name="connsiteX96" fmla="*/ 6507891 w 6884912"/>
              <a:gd name="connsiteY96" fmla="*/ 118474 h 1161397"/>
              <a:gd name="connsiteX97" fmla="*/ 6571807 w 6884912"/>
              <a:gd name="connsiteY97" fmla="*/ 98636 h 1161397"/>
              <a:gd name="connsiteX98" fmla="*/ 6671880 w 6884912"/>
              <a:gd name="connsiteY98" fmla="*/ 82931 h 1161397"/>
              <a:gd name="connsiteX99" fmla="*/ 6702266 w 6884912"/>
              <a:gd name="connsiteY99" fmla="*/ 75470 h 1161397"/>
              <a:gd name="connsiteX100" fmla="*/ 6845802 w 6884912"/>
              <a:gd name="connsiteY100" fmla="*/ 24496 h 1161397"/>
              <a:gd name="connsiteX101" fmla="*/ 6884912 w 6884912"/>
              <a:gd name="connsiteY101"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78135 w 6884912"/>
              <a:gd name="connsiteY16" fmla="*/ 698631 h 1161397"/>
              <a:gd name="connsiteX17" fmla="*/ 1178301 w 6884912"/>
              <a:gd name="connsiteY17" fmla="*/ 698094 h 1161397"/>
              <a:gd name="connsiteX18" fmla="*/ 1242716 w 6884912"/>
              <a:gd name="connsiteY18" fmla="*/ 698052 h 1161397"/>
              <a:gd name="connsiteX19" fmla="*/ 1299977 w 6884912"/>
              <a:gd name="connsiteY19" fmla="*/ 639196 h 1161397"/>
              <a:gd name="connsiteX20" fmla="*/ 1326190 w 6884912"/>
              <a:gd name="connsiteY20" fmla="*/ 625955 h 1161397"/>
              <a:gd name="connsiteX21" fmla="*/ 1339600 w 6884912"/>
              <a:gd name="connsiteY21" fmla="*/ 616295 h 1161397"/>
              <a:gd name="connsiteX22" fmla="*/ 1340054 w 6884912"/>
              <a:gd name="connsiteY22" fmla="*/ 614022 h 1161397"/>
              <a:gd name="connsiteX23" fmla="*/ 1391606 w 6884912"/>
              <a:gd name="connsiteY23" fmla="*/ 615229 h 1161397"/>
              <a:gd name="connsiteX24" fmla="*/ 1397565 w 6884912"/>
              <a:gd name="connsiteY24" fmla="*/ 611490 h 1161397"/>
              <a:gd name="connsiteX25" fmla="*/ 1432302 w 6884912"/>
              <a:gd name="connsiteY25" fmla="*/ 617267 h 1161397"/>
              <a:gd name="connsiteX26" fmla="*/ 1449644 w 6884912"/>
              <a:gd name="connsiteY26" fmla="*/ 617591 h 1161397"/>
              <a:gd name="connsiteX27" fmla="*/ 1455793 w 6884912"/>
              <a:gd name="connsiteY27" fmla="*/ 623174 h 1161397"/>
              <a:gd name="connsiteX28" fmla="*/ 1480758 w 6884912"/>
              <a:gd name="connsiteY28" fmla="*/ 620863 h 1161397"/>
              <a:gd name="connsiteX29" fmla="*/ 1483154 w 6884912"/>
              <a:gd name="connsiteY29" fmla="*/ 618527 h 1161397"/>
              <a:gd name="connsiteX30" fmla="*/ 1505495 w 6884912"/>
              <a:gd name="connsiteY30" fmla="*/ 624325 h 1161397"/>
              <a:gd name="connsiteX31" fmla="*/ 1526340 w 6884912"/>
              <a:gd name="connsiteY31" fmla="*/ 638496 h 1161397"/>
              <a:gd name="connsiteX32" fmla="*/ 1731986 w 6884912"/>
              <a:gd name="connsiteY32" fmla="*/ 589682 h 1161397"/>
              <a:gd name="connsiteX33" fmla="*/ 1927935 w 6884912"/>
              <a:gd name="connsiteY33" fmla="*/ 628540 h 1161397"/>
              <a:gd name="connsiteX34" fmla="*/ 2039075 w 6884912"/>
              <a:gd name="connsiteY34" fmla="*/ 599964 h 1161397"/>
              <a:gd name="connsiteX35" fmla="*/ 2066980 w 6884912"/>
              <a:gd name="connsiteY35" fmla="*/ 550413 h 1161397"/>
              <a:gd name="connsiteX36" fmla="*/ 2352236 w 6884912"/>
              <a:gd name="connsiteY36" fmla="*/ 519602 h 1161397"/>
              <a:gd name="connsiteX37" fmla="*/ 2420791 w 6884912"/>
              <a:gd name="connsiteY37" fmla="*/ 492826 h 1161397"/>
              <a:gd name="connsiteX38" fmla="*/ 2489932 w 6884912"/>
              <a:gd name="connsiteY38" fmla="*/ 507864 h 1161397"/>
              <a:gd name="connsiteX39" fmla="*/ 2512917 w 6884912"/>
              <a:gd name="connsiteY39" fmla="*/ 489127 h 1161397"/>
              <a:gd name="connsiteX40" fmla="*/ 2516783 w 6884912"/>
              <a:gd name="connsiteY40" fmla="*/ 485473 h 1161397"/>
              <a:gd name="connsiteX41" fmla="*/ 2534360 w 6884912"/>
              <a:gd name="connsiteY41" fmla="*/ 480064 h 1161397"/>
              <a:gd name="connsiteX42" fmla="*/ 2536691 w 6884912"/>
              <a:gd name="connsiteY42" fmla="*/ 467018 h 1161397"/>
              <a:gd name="connsiteX43" fmla="*/ 2561265 w 6884912"/>
              <a:gd name="connsiteY43" fmla="*/ 450623 h 1161397"/>
              <a:gd name="connsiteX44" fmla="*/ 2594349 w 6884912"/>
              <a:gd name="connsiteY44" fmla="*/ 443884 h 1161397"/>
              <a:gd name="connsiteX45" fmla="*/ 2754324 w 6884912"/>
              <a:gd name="connsiteY45" fmla="*/ 424766 h 1161397"/>
              <a:gd name="connsiteX46" fmla="*/ 2848470 w 6884912"/>
              <a:gd name="connsiteY46" fmla="*/ 405966 h 1161397"/>
              <a:gd name="connsiteX47" fmla="*/ 2881772 w 6884912"/>
              <a:gd name="connsiteY47" fmla="*/ 387260 h 1161397"/>
              <a:gd name="connsiteX48" fmla="*/ 2929932 w 6884912"/>
              <a:gd name="connsiteY48" fmla="*/ 368912 h 1161397"/>
              <a:gd name="connsiteX49" fmla="*/ 3013020 w 6884912"/>
              <a:gd name="connsiteY49" fmla="*/ 327578 h 1161397"/>
              <a:gd name="connsiteX50" fmla="*/ 3222191 w 6884912"/>
              <a:gd name="connsiteY50" fmla="*/ 307887 h 1161397"/>
              <a:gd name="connsiteX51" fmla="*/ 3227953 w 6884912"/>
              <a:gd name="connsiteY51" fmla="*/ 297650 h 1161397"/>
              <a:gd name="connsiteX52" fmla="*/ 3510042 w 6884912"/>
              <a:gd name="connsiteY52" fmla="*/ 311820 h 1161397"/>
              <a:gd name="connsiteX53" fmla="*/ 3626773 w 6884912"/>
              <a:gd name="connsiteY53" fmla="*/ 290452 h 1161397"/>
              <a:gd name="connsiteX54" fmla="*/ 3666217 w 6884912"/>
              <a:gd name="connsiteY54" fmla="*/ 273255 h 1161397"/>
              <a:gd name="connsiteX55" fmla="*/ 3732427 w 6884912"/>
              <a:gd name="connsiteY55" fmla="*/ 245039 h 1161397"/>
              <a:gd name="connsiteX56" fmla="*/ 3777022 w 6884912"/>
              <a:gd name="connsiteY56" fmla="*/ 200276 h 1161397"/>
              <a:gd name="connsiteX57" fmla="*/ 3791246 w 6884912"/>
              <a:gd name="connsiteY57" fmla="*/ 189996 h 1161397"/>
              <a:gd name="connsiteX58" fmla="*/ 3819864 w 6884912"/>
              <a:gd name="connsiteY58" fmla="*/ 194605 h 1161397"/>
              <a:gd name="connsiteX59" fmla="*/ 3830398 w 6884912"/>
              <a:gd name="connsiteY59" fmla="*/ 188383 h 1161397"/>
              <a:gd name="connsiteX60" fmla="*/ 3834360 w 6884912"/>
              <a:gd name="connsiteY60" fmla="*/ 188992 h 1161397"/>
              <a:gd name="connsiteX61" fmla="*/ 3843715 w 6884912"/>
              <a:gd name="connsiteY61" fmla="*/ 188752 h 1161397"/>
              <a:gd name="connsiteX62" fmla="*/ 3842609 w 6884912"/>
              <a:gd name="connsiteY62" fmla="*/ 197386 h 1161397"/>
              <a:gd name="connsiteX63" fmla="*/ 3853961 w 6884912"/>
              <a:gd name="connsiteY63" fmla="*/ 213380 h 1161397"/>
              <a:gd name="connsiteX64" fmla="*/ 3907640 w 6884912"/>
              <a:gd name="connsiteY64" fmla="*/ 207568 h 1161397"/>
              <a:gd name="connsiteX65" fmla="*/ 3910449 w 6884912"/>
              <a:gd name="connsiteY65" fmla="*/ 197808 h 1161397"/>
              <a:gd name="connsiteX66" fmla="*/ 3917197 w 6884912"/>
              <a:gd name="connsiteY66" fmla="*/ 196121 h 1161397"/>
              <a:gd name="connsiteX67" fmla="*/ 3922400 w 6884912"/>
              <a:gd name="connsiteY67" fmla="*/ 205056 h 1161397"/>
              <a:gd name="connsiteX68" fmla="*/ 4013061 w 6884912"/>
              <a:gd name="connsiteY68" fmla="*/ 224874 h 1161397"/>
              <a:gd name="connsiteX69" fmla="*/ 4220717 w 6884912"/>
              <a:gd name="connsiteY69" fmla="*/ 192946 h 1161397"/>
              <a:gd name="connsiteX70" fmla="*/ 4228802 w 6884912"/>
              <a:gd name="connsiteY70" fmla="*/ 201468 h 1161397"/>
              <a:gd name="connsiteX71" fmla="*/ 4289361 w 6884912"/>
              <a:gd name="connsiteY71" fmla="*/ 196642 h 1161397"/>
              <a:gd name="connsiteX72" fmla="*/ 4498913 w 6884912"/>
              <a:gd name="connsiteY72" fmla="*/ 118915 h 1161397"/>
              <a:gd name="connsiteX73" fmla="*/ 4617330 w 6884912"/>
              <a:gd name="connsiteY73" fmla="*/ 111163 h 1161397"/>
              <a:gd name="connsiteX74" fmla="*/ 4659778 w 6884912"/>
              <a:gd name="connsiteY74" fmla="*/ 118219 h 1161397"/>
              <a:gd name="connsiteX75" fmla="*/ 4730870 w 6884912"/>
              <a:gd name="connsiteY75" fmla="*/ 129432 h 1161397"/>
              <a:gd name="connsiteX76" fmla="*/ 4844073 w 6884912"/>
              <a:gd name="connsiteY76" fmla="*/ 161768 h 1161397"/>
              <a:gd name="connsiteX77" fmla="*/ 4856454 w 6884912"/>
              <a:gd name="connsiteY77" fmla="*/ 130488 h 1161397"/>
              <a:gd name="connsiteX78" fmla="*/ 4920038 w 6884912"/>
              <a:gd name="connsiteY78" fmla="*/ 140418 h 1161397"/>
              <a:gd name="connsiteX79" fmla="*/ 5016639 w 6884912"/>
              <a:gd name="connsiteY79" fmla="*/ 158905 h 1161397"/>
              <a:gd name="connsiteX80" fmla="*/ 5072009 w 6884912"/>
              <a:gd name="connsiteY80" fmla="*/ 161502 h 1161397"/>
              <a:gd name="connsiteX81" fmla="*/ 5223626 w 6884912"/>
              <a:gd name="connsiteY81" fmla="*/ 177356 h 1161397"/>
              <a:gd name="connsiteX82" fmla="*/ 5375773 w 6884912"/>
              <a:gd name="connsiteY82" fmla="*/ 199913 h 1161397"/>
              <a:gd name="connsiteX83" fmla="*/ 5467502 w 6884912"/>
              <a:gd name="connsiteY83" fmla="*/ 250963 h 1161397"/>
              <a:gd name="connsiteX84" fmla="*/ 5592395 w 6884912"/>
              <a:gd name="connsiteY84" fmla="*/ 265434 h 1161397"/>
              <a:gd name="connsiteX85" fmla="*/ 5613532 w 6884912"/>
              <a:gd name="connsiteY85" fmla="*/ 273379 h 1161397"/>
              <a:gd name="connsiteX86" fmla="*/ 5642173 w 6884912"/>
              <a:gd name="connsiteY86" fmla="*/ 266904 h 1161397"/>
              <a:gd name="connsiteX87" fmla="*/ 5756910 w 6884912"/>
              <a:gd name="connsiteY87" fmla="*/ 239211 h 1161397"/>
              <a:gd name="connsiteX88" fmla="*/ 5846667 w 6884912"/>
              <a:gd name="connsiteY88" fmla="*/ 201786 h 1161397"/>
              <a:gd name="connsiteX89" fmla="*/ 5960732 w 6884912"/>
              <a:gd name="connsiteY89" fmla="*/ 220708 h 1161397"/>
              <a:gd name="connsiteX90" fmla="*/ 6029542 w 6884912"/>
              <a:gd name="connsiteY90" fmla="*/ 210339 h 1161397"/>
              <a:gd name="connsiteX91" fmla="*/ 6141123 w 6884912"/>
              <a:gd name="connsiteY91" fmla="*/ 159923 h 1161397"/>
              <a:gd name="connsiteX92" fmla="*/ 6290640 w 6884912"/>
              <a:gd name="connsiteY92" fmla="*/ 167441 h 1161397"/>
              <a:gd name="connsiteX93" fmla="*/ 6322806 w 6884912"/>
              <a:gd name="connsiteY93" fmla="*/ 213293 h 1161397"/>
              <a:gd name="connsiteX94" fmla="*/ 6380420 w 6884912"/>
              <a:gd name="connsiteY94" fmla="*/ 173195 h 1161397"/>
              <a:gd name="connsiteX95" fmla="*/ 6507891 w 6884912"/>
              <a:gd name="connsiteY95" fmla="*/ 118474 h 1161397"/>
              <a:gd name="connsiteX96" fmla="*/ 6571807 w 6884912"/>
              <a:gd name="connsiteY96" fmla="*/ 98636 h 1161397"/>
              <a:gd name="connsiteX97" fmla="*/ 6671880 w 6884912"/>
              <a:gd name="connsiteY97" fmla="*/ 82931 h 1161397"/>
              <a:gd name="connsiteX98" fmla="*/ 6702266 w 6884912"/>
              <a:gd name="connsiteY98" fmla="*/ 75470 h 1161397"/>
              <a:gd name="connsiteX99" fmla="*/ 6845802 w 6884912"/>
              <a:gd name="connsiteY99" fmla="*/ 24496 h 1161397"/>
              <a:gd name="connsiteX100" fmla="*/ 6884912 w 6884912"/>
              <a:gd name="connsiteY100"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78135 w 6884912"/>
              <a:gd name="connsiteY15" fmla="*/ 698631 h 1161397"/>
              <a:gd name="connsiteX16" fmla="*/ 1178301 w 6884912"/>
              <a:gd name="connsiteY16" fmla="*/ 698094 h 1161397"/>
              <a:gd name="connsiteX17" fmla="*/ 1242716 w 6884912"/>
              <a:gd name="connsiteY17" fmla="*/ 698052 h 1161397"/>
              <a:gd name="connsiteX18" fmla="*/ 1299977 w 6884912"/>
              <a:gd name="connsiteY18" fmla="*/ 639196 h 1161397"/>
              <a:gd name="connsiteX19" fmla="*/ 1326190 w 6884912"/>
              <a:gd name="connsiteY19" fmla="*/ 625955 h 1161397"/>
              <a:gd name="connsiteX20" fmla="*/ 1339600 w 6884912"/>
              <a:gd name="connsiteY20" fmla="*/ 616295 h 1161397"/>
              <a:gd name="connsiteX21" fmla="*/ 1340054 w 6884912"/>
              <a:gd name="connsiteY21" fmla="*/ 614022 h 1161397"/>
              <a:gd name="connsiteX22" fmla="*/ 1391606 w 6884912"/>
              <a:gd name="connsiteY22" fmla="*/ 615229 h 1161397"/>
              <a:gd name="connsiteX23" fmla="*/ 1397565 w 6884912"/>
              <a:gd name="connsiteY23" fmla="*/ 611490 h 1161397"/>
              <a:gd name="connsiteX24" fmla="*/ 1432302 w 6884912"/>
              <a:gd name="connsiteY24" fmla="*/ 617267 h 1161397"/>
              <a:gd name="connsiteX25" fmla="*/ 1449644 w 6884912"/>
              <a:gd name="connsiteY25" fmla="*/ 617591 h 1161397"/>
              <a:gd name="connsiteX26" fmla="*/ 1455793 w 6884912"/>
              <a:gd name="connsiteY26" fmla="*/ 623174 h 1161397"/>
              <a:gd name="connsiteX27" fmla="*/ 1480758 w 6884912"/>
              <a:gd name="connsiteY27" fmla="*/ 620863 h 1161397"/>
              <a:gd name="connsiteX28" fmla="*/ 1483154 w 6884912"/>
              <a:gd name="connsiteY28" fmla="*/ 618527 h 1161397"/>
              <a:gd name="connsiteX29" fmla="*/ 1505495 w 6884912"/>
              <a:gd name="connsiteY29" fmla="*/ 624325 h 1161397"/>
              <a:gd name="connsiteX30" fmla="*/ 1526340 w 6884912"/>
              <a:gd name="connsiteY30" fmla="*/ 638496 h 1161397"/>
              <a:gd name="connsiteX31" fmla="*/ 1731986 w 6884912"/>
              <a:gd name="connsiteY31" fmla="*/ 589682 h 1161397"/>
              <a:gd name="connsiteX32" fmla="*/ 1927935 w 6884912"/>
              <a:gd name="connsiteY32" fmla="*/ 628540 h 1161397"/>
              <a:gd name="connsiteX33" fmla="*/ 2039075 w 6884912"/>
              <a:gd name="connsiteY33" fmla="*/ 599964 h 1161397"/>
              <a:gd name="connsiteX34" fmla="*/ 2066980 w 6884912"/>
              <a:gd name="connsiteY34" fmla="*/ 550413 h 1161397"/>
              <a:gd name="connsiteX35" fmla="*/ 2352236 w 6884912"/>
              <a:gd name="connsiteY35" fmla="*/ 519602 h 1161397"/>
              <a:gd name="connsiteX36" fmla="*/ 2420791 w 6884912"/>
              <a:gd name="connsiteY36" fmla="*/ 492826 h 1161397"/>
              <a:gd name="connsiteX37" fmla="*/ 2489932 w 6884912"/>
              <a:gd name="connsiteY37" fmla="*/ 507864 h 1161397"/>
              <a:gd name="connsiteX38" fmla="*/ 2512917 w 6884912"/>
              <a:gd name="connsiteY38" fmla="*/ 489127 h 1161397"/>
              <a:gd name="connsiteX39" fmla="*/ 2516783 w 6884912"/>
              <a:gd name="connsiteY39" fmla="*/ 485473 h 1161397"/>
              <a:gd name="connsiteX40" fmla="*/ 2534360 w 6884912"/>
              <a:gd name="connsiteY40" fmla="*/ 480064 h 1161397"/>
              <a:gd name="connsiteX41" fmla="*/ 2536691 w 6884912"/>
              <a:gd name="connsiteY41" fmla="*/ 467018 h 1161397"/>
              <a:gd name="connsiteX42" fmla="*/ 2561265 w 6884912"/>
              <a:gd name="connsiteY42" fmla="*/ 450623 h 1161397"/>
              <a:gd name="connsiteX43" fmla="*/ 2594349 w 6884912"/>
              <a:gd name="connsiteY43" fmla="*/ 443884 h 1161397"/>
              <a:gd name="connsiteX44" fmla="*/ 2754324 w 6884912"/>
              <a:gd name="connsiteY44" fmla="*/ 424766 h 1161397"/>
              <a:gd name="connsiteX45" fmla="*/ 2848470 w 6884912"/>
              <a:gd name="connsiteY45" fmla="*/ 405966 h 1161397"/>
              <a:gd name="connsiteX46" fmla="*/ 2881772 w 6884912"/>
              <a:gd name="connsiteY46" fmla="*/ 387260 h 1161397"/>
              <a:gd name="connsiteX47" fmla="*/ 2929932 w 6884912"/>
              <a:gd name="connsiteY47" fmla="*/ 368912 h 1161397"/>
              <a:gd name="connsiteX48" fmla="*/ 3013020 w 6884912"/>
              <a:gd name="connsiteY48" fmla="*/ 327578 h 1161397"/>
              <a:gd name="connsiteX49" fmla="*/ 3222191 w 6884912"/>
              <a:gd name="connsiteY49" fmla="*/ 307887 h 1161397"/>
              <a:gd name="connsiteX50" fmla="*/ 3227953 w 6884912"/>
              <a:gd name="connsiteY50" fmla="*/ 297650 h 1161397"/>
              <a:gd name="connsiteX51" fmla="*/ 3510042 w 6884912"/>
              <a:gd name="connsiteY51" fmla="*/ 311820 h 1161397"/>
              <a:gd name="connsiteX52" fmla="*/ 3626773 w 6884912"/>
              <a:gd name="connsiteY52" fmla="*/ 290452 h 1161397"/>
              <a:gd name="connsiteX53" fmla="*/ 3666217 w 6884912"/>
              <a:gd name="connsiteY53" fmla="*/ 273255 h 1161397"/>
              <a:gd name="connsiteX54" fmla="*/ 3732427 w 6884912"/>
              <a:gd name="connsiteY54" fmla="*/ 245039 h 1161397"/>
              <a:gd name="connsiteX55" fmla="*/ 3777022 w 6884912"/>
              <a:gd name="connsiteY55" fmla="*/ 200276 h 1161397"/>
              <a:gd name="connsiteX56" fmla="*/ 3791246 w 6884912"/>
              <a:gd name="connsiteY56" fmla="*/ 189996 h 1161397"/>
              <a:gd name="connsiteX57" fmla="*/ 3819864 w 6884912"/>
              <a:gd name="connsiteY57" fmla="*/ 194605 h 1161397"/>
              <a:gd name="connsiteX58" fmla="*/ 3830398 w 6884912"/>
              <a:gd name="connsiteY58" fmla="*/ 188383 h 1161397"/>
              <a:gd name="connsiteX59" fmla="*/ 3834360 w 6884912"/>
              <a:gd name="connsiteY59" fmla="*/ 188992 h 1161397"/>
              <a:gd name="connsiteX60" fmla="*/ 3843715 w 6884912"/>
              <a:gd name="connsiteY60" fmla="*/ 188752 h 1161397"/>
              <a:gd name="connsiteX61" fmla="*/ 3842609 w 6884912"/>
              <a:gd name="connsiteY61" fmla="*/ 197386 h 1161397"/>
              <a:gd name="connsiteX62" fmla="*/ 3853961 w 6884912"/>
              <a:gd name="connsiteY62" fmla="*/ 213380 h 1161397"/>
              <a:gd name="connsiteX63" fmla="*/ 3907640 w 6884912"/>
              <a:gd name="connsiteY63" fmla="*/ 207568 h 1161397"/>
              <a:gd name="connsiteX64" fmla="*/ 3910449 w 6884912"/>
              <a:gd name="connsiteY64" fmla="*/ 197808 h 1161397"/>
              <a:gd name="connsiteX65" fmla="*/ 3917197 w 6884912"/>
              <a:gd name="connsiteY65" fmla="*/ 196121 h 1161397"/>
              <a:gd name="connsiteX66" fmla="*/ 3922400 w 6884912"/>
              <a:gd name="connsiteY66" fmla="*/ 205056 h 1161397"/>
              <a:gd name="connsiteX67" fmla="*/ 4013061 w 6884912"/>
              <a:gd name="connsiteY67" fmla="*/ 224874 h 1161397"/>
              <a:gd name="connsiteX68" fmla="*/ 4220717 w 6884912"/>
              <a:gd name="connsiteY68" fmla="*/ 192946 h 1161397"/>
              <a:gd name="connsiteX69" fmla="*/ 4228802 w 6884912"/>
              <a:gd name="connsiteY69" fmla="*/ 201468 h 1161397"/>
              <a:gd name="connsiteX70" fmla="*/ 4289361 w 6884912"/>
              <a:gd name="connsiteY70" fmla="*/ 196642 h 1161397"/>
              <a:gd name="connsiteX71" fmla="*/ 4498913 w 6884912"/>
              <a:gd name="connsiteY71" fmla="*/ 118915 h 1161397"/>
              <a:gd name="connsiteX72" fmla="*/ 4617330 w 6884912"/>
              <a:gd name="connsiteY72" fmla="*/ 111163 h 1161397"/>
              <a:gd name="connsiteX73" fmla="*/ 4659778 w 6884912"/>
              <a:gd name="connsiteY73" fmla="*/ 118219 h 1161397"/>
              <a:gd name="connsiteX74" fmla="*/ 4730870 w 6884912"/>
              <a:gd name="connsiteY74" fmla="*/ 129432 h 1161397"/>
              <a:gd name="connsiteX75" fmla="*/ 4844073 w 6884912"/>
              <a:gd name="connsiteY75" fmla="*/ 161768 h 1161397"/>
              <a:gd name="connsiteX76" fmla="*/ 4856454 w 6884912"/>
              <a:gd name="connsiteY76" fmla="*/ 130488 h 1161397"/>
              <a:gd name="connsiteX77" fmla="*/ 4920038 w 6884912"/>
              <a:gd name="connsiteY77" fmla="*/ 140418 h 1161397"/>
              <a:gd name="connsiteX78" fmla="*/ 5016639 w 6884912"/>
              <a:gd name="connsiteY78" fmla="*/ 158905 h 1161397"/>
              <a:gd name="connsiteX79" fmla="*/ 5072009 w 6884912"/>
              <a:gd name="connsiteY79" fmla="*/ 161502 h 1161397"/>
              <a:gd name="connsiteX80" fmla="*/ 5223626 w 6884912"/>
              <a:gd name="connsiteY80" fmla="*/ 177356 h 1161397"/>
              <a:gd name="connsiteX81" fmla="*/ 5375773 w 6884912"/>
              <a:gd name="connsiteY81" fmla="*/ 199913 h 1161397"/>
              <a:gd name="connsiteX82" fmla="*/ 5467502 w 6884912"/>
              <a:gd name="connsiteY82" fmla="*/ 250963 h 1161397"/>
              <a:gd name="connsiteX83" fmla="*/ 5592395 w 6884912"/>
              <a:gd name="connsiteY83" fmla="*/ 265434 h 1161397"/>
              <a:gd name="connsiteX84" fmla="*/ 5613532 w 6884912"/>
              <a:gd name="connsiteY84" fmla="*/ 273379 h 1161397"/>
              <a:gd name="connsiteX85" fmla="*/ 5642173 w 6884912"/>
              <a:gd name="connsiteY85" fmla="*/ 266904 h 1161397"/>
              <a:gd name="connsiteX86" fmla="*/ 5756910 w 6884912"/>
              <a:gd name="connsiteY86" fmla="*/ 239211 h 1161397"/>
              <a:gd name="connsiteX87" fmla="*/ 5846667 w 6884912"/>
              <a:gd name="connsiteY87" fmla="*/ 201786 h 1161397"/>
              <a:gd name="connsiteX88" fmla="*/ 5960732 w 6884912"/>
              <a:gd name="connsiteY88" fmla="*/ 220708 h 1161397"/>
              <a:gd name="connsiteX89" fmla="*/ 6029542 w 6884912"/>
              <a:gd name="connsiteY89" fmla="*/ 210339 h 1161397"/>
              <a:gd name="connsiteX90" fmla="*/ 6141123 w 6884912"/>
              <a:gd name="connsiteY90" fmla="*/ 159923 h 1161397"/>
              <a:gd name="connsiteX91" fmla="*/ 6290640 w 6884912"/>
              <a:gd name="connsiteY91" fmla="*/ 167441 h 1161397"/>
              <a:gd name="connsiteX92" fmla="*/ 6322806 w 6884912"/>
              <a:gd name="connsiteY92" fmla="*/ 213293 h 1161397"/>
              <a:gd name="connsiteX93" fmla="*/ 6380420 w 6884912"/>
              <a:gd name="connsiteY93" fmla="*/ 173195 h 1161397"/>
              <a:gd name="connsiteX94" fmla="*/ 6507891 w 6884912"/>
              <a:gd name="connsiteY94" fmla="*/ 118474 h 1161397"/>
              <a:gd name="connsiteX95" fmla="*/ 6571807 w 6884912"/>
              <a:gd name="connsiteY95" fmla="*/ 98636 h 1161397"/>
              <a:gd name="connsiteX96" fmla="*/ 6671880 w 6884912"/>
              <a:gd name="connsiteY96" fmla="*/ 82931 h 1161397"/>
              <a:gd name="connsiteX97" fmla="*/ 6702266 w 6884912"/>
              <a:gd name="connsiteY97" fmla="*/ 75470 h 1161397"/>
              <a:gd name="connsiteX98" fmla="*/ 6845802 w 6884912"/>
              <a:gd name="connsiteY98" fmla="*/ 24496 h 1161397"/>
              <a:gd name="connsiteX99" fmla="*/ 6884912 w 6884912"/>
              <a:gd name="connsiteY99"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78135 w 6884912"/>
              <a:gd name="connsiteY15" fmla="*/ 698631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207847 w 6884912"/>
              <a:gd name="connsiteY15" fmla="*/ 689087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7166 w 6884912"/>
              <a:gd name="connsiteY14" fmla="*/ 744338 h 1161397"/>
              <a:gd name="connsiteX15" fmla="*/ 1207847 w 6884912"/>
              <a:gd name="connsiteY15" fmla="*/ 689087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6884912" h="1161397">
                <a:moveTo>
                  <a:pt x="6884912" y="0"/>
                </a:moveTo>
                <a:lnTo>
                  <a:pt x="6884912" y="1161397"/>
                </a:lnTo>
                <a:lnTo>
                  <a:pt x="0" y="1161397"/>
                </a:lnTo>
                <a:lnTo>
                  <a:pt x="27135" y="1147460"/>
                </a:lnTo>
                <a:cubicBezTo>
                  <a:pt x="57431" y="1167048"/>
                  <a:pt x="61886" y="1088181"/>
                  <a:pt x="115388" y="1111320"/>
                </a:cubicBezTo>
                <a:cubicBezTo>
                  <a:pt x="146435" y="1096221"/>
                  <a:pt x="156823" y="1079485"/>
                  <a:pt x="213420" y="1056868"/>
                </a:cubicBezTo>
                <a:cubicBezTo>
                  <a:pt x="288217" y="1040787"/>
                  <a:pt x="383333" y="1044881"/>
                  <a:pt x="454970" y="1023343"/>
                </a:cubicBezTo>
                <a:cubicBezTo>
                  <a:pt x="440966" y="999969"/>
                  <a:pt x="571419" y="1006841"/>
                  <a:pt x="548162" y="984908"/>
                </a:cubicBezTo>
                <a:cubicBezTo>
                  <a:pt x="561321" y="956563"/>
                  <a:pt x="637415" y="1010272"/>
                  <a:pt x="651408" y="984938"/>
                </a:cubicBezTo>
                <a:cubicBezTo>
                  <a:pt x="671652" y="980952"/>
                  <a:pt x="698726" y="950833"/>
                  <a:pt x="723108" y="941904"/>
                </a:cubicBezTo>
                <a:cubicBezTo>
                  <a:pt x="760262" y="946949"/>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6251" y="768649"/>
                  <a:pt x="1137166" y="744338"/>
                </a:cubicBezTo>
                <a:lnTo>
                  <a:pt x="1207847" y="689087"/>
                </a:lnTo>
                <a:cubicBezTo>
                  <a:pt x="1226429" y="687736"/>
                  <a:pt x="1222409" y="707958"/>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cubicBezTo>
                  <a:pt x="1339751" y="615537"/>
                  <a:pt x="1339903" y="614780"/>
                  <a:pt x="1340054" y="614022"/>
                </a:cubicBez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61730" y="317407"/>
                  <a:pt x="3186369" y="312875"/>
                  <a:pt x="3222191" y="307887"/>
                </a:cubicBezTo>
                <a:cubicBezTo>
                  <a:pt x="3223593" y="304249"/>
                  <a:pt x="3179978" y="296995"/>
                  <a:pt x="3227953" y="297650"/>
                </a:cubicBezTo>
                <a:cubicBezTo>
                  <a:pt x="3275928" y="298306"/>
                  <a:pt x="3443572" y="313020"/>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62781" y="222856"/>
                  <a:pt x="4184760" y="196847"/>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61586" y="136690"/>
                  <a:pt x="4823142" y="161592"/>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7769" y="214252"/>
                  <a:pt x="6349573" y="188998"/>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lnTo>
                  <a:pt x="6884912"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BAD28DB4-FB71-7B32-6F00-8ADE143C2A63}"/>
              </a:ext>
            </a:extLst>
          </p:cNvPr>
          <p:cNvPicPr>
            <a:picLocks noChangeAspect="1"/>
          </p:cNvPicPr>
          <p:nvPr/>
        </p:nvPicPr>
        <p:blipFill>
          <a:blip r:embed="rId3"/>
          <a:stretch>
            <a:fillRect/>
          </a:stretch>
        </p:blipFill>
        <p:spPr>
          <a:xfrm>
            <a:off x="186016" y="1940439"/>
            <a:ext cx="5411605" cy="3138729"/>
          </a:xfrm>
          <a:prstGeom prst="rect">
            <a:avLst/>
          </a:prstGeom>
        </p:spPr>
      </p:pic>
      <p:sp>
        <p:nvSpPr>
          <p:cNvPr id="12" name="Subtítulo 11">
            <a:extLst>
              <a:ext uri="{FF2B5EF4-FFF2-40B4-BE49-F238E27FC236}">
                <a16:creationId xmlns:a16="http://schemas.microsoft.com/office/drawing/2014/main" id="{D8AE3297-DCAA-A00B-23E3-F8883ADFF583}"/>
              </a:ext>
            </a:extLst>
          </p:cNvPr>
          <p:cNvSpPr>
            <a:spLocks noGrp="1"/>
          </p:cNvSpPr>
          <p:nvPr>
            <p:ph type="subTitle" idx="1"/>
          </p:nvPr>
        </p:nvSpPr>
        <p:spPr>
          <a:xfrm>
            <a:off x="5961498" y="1998051"/>
            <a:ext cx="6044485" cy="4205529"/>
          </a:xfrm>
        </p:spPr>
        <p:txBody>
          <a:bodyPr vert="horz" lIns="91440" tIns="45720" rIns="91440" bIns="45720" rtlCol="0">
            <a:normAutofit lnSpcReduction="10000"/>
          </a:bodyPr>
          <a:lstStyle/>
          <a:p>
            <a:pPr algn="just">
              <a:lnSpc>
                <a:spcPct val="100000"/>
              </a:lnSpc>
              <a:spcBef>
                <a:spcPts val="0"/>
              </a:spcBef>
            </a:pPr>
            <a:r>
              <a:rPr lang="en-US" sz="2800" b="1" dirty="0" err="1">
                <a:solidFill>
                  <a:schemeClr val="tx1"/>
                </a:solidFill>
              </a:rPr>
              <a:t>Modelo</a:t>
            </a:r>
            <a:r>
              <a:rPr lang="en-US" sz="2800" b="1" dirty="0">
                <a:solidFill>
                  <a:schemeClr val="tx1"/>
                </a:solidFill>
              </a:rPr>
              <a:t> </a:t>
            </a:r>
            <a:r>
              <a:rPr lang="en-US" sz="2800" b="1" dirty="0" err="1">
                <a:solidFill>
                  <a:schemeClr val="tx1"/>
                </a:solidFill>
              </a:rPr>
              <a:t>por</a:t>
            </a:r>
            <a:r>
              <a:rPr lang="en-US" sz="2800" b="1" dirty="0">
                <a:solidFill>
                  <a:schemeClr val="tx1"/>
                </a:solidFill>
              </a:rPr>
              <a:t> </a:t>
            </a:r>
            <a:r>
              <a:rPr lang="en-US" sz="2800" b="1" dirty="0" err="1">
                <a:solidFill>
                  <a:schemeClr val="tx1"/>
                </a:solidFill>
              </a:rPr>
              <a:t>prototipos</a:t>
            </a:r>
            <a:endParaRPr lang="en-US" sz="2800" b="1" dirty="0">
              <a:solidFill>
                <a:schemeClr val="tx1"/>
              </a:solidFill>
            </a:endParaRPr>
          </a:p>
          <a:p>
            <a:pPr indent="-228600" algn="just">
              <a:lnSpc>
                <a:spcPct val="100000"/>
              </a:lnSpc>
              <a:spcBef>
                <a:spcPts val="0"/>
              </a:spcBef>
              <a:buFont typeface="Arial" panose="020B0604020202020204" pitchFamily="34" charset="0"/>
              <a:buChar char="•"/>
            </a:pPr>
            <a:r>
              <a:rPr lang="en-US" sz="2400" dirty="0" err="1">
                <a:solidFill>
                  <a:schemeClr val="tx1"/>
                </a:solidFill>
              </a:rPr>
              <a:t>Comienza</a:t>
            </a:r>
            <a:r>
              <a:rPr lang="en-US" sz="2400" dirty="0">
                <a:solidFill>
                  <a:schemeClr val="tx1"/>
                </a:solidFill>
              </a:rPr>
              <a:t> con la </a:t>
            </a:r>
            <a:r>
              <a:rPr lang="en-US" sz="2400" dirty="0" err="1">
                <a:solidFill>
                  <a:schemeClr val="tx1"/>
                </a:solidFill>
              </a:rPr>
              <a:t>recolección</a:t>
            </a:r>
            <a:r>
              <a:rPr lang="en-US" sz="2400" dirty="0">
                <a:solidFill>
                  <a:schemeClr val="tx1"/>
                </a:solidFill>
              </a:rPr>
              <a:t> de </a:t>
            </a:r>
            <a:r>
              <a:rPr lang="en-US" sz="2400" dirty="0" err="1">
                <a:solidFill>
                  <a:schemeClr val="tx1"/>
                </a:solidFill>
              </a:rPr>
              <a:t>requisitos</a:t>
            </a:r>
            <a:r>
              <a:rPr lang="en-US" sz="2400" dirty="0">
                <a:solidFill>
                  <a:schemeClr val="tx1"/>
                </a:solidFill>
              </a:rPr>
              <a:t>.</a:t>
            </a:r>
          </a:p>
          <a:p>
            <a:pPr indent="-228600" algn="just">
              <a:lnSpc>
                <a:spcPct val="100000"/>
              </a:lnSpc>
              <a:spcBef>
                <a:spcPts val="0"/>
              </a:spcBef>
              <a:buFont typeface="Arial" panose="020B0604020202020204" pitchFamily="34" charset="0"/>
              <a:buChar char="•"/>
            </a:pPr>
            <a:r>
              <a:rPr lang="en-US" sz="2400" dirty="0">
                <a:solidFill>
                  <a:schemeClr val="tx1"/>
                </a:solidFill>
              </a:rPr>
              <a:t>Se </a:t>
            </a:r>
            <a:r>
              <a:rPr lang="en-US" sz="2400" dirty="0" err="1">
                <a:solidFill>
                  <a:schemeClr val="tx1"/>
                </a:solidFill>
              </a:rPr>
              <a:t>construye</a:t>
            </a:r>
            <a:r>
              <a:rPr lang="en-US" sz="2400" dirty="0">
                <a:solidFill>
                  <a:schemeClr val="tx1"/>
                </a:solidFill>
              </a:rPr>
              <a:t> un </a:t>
            </a:r>
            <a:r>
              <a:rPr lang="en-US" sz="2400" dirty="0" err="1">
                <a:solidFill>
                  <a:schemeClr val="tx1"/>
                </a:solidFill>
              </a:rPr>
              <a:t>prototipo</a:t>
            </a:r>
            <a:r>
              <a:rPr lang="en-US" sz="2400" dirty="0">
                <a:solidFill>
                  <a:schemeClr val="tx1"/>
                </a:solidFill>
              </a:rPr>
              <a:t> que es </a:t>
            </a:r>
            <a:r>
              <a:rPr lang="en-US" sz="2400" dirty="0" err="1">
                <a:solidFill>
                  <a:schemeClr val="tx1"/>
                </a:solidFill>
              </a:rPr>
              <a:t>evaluado</a:t>
            </a:r>
            <a:r>
              <a:rPr lang="en-US" sz="2400" dirty="0">
                <a:solidFill>
                  <a:schemeClr val="tx1"/>
                </a:solidFill>
              </a:rPr>
              <a:t> </a:t>
            </a:r>
            <a:r>
              <a:rPr lang="en-US" sz="2400" dirty="0" err="1">
                <a:solidFill>
                  <a:schemeClr val="tx1"/>
                </a:solidFill>
              </a:rPr>
              <a:t>por</a:t>
            </a:r>
            <a:r>
              <a:rPr lang="en-US" sz="2400" dirty="0">
                <a:solidFill>
                  <a:schemeClr val="tx1"/>
                </a:solidFill>
              </a:rPr>
              <a:t> </a:t>
            </a:r>
            <a:r>
              <a:rPr lang="en-US" sz="2400" dirty="0" err="1">
                <a:solidFill>
                  <a:schemeClr val="tx1"/>
                </a:solidFill>
              </a:rPr>
              <a:t>el</a:t>
            </a:r>
            <a:r>
              <a:rPr lang="en-US" sz="2400" dirty="0">
                <a:solidFill>
                  <a:schemeClr val="tx1"/>
                </a:solidFill>
              </a:rPr>
              <a:t> </a:t>
            </a:r>
            <a:r>
              <a:rPr lang="en-US" sz="2400" dirty="0" err="1">
                <a:solidFill>
                  <a:schemeClr val="tx1"/>
                </a:solidFill>
              </a:rPr>
              <a:t>cliente</a:t>
            </a:r>
            <a:r>
              <a:rPr lang="en-US" sz="2400" dirty="0">
                <a:solidFill>
                  <a:schemeClr val="tx1"/>
                </a:solidFill>
              </a:rPr>
              <a:t> y se </a:t>
            </a:r>
            <a:r>
              <a:rPr lang="en-US" sz="2400" dirty="0" err="1">
                <a:solidFill>
                  <a:schemeClr val="tx1"/>
                </a:solidFill>
              </a:rPr>
              <a:t>utiliza</a:t>
            </a:r>
            <a:r>
              <a:rPr lang="en-US" sz="2400" dirty="0">
                <a:solidFill>
                  <a:schemeClr val="tx1"/>
                </a:solidFill>
              </a:rPr>
              <a:t> para </a:t>
            </a:r>
            <a:r>
              <a:rPr lang="en-US" sz="2400" dirty="0" err="1">
                <a:solidFill>
                  <a:schemeClr val="tx1"/>
                </a:solidFill>
              </a:rPr>
              <a:t>refinar</a:t>
            </a:r>
            <a:r>
              <a:rPr lang="en-US" sz="2400" dirty="0">
                <a:solidFill>
                  <a:schemeClr val="tx1"/>
                </a:solidFill>
              </a:rPr>
              <a:t> </a:t>
            </a:r>
            <a:r>
              <a:rPr lang="en-US" sz="2400" dirty="0" err="1">
                <a:solidFill>
                  <a:schemeClr val="tx1"/>
                </a:solidFill>
              </a:rPr>
              <a:t>los</a:t>
            </a:r>
            <a:r>
              <a:rPr lang="en-US" sz="2400" dirty="0">
                <a:solidFill>
                  <a:schemeClr val="tx1"/>
                </a:solidFill>
              </a:rPr>
              <a:t> </a:t>
            </a:r>
            <a:r>
              <a:rPr lang="en-US" sz="2400" dirty="0" err="1">
                <a:solidFill>
                  <a:schemeClr val="tx1"/>
                </a:solidFill>
              </a:rPr>
              <a:t>requisitos</a:t>
            </a:r>
            <a:r>
              <a:rPr lang="en-US" sz="2400" dirty="0">
                <a:solidFill>
                  <a:schemeClr val="tx1"/>
                </a:solidFill>
              </a:rPr>
              <a:t>.</a:t>
            </a:r>
          </a:p>
          <a:p>
            <a:pPr indent="-228600" algn="just">
              <a:lnSpc>
                <a:spcPct val="100000"/>
              </a:lnSpc>
              <a:spcBef>
                <a:spcPts val="0"/>
              </a:spcBef>
              <a:buFont typeface="Arial" panose="020B0604020202020204" pitchFamily="34" charset="0"/>
              <a:buChar char="•"/>
            </a:pPr>
            <a:r>
              <a:rPr lang="en-US" sz="2400" dirty="0" err="1">
                <a:solidFill>
                  <a:schemeClr val="tx1"/>
                </a:solidFill>
              </a:rPr>
              <a:t>Está</a:t>
            </a:r>
            <a:r>
              <a:rPr lang="en-US" sz="2400" dirty="0">
                <a:solidFill>
                  <a:schemeClr val="tx1"/>
                </a:solidFill>
              </a:rPr>
              <a:t> </a:t>
            </a:r>
            <a:r>
              <a:rPr lang="en-US" sz="2400" dirty="0" err="1">
                <a:solidFill>
                  <a:schemeClr val="tx1"/>
                </a:solidFill>
              </a:rPr>
              <a:t>muy</a:t>
            </a:r>
            <a:r>
              <a:rPr lang="en-US" sz="2400" dirty="0">
                <a:solidFill>
                  <a:schemeClr val="tx1"/>
                </a:solidFill>
              </a:rPr>
              <a:t> </a:t>
            </a:r>
            <a:r>
              <a:rPr lang="en-US" sz="2400" dirty="0" err="1">
                <a:solidFill>
                  <a:schemeClr val="tx1"/>
                </a:solidFill>
              </a:rPr>
              <a:t>presente</a:t>
            </a:r>
            <a:r>
              <a:rPr lang="en-US" sz="2400" dirty="0">
                <a:solidFill>
                  <a:schemeClr val="tx1"/>
                </a:solidFill>
              </a:rPr>
              <a:t> tanto la </a:t>
            </a:r>
            <a:r>
              <a:rPr lang="en-US" sz="2400" dirty="0" err="1">
                <a:solidFill>
                  <a:schemeClr val="tx1"/>
                </a:solidFill>
              </a:rPr>
              <a:t>validación</a:t>
            </a:r>
            <a:r>
              <a:rPr lang="en-US" sz="2400" dirty="0">
                <a:solidFill>
                  <a:schemeClr val="tx1"/>
                </a:solidFill>
              </a:rPr>
              <a:t> </a:t>
            </a:r>
            <a:r>
              <a:rPr lang="en-US" sz="2400" dirty="0" err="1">
                <a:solidFill>
                  <a:schemeClr val="tx1"/>
                </a:solidFill>
              </a:rPr>
              <a:t>como</a:t>
            </a:r>
            <a:r>
              <a:rPr lang="en-US" sz="2400" dirty="0">
                <a:solidFill>
                  <a:schemeClr val="tx1"/>
                </a:solidFill>
              </a:rPr>
              <a:t> la </a:t>
            </a:r>
            <a:r>
              <a:rPr lang="en-US" sz="2400" dirty="0" err="1">
                <a:solidFill>
                  <a:schemeClr val="tx1"/>
                </a:solidFill>
              </a:rPr>
              <a:t>verificación</a:t>
            </a:r>
            <a:r>
              <a:rPr lang="en-US" sz="2400" dirty="0">
                <a:solidFill>
                  <a:schemeClr val="tx1"/>
                </a:solidFill>
              </a:rPr>
              <a:t>, </a:t>
            </a:r>
            <a:r>
              <a:rPr lang="en-US" sz="2400" dirty="0" err="1">
                <a:solidFill>
                  <a:schemeClr val="tx1"/>
                </a:solidFill>
              </a:rPr>
              <a:t>ya</a:t>
            </a:r>
            <a:r>
              <a:rPr lang="en-US" sz="2400" dirty="0">
                <a:solidFill>
                  <a:schemeClr val="tx1"/>
                </a:solidFill>
              </a:rPr>
              <a:t> que </a:t>
            </a:r>
            <a:r>
              <a:rPr lang="en-US" sz="2400" dirty="0" err="1">
                <a:solidFill>
                  <a:schemeClr val="tx1"/>
                </a:solidFill>
              </a:rPr>
              <a:t>el</a:t>
            </a:r>
            <a:r>
              <a:rPr lang="en-US" sz="2400" dirty="0">
                <a:solidFill>
                  <a:schemeClr val="tx1"/>
                </a:solidFill>
              </a:rPr>
              <a:t> </a:t>
            </a:r>
            <a:r>
              <a:rPr lang="en-US" sz="2400" dirty="0" err="1">
                <a:solidFill>
                  <a:schemeClr val="tx1"/>
                </a:solidFill>
              </a:rPr>
              <a:t>desarrollador</a:t>
            </a:r>
            <a:r>
              <a:rPr lang="en-US" sz="2400" dirty="0">
                <a:solidFill>
                  <a:schemeClr val="tx1"/>
                </a:solidFill>
              </a:rPr>
              <a:t> </a:t>
            </a:r>
            <a:r>
              <a:rPr lang="en-US" sz="2400" dirty="0" err="1">
                <a:solidFill>
                  <a:schemeClr val="tx1"/>
                </a:solidFill>
              </a:rPr>
              <a:t>tiene</a:t>
            </a:r>
            <a:r>
              <a:rPr lang="en-US" sz="2400" dirty="0">
                <a:solidFill>
                  <a:schemeClr val="tx1"/>
                </a:solidFill>
              </a:rPr>
              <a:t> </a:t>
            </a:r>
            <a:r>
              <a:rPr lang="en-US" sz="2400" dirty="0" err="1">
                <a:solidFill>
                  <a:schemeClr val="tx1"/>
                </a:solidFill>
              </a:rPr>
              <a:t>muy</a:t>
            </a:r>
            <a:r>
              <a:rPr lang="en-US" sz="2400" dirty="0">
                <a:solidFill>
                  <a:schemeClr val="tx1"/>
                </a:solidFill>
              </a:rPr>
              <a:t> </a:t>
            </a:r>
            <a:r>
              <a:rPr lang="en-US" sz="2400" dirty="0" err="1">
                <a:solidFill>
                  <a:schemeClr val="tx1"/>
                </a:solidFill>
              </a:rPr>
              <a:t>en</a:t>
            </a:r>
            <a:r>
              <a:rPr lang="en-US" sz="2400" dirty="0">
                <a:solidFill>
                  <a:schemeClr val="tx1"/>
                </a:solidFill>
              </a:rPr>
              <a:t> </a:t>
            </a:r>
            <a:r>
              <a:rPr lang="en-US" sz="2400" dirty="0" err="1">
                <a:solidFill>
                  <a:schemeClr val="tx1"/>
                </a:solidFill>
              </a:rPr>
              <a:t>cuenta</a:t>
            </a:r>
            <a:r>
              <a:rPr lang="en-US" sz="2400" dirty="0">
                <a:solidFill>
                  <a:schemeClr val="tx1"/>
                </a:solidFill>
              </a:rPr>
              <a:t> la </a:t>
            </a:r>
            <a:r>
              <a:rPr lang="en-US" sz="2400" dirty="0" err="1">
                <a:solidFill>
                  <a:schemeClr val="tx1"/>
                </a:solidFill>
              </a:rPr>
              <a:t>opinión</a:t>
            </a:r>
            <a:r>
              <a:rPr lang="en-US" sz="2400" dirty="0">
                <a:solidFill>
                  <a:schemeClr val="tx1"/>
                </a:solidFill>
              </a:rPr>
              <a:t> del </a:t>
            </a:r>
            <a:r>
              <a:rPr lang="en-US" sz="2400" dirty="0" err="1">
                <a:solidFill>
                  <a:schemeClr val="tx1"/>
                </a:solidFill>
              </a:rPr>
              <a:t>cliente</a:t>
            </a:r>
            <a:r>
              <a:rPr lang="en-US" sz="2400" dirty="0">
                <a:solidFill>
                  <a:schemeClr val="tx1"/>
                </a:solidFill>
              </a:rPr>
              <a:t> con </a:t>
            </a:r>
            <a:r>
              <a:rPr lang="en-US" sz="2400" dirty="0" err="1">
                <a:solidFill>
                  <a:schemeClr val="tx1"/>
                </a:solidFill>
              </a:rPr>
              <a:t>el</a:t>
            </a:r>
            <a:r>
              <a:rPr lang="en-US" sz="2400" dirty="0">
                <a:solidFill>
                  <a:schemeClr val="tx1"/>
                </a:solidFill>
              </a:rPr>
              <a:t> </a:t>
            </a:r>
            <a:r>
              <a:rPr lang="en-US" sz="2400" dirty="0" err="1">
                <a:solidFill>
                  <a:schemeClr val="tx1"/>
                </a:solidFill>
              </a:rPr>
              <a:t>objetivo</a:t>
            </a:r>
            <a:r>
              <a:rPr lang="en-US" sz="2400" dirty="0">
                <a:solidFill>
                  <a:schemeClr val="tx1"/>
                </a:solidFill>
              </a:rPr>
              <a:t> de </a:t>
            </a:r>
            <a:r>
              <a:rPr lang="en-US" sz="2400" dirty="0" err="1">
                <a:solidFill>
                  <a:schemeClr val="tx1"/>
                </a:solidFill>
              </a:rPr>
              <a:t>conseguir</a:t>
            </a:r>
            <a:r>
              <a:rPr lang="en-US" sz="2400" dirty="0">
                <a:solidFill>
                  <a:schemeClr val="tx1"/>
                </a:solidFill>
              </a:rPr>
              <a:t> </a:t>
            </a:r>
            <a:r>
              <a:rPr lang="en-US" sz="2400" dirty="0" err="1">
                <a:solidFill>
                  <a:schemeClr val="tx1"/>
                </a:solidFill>
              </a:rPr>
              <a:t>cubrir</a:t>
            </a:r>
            <a:r>
              <a:rPr lang="en-US" sz="2400" dirty="0">
                <a:solidFill>
                  <a:schemeClr val="tx1"/>
                </a:solidFill>
              </a:rPr>
              <a:t> sus </a:t>
            </a:r>
            <a:r>
              <a:rPr lang="en-US" sz="2400" dirty="0" err="1">
                <a:solidFill>
                  <a:schemeClr val="tx1"/>
                </a:solidFill>
              </a:rPr>
              <a:t>necesidades</a:t>
            </a:r>
            <a:r>
              <a:rPr lang="en-US" sz="2400" dirty="0">
                <a:solidFill>
                  <a:schemeClr val="tx1"/>
                </a:solidFill>
              </a:rPr>
              <a:t>, </a:t>
            </a:r>
            <a:r>
              <a:rPr lang="en-US" sz="2400" dirty="0" err="1">
                <a:solidFill>
                  <a:schemeClr val="tx1"/>
                </a:solidFill>
              </a:rPr>
              <a:t>realizando</a:t>
            </a:r>
            <a:r>
              <a:rPr lang="en-US" sz="2400" dirty="0">
                <a:solidFill>
                  <a:schemeClr val="tx1"/>
                </a:solidFill>
              </a:rPr>
              <a:t> </a:t>
            </a:r>
            <a:r>
              <a:rPr lang="en-US" sz="2400" dirty="0" err="1">
                <a:solidFill>
                  <a:schemeClr val="tx1"/>
                </a:solidFill>
              </a:rPr>
              <a:t>revisiones</a:t>
            </a:r>
            <a:r>
              <a:rPr lang="en-US" sz="2400" dirty="0">
                <a:solidFill>
                  <a:schemeClr val="tx1"/>
                </a:solidFill>
              </a:rPr>
              <a:t> de </a:t>
            </a:r>
            <a:r>
              <a:rPr lang="en-US" sz="2400" dirty="0" err="1">
                <a:solidFill>
                  <a:schemeClr val="tx1"/>
                </a:solidFill>
              </a:rPr>
              <a:t>manera</a:t>
            </a:r>
            <a:r>
              <a:rPr lang="en-US" sz="2400" dirty="0">
                <a:solidFill>
                  <a:schemeClr val="tx1"/>
                </a:solidFill>
              </a:rPr>
              <a:t> </a:t>
            </a:r>
            <a:r>
              <a:rPr lang="en-US" sz="2400" dirty="0" err="1">
                <a:solidFill>
                  <a:schemeClr val="tx1"/>
                </a:solidFill>
              </a:rPr>
              <a:t>periódica</a:t>
            </a:r>
            <a:r>
              <a:rPr lang="en-US" sz="2400" dirty="0">
                <a:solidFill>
                  <a:schemeClr val="tx1"/>
                </a:solidFill>
              </a:rPr>
              <a:t> para </a:t>
            </a:r>
            <a:r>
              <a:rPr lang="en-US" sz="2400" dirty="0" err="1">
                <a:solidFill>
                  <a:schemeClr val="tx1"/>
                </a:solidFill>
              </a:rPr>
              <a:t>conseguir</a:t>
            </a:r>
            <a:r>
              <a:rPr lang="en-US" sz="2400" dirty="0">
                <a:solidFill>
                  <a:schemeClr val="tx1"/>
                </a:solidFill>
              </a:rPr>
              <a:t> un </a:t>
            </a:r>
            <a:r>
              <a:rPr lang="en-US" sz="2400" dirty="0" err="1">
                <a:solidFill>
                  <a:schemeClr val="tx1"/>
                </a:solidFill>
              </a:rPr>
              <a:t>producto</a:t>
            </a:r>
            <a:r>
              <a:rPr lang="en-US" sz="2400" dirty="0">
                <a:solidFill>
                  <a:schemeClr val="tx1"/>
                </a:solidFill>
              </a:rPr>
              <a:t> final que </a:t>
            </a:r>
            <a:r>
              <a:rPr lang="en-US" sz="2400" dirty="0" err="1">
                <a:solidFill>
                  <a:schemeClr val="tx1"/>
                </a:solidFill>
              </a:rPr>
              <a:t>cumpla</a:t>
            </a:r>
            <a:r>
              <a:rPr lang="en-US" sz="2400" dirty="0">
                <a:solidFill>
                  <a:schemeClr val="tx1"/>
                </a:solidFill>
              </a:rPr>
              <a:t> </a:t>
            </a:r>
            <a:r>
              <a:rPr lang="en-US" sz="2400" dirty="0" err="1">
                <a:solidFill>
                  <a:schemeClr val="tx1"/>
                </a:solidFill>
              </a:rPr>
              <a:t>los</a:t>
            </a:r>
            <a:r>
              <a:rPr lang="en-US" sz="2400" dirty="0">
                <a:solidFill>
                  <a:schemeClr val="tx1"/>
                </a:solidFill>
              </a:rPr>
              <a:t> </a:t>
            </a:r>
            <a:r>
              <a:rPr lang="en-US" sz="2400" dirty="0" err="1">
                <a:solidFill>
                  <a:schemeClr val="tx1"/>
                </a:solidFill>
              </a:rPr>
              <a:t>requisitos</a:t>
            </a:r>
            <a:r>
              <a:rPr lang="en-US" sz="2400" dirty="0">
                <a:solidFill>
                  <a:schemeClr val="tx1"/>
                </a:solidFill>
              </a:rPr>
              <a:t> </a:t>
            </a:r>
            <a:r>
              <a:rPr lang="en-US" sz="2400" dirty="0" err="1">
                <a:solidFill>
                  <a:schemeClr val="tx1"/>
                </a:solidFill>
              </a:rPr>
              <a:t>especificados</a:t>
            </a:r>
            <a:r>
              <a:rPr lang="en-US" sz="2400" dirty="0">
                <a:solidFill>
                  <a:schemeClr val="tx1"/>
                </a:solidFill>
              </a:rPr>
              <a:t>.</a:t>
            </a:r>
          </a:p>
          <a:p>
            <a:pPr indent="-228600" algn="just">
              <a:lnSpc>
                <a:spcPct val="100000"/>
              </a:lnSpc>
              <a:spcBef>
                <a:spcPts val="0"/>
              </a:spcBef>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1532001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ítulo 2">
            <a:extLst>
              <a:ext uri="{FF2B5EF4-FFF2-40B4-BE49-F238E27FC236}">
                <a16:creationId xmlns:a16="http://schemas.microsoft.com/office/drawing/2014/main" id="{EE463425-2CD7-AE71-77D6-668DBA45B9CC}"/>
              </a:ext>
            </a:extLst>
          </p:cNvPr>
          <p:cNvSpPr>
            <a:spLocks noGrp="1"/>
          </p:cNvSpPr>
          <p:nvPr>
            <p:ph type="title"/>
          </p:nvPr>
        </p:nvSpPr>
        <p:spPr>
          <a:xfrm>
            <a:off x="197227" y="609600"/>
            <a:ext cx="4751294" cy="1330839"/>
          </a:xfrm>
        </p:spPr>
        <p:txBody>
          <a:bodyPr vert="horz" lIns="91440" tIns="45720" rIns="91440" bIns="45720" rtlCol="0" anchor="ctr">
            <a:normAutofit/>
          </a:bodyPr>
          <a:lstStyle/>
          <a:p>
            <a:r>
              <a:rPr lang="en-US" b="1" kern="1200" dirty="0" err="1">
                <a:solidFill>
                  <a:schemeClr val="tx1"/>
                </a:solidFill>
                <a:latin typeface="+mj-lt"/>
                <a:ea typeface="+mj-ea"/>
                <a:cs typeface="+mj-cs"/>
              </a:rPr>
              <a:t>VyV</a:t>
            </a:r>
            <a:r>
              <a:rPr lang="en-US" b="1" kern="1200" dirty="0">
                <a:solidFill>
                  <a:schemeClr val="tx1"/>
                </a:solidFill>
                <a:latin typeface="+mj-lt"/>
                <a:ea typeface="+mj-ea"/>
                <a:cs typeface="+mj-cs"/>
              </a:rPr>
              <a:t> </a:t>
            </a:r>
            <a:r>
              <a:rPr lang="en-US" b="1" kern="1200" dirty="0" err="1">
                <a:solidFill>
                  <a:schemeClr val="tx1"/>
                </a:solidFill>
                <a:latin typeface="+mj-lt"/>
                <a:ea typeface="+mj-ea"/>
                <a:cs typeface="+mj-cs"/>
              </a:rPr>
              <a:t>en</a:t>
            </a:r>
            <a:r>
              <a:rPr lang="en-US" b="1" kern="1200" dirty="0">
                <a:solidFill>
                  <a:schemeClr val="tx1"/>
                </a:solidFill>
                <a:latin typeface="+mj-lt"/>
                <a:ea typeface="+mj-ea"/>
                <a:cs typeface="+mj-cs"/>
              </a:rPr>
              <a:t> </a:t>
            </a:r>
            <a:r>
              <a:rPr lang="en-US" b="1" kern="1200" dirty="0" err="1">
                <a:solidFill>
                  <a:schemeClr val="tx1"/>
                </a:solidFill>
                <a:latin typeface="+mj-lt"/>
                <a:ea typeface="+mj-ea"/>
                <a:cs typeface="+mj-cs"/>
              </a:rPr>
              <a:t>el</a:t>
            </a:r>
            <a:r>
              <a:rPr lang="en-US" b="1" kern="1200" dirty="0">
                <a:solidFill>
                  <a:schemeClr val="tx1"/>
                </a:solidFill>
                <a:latin typeface="+mj-lt"/>
                <a:ea typeface="+mj-ea"/>
                <a:cs typeface="+mj-cs"/>
              </a:rPr>
              <a:t> </a:t>
            </a:r>
            <a:r>
              <a:rPr lang="en-US" b="1" kern="1200" dirty="0" err="1">
                <a:solidFill>
                  <a:schemeClr val="tx1"/>
                </a:solidFill>
                <a:latin typeface="+mj-lt"/>
                <a:ea typeface="+mj-ea"/>
                <a:cs typeface="+mj-cs"/>
              </a:rPr>
              <a:t>ciclo</a:t>
            </a:r>
            <a:r>
              <a:rPr lang="en-US" b="1" kern="1200" dirty="0">
                <a:solidFill>
                  <a:schemeClr val="tx1"/>
                </a:solidFill>
                <a:latin typeface="+mj-lt"/>
                <a:ea typeface="+mj-ea"/>
                <a:cs typeface="+mj-cs"/>
              </a:rPr>
              <a:t> de </a:t>
            </a:r>
            <a:r>
              <a:rPr lang="en-US" b="1" kern="1200" dirty="0" err="1">
                <a:solidFill>
                  <a:schemeClr val="tx1"/>
                </a:solidFill>
                <a:latin typeface="+mj-lt"/>
                <a:ea typeface="+mj-ea"/>
                <a:cs typeface="+mj-cs"/>
              </a:rPr>
              <a:t>vida</a:t>
            </a:r>
            <a:endParaRPr lang="en-US" kern="1200" dirty="0">
              <a:solidFill>
                <a:schemeClr val="tx1"/>
              </a:solidFill>
              <a:latin typeface="+mj-lt"/>
              <a:ea typeface="+mj-ea"/>
              <a:cs typeface="+mj-cs"/>
            </a:endParaRPr>
          </a:p>
        </p:txBody>
      </p:sp>
      <p:sp>
        <p:nvSpPr>
          <p:cNvPr id="4" name="Marcador de texto 3">
            <a:extLst>
              <a:ext uri="{FF2B5EF4-FFF2-40B4-BE49-F238E27FC236}">
                <a16:creationId xmlns:a16="http://schemas.microsoft.com/office/drawing/2014/main" id="{C215559A-2DB6-FA9D-98EA-A6EBE3BB54B4}"/>
              </a:ext>
            </a:extLst>
          </p:cNvPr>
          <p:cNvSpPr>
            <a:spLocks noGrp="1"/>
          </p:cNvSpPr>
          <p:nvPr>
            <p:ph type="body" sz="quarter" idx="11"/>
          </p:nvPr>
        </p:nvSpPr>
        <p:spPr>
          <a:xfrm>
            <a:off x="406384" y="2194101"/>
            <a:ext cx="3882983" cy="4368063"/>
          </a:xfrm>
        </p:spPr>
        <p:txBody>
          <a:bodyPr vert="horz" lIns="91440" tIns="45720" rIns="91440" bIns="45720" rtlCol="0">
            <a:normAutofit/>
          </a:bodyPr>
          <a:lstStyle/>
          <a:p>
            <a:pPr algn="just">
              <a:spcBef>
                <a:spcPts val="0"/>
              </a:spcBef>
            </a:pPr>
            <a:r>
              <a:rPr lang="en-US" sz="2800" b="1" dirty="0">
                <a:solidFill>
                  <a:schemeClr val="tx1"/>
                </a:solidFill>
              </a:rPr>
              <a:t>XP</a:t>
            </a:r>
          </a:p>
          <a:p>
            <a:pPr indent="-228600" algn="just">
              <a:spcBef>
                <a:spcPts val="0"/>
              </a:spcBef>
              <a:buFont typeface="Arial" panose="020B0604020202020204" pitchFamily="34" charset="0"/>
              <a:buChar char="•"/>
            </a:pPr>
            <a:r>
              <a:rPr lang="en-US" sz="1800" dirty="0" err="1">
                <a:solidFill>
                  <a:schemeClr val="tx1"/>
                </a:solidFill>
              </a:rPr>
              <a:t>Diseño</a:t>
            </a:r>
            <a:r>
              <a:rPr lang="en-US" sz="1800" dirty="0">
                <a:solidFill>
                  <a:schemeClr val="tx1"/>
                </a:solidFill>
              </a:rPr>
              <a:t> y </a:t>
            </a:r>
            <a:r>
              <a:rPr lang="en-US" sz="1800" dirty="0" err="1">
                <a:solidFill>
                  <a:schemeClr val="tx1"/>
                </a:solidFill>
              </a:rPr>
              <a:t>codificación</a:t>
            </a:r>
            <a:r>
              <a:rPr lang="en-US" sz="1800" dirty="0">
                <a:solidFill>
                  <a:schemeClr val="tx1"/>
                </a:solidFill>
              </a:rPr>
              <a:t>: se propone </a:t>
            </a:r>
            <a:r>
              <a:rPr lang="en-US" sz="1800" dirty="0" err="1">
                <a:solidFill>
                  <a:schemeClr val="tx1"/>
                </a:solidFill>
              </a:rPr>
              <a:t>trabajar</a:t>
            </a:r>
            <a:r>
              <a:rPr lang="en-US" sz="1800" dirty="0">
                <a:solidFill>
                  <a:schemeClr val="tx1"/>
                </a:solidFill>
              </a:rPr>
              <a:t> de </a:t>
            </a:r>
            <a:r>
              <a:rPr lang="en-US" sz="1800" dirty="0" err="1">
                <a:solidFill>
                  <a:schemeClr val="tx1"/>
                </a:solidFill>
              </a:rPr>
              <a:t>manera</a:t>
            </a:r>
            <a:r>
              <a:rPr lang="en-US" sz="1800" dirty="0">
                <a:solidFill>
                  <a:schemeClr val="tx1"/>
                </a:solidFill>
              </a:rPr>
              <a:t> que tanto </a:t>
            </a:r>
            <a:r>
              <a:rPr lang="en-US" sz="1800" dirty="0" err="1">
                <a:solidFill>
                  <a:schemeClr val="tx1"/>
                </a:solidFill>
              </a:rPr>
              <a:t>el</a:t>
            </a:r>
            <a:r>
              <a:rPr lang="en-US" sz="1800" dirty="0">
                <a:solidFill>
                  <a:schemeClr val="tx1"/>
                </a:solidFill>
              </a:rPr>
              <a:t> </a:t>
            </a:r>
            <a:r>
              <a:rPr lang="en-US" sz="1800" dirty="0" err="1">
                <a:solidFill>
                  <a:schemeClr val="tx1"/>
                </a:solidFill>
              </a:rPr>
              <a:t>diseño</a:t>
            </a:r>
            <a:r>
              <a:rPr lang="en-US" sz="1800" dirty="0">
                <a:solidFill>
                  <a:schemeClr val="tx1"/>
                </a:solidFill>
              </a:rPr>
              <a:t> </a:t>
            </a:r>
            <a:r>
              <a:rPr lang="en-US" sz="1800" dirty="0" err="1">
                <a:solidFill>
                  <a:schemeClr val="tx1"/>
                </a:solidFill>
              </a:rPr>
              <a:t>como</a:t>
            </a:r>
            <a:r>
              <a:rPr lang="en-US" sz="1800" dirty="0">
                <a:solidFill>
                  <a:schemeClr val="tx1"/>
                </a:solidFill>
              </a:rPr>
              <a:t> la </a:t>
            </a:r>
            <a:r>
              <a:rPr lang="en-US" sz="1800" dirty="0" err="1">
                <a:solidFill>
                  <a:schemeClr val="tx1"/>
                </a:solidFill>
              </a:rPr>
              <a:t>arquitectura</a:t>
            </a:r>
            <a:r>
              <a:rPr lang="en-US" sz="1800" dirty="0">
                <a:solidFill>
                  <a:schemeClr val="tx1"/>
                </a:solidFill>
              </a:rPr>
              <a:t> se </a:t>
            </a:r>
            <a:r>
              <a:rPr lang="en-US" sz="1800" dirty="0" err="1">
                <a:solidFill>
                  <a:schemeClr val="tx1"/>
                </a:solidFill>
              </a:rPr>
              <a:t>creen</a:t>
            </a:r>
            <a:r>
              <a:rPr lang="en-US" sz="1800" dirty="0">
                <a:solidFill>
                  <a:schemeClr val="tx1"/>
                </a:solidFill>
              </a:rPr>
              <a:t> de forma incremental.</a:t>
            </a:r>
          </a:p>
          <a:p>
            <a:pPr indent="-228600" algn="just">
              <a:spcBef>
                <a:spcPts val="0"/>
              </a:spcBef>
              <a:buFont typeface="Arial" panose="020B0604020202020204" pitchFamily="34" charset="0"/>
              <a:buChar char="•"/>
            </a:pPr>
            <a:r>
              <a:rPr lang="en-US" sz="1800" dirty="0" err="1">
                <a:solidFill>
                  <a:schemeClr val="tx1"/>
                </a:solidFill>
              </a:rPr>
              <a:t>Probar</a:t>
            </a:r>
            <a:r>
              <a:rPr lang="en-US" sz="1800" dirty="0">
                <a:solidFill>
                  <a:schemeClr val="tx1"/>
                </a:solidFill>
              </a:rPr>
              <a:t>: Se </a:t>
            </a:r>
            <a:r>
              <a:rPr lang="en-US" sz="1800" dirty="0" err="1">
                <a:solidFill>
                  <a:schemeClr val="tx1"/>
                </a:solidFill>
              </a:rPr>
              <a:t>utilizan</a:t>
            </a:r>
            <a:r>
              <a:rPr lang="en-US" sz="1800" dirty="0">
                <a:solidFill>
                  <a:schemeClr val="tx1"/>
                </a:solidFill>
              </a:rPr>
              <a:t> las </a:t>
            </a:r>
            <a:r>
              <a:rPr lang="en-US" sz="1800" dirty="0" err="1">
                <a:solidFill>
                  <a:schemeClr val="tx1"/>
                </a:solidFill>
              </a:rPr>
              <a:t>pruebas</a:t>
            </a:r>
            <a:r>
              <a:rPr lang="en-US" sz="1800" dirty="0">
                <a:solidFill>
                  <a:schemeClr val="tx1"/>
                </a:solidFill>
              </a:rPr>
              <a:t> para </a:t>
            </a:r>
            <a:r>
              <a:rPr lang="en-US" sz="1800" dirty="0" err="1">
                <a:solidFill>
                  <a:schemeClr val="tx1"/>
                </a:solidFill>
              </a:rPr>
              <a:t>probar</a:t>
            </a:r>
            <a:r>
              <a:rPr lang="en-US" sz="1800" dirty="0">
                <a:solidFill>
                  <a:schemeClr val="tx1"/>
                </a:solidFill>
              </a:rPr>
              <a:t> </a:t>
            </a:r>
            <a:r>
              <a:rPr lang="en-US" sz="1800" dirty="0" err="1">
                <a:solidFill>
                  <a:schemeClr val="tx1"/>
                </a:solidFill>
              </a:rPr>
              <a:t>el</a:t>
            </a:r>
            <a:r>
              <a:rPr lang="en-US" sz="1800" dirty="0">
                <a:solidFill>
                  <a:schemeClr val="tx1"/>
                </a:solidFill>
              </a:rPr>
              <a:t> </a:t>
            </a:r>
            <a:r>
              <a:rPr lang="en-US" sz="1800" dirty="0" err="1">
                <a:solidFill>
                  <a:schemeClr val="tx1"/>
                </a:solidFill>
              </a:rPr>
              <a:t>funcionamiento</a:t>
            </a:r>
            <a:r>
              <a:rPr lang="en-US" sz="1800" dirty="0">
                <a:solidFill>
                  <a:schemeClr val="tx1"/>
                </a:solidFill>
              </a:rPr>
              <a:t> del </a:t>
            </a:r>
            <a:r>
              <a:rPr lang="en-US" sz="1800" dirty="0" err="1">
                <a:solidFill>
                  <a:schemeClr val="tx1"/>
                </a:solidFill>
              </a:rPr>
              <a:t>código</a:t>
            </a:r>
            <a:r>
              <a:rPr lang="en-US" sz="1800" dirty="0">
                <a:solidFill>
                  <a:schemeClr val="tx1"/>
                </a:solidFill>
              </a:rPr>
              <a:t> y para </a:t>
            </a:r>
            <a:r>
              <a:rPr lang="en-US" sz="1800" dirty="0" err="1">
                <a:solidFill>
                  <a:schemeClr val="tx1"/>
                </a:solidFill>
              </a:rPr>
              <a:t>validar</a:t>
            </a:r>
            <a:r>
              <a:rPr lang="en-US" sz="1800" dirty="0">
                <a:solidFill>
                  <a:schemeClr val="tx1"/>
                </a:solidFill>
              </a:rPr>
              <a:t> la </a:t>
            </a:r>
            <a:r>
              <a:rPr lang="en-US" sz="1800" dirty="0" err="1">
                <a:solidFill>
                  <a:schemeClr val="tx1"/>
                </a:solidFill>
              </a:rPr>
              <a:t>correcta</a:t>
            </a:r>
            <a:r>
              <a:rPr lang="en-US" sz="1800" dirty="0">
                <a:solidFill>
                  <a:schemeClr val="tx1"/>
                </a:solidFill>
              </a:rPr>
              <a:t> </a:t>
            </a:r>
            <a:r>
              <a:rPr lang="en-US" sz="1800" dirty="0" err="1">
                <a:solidFill>
                  <a:schemeClr val="tx1"/>
                </a:solidFill>
              </a:rPr>
              <a:t>implementación</a:t>
            </a:r>
            <a:r>
              <a:rPr lang="en-US" sz="1800" dirty="0">
                <a:solidFill>
                  <a:schemeClr val="tx1"/>
                </a:solidFill>
              </a:rPr>
              <a:t> de </a:t>
            </a:r>
            <a:r>
              <a:rPr lang="en-US" sz="1800" dirty="0" err="1">
                <a:solidFill>
                  <a:schemeClr val="tx1"/>
                </a:solidFill>
              </a:rPr>
              <a:t>los</a:t>
            </a:r>
            <a:r>
              <a:rPr lang="en-US" sz="1800" dirty="0">
                <a:solidFill>
                  <a:schemeClr val="tx1"/>
                </a:solidFill>
              </a:rPr>
              <a:t> </a:t>
            </a:r>
            <a:r>
              <a:rPr lang="en-US" sz="1800" dirty="0" err="1">
                <a:solidFill>
                  <a:schemeClr val="tx1"/>
                </a:solidFill>
              </a:rPr>
              <a:t>requisitos</a:t>
            </a:r>
            <a:r>
              <a:rPr lang="en-US" sz="1800" dirty="0">
                <a:solidFill>
                  <a:schemeClr val="tx1"/>
                </a:solidFill>
              </a:rPr>
              <a:t> del </a:t>
            </a:r>
            <a:r>
              <a:rPr lang="en-US" sz="1800" dirty="0" err="1">
                <a:solidFill>
                  <a:schemeClr val="tx1"/>
                </a:solidFill>
              </a:rPr>
              <a:t>cliente</a:t>
            </a:r>
            <a:r>
              <a:rPr lang="en-US" sz="1800" dirty="0">
                <a:solidFill>
                  <a:schemeClr val="tx1"/>
                </a:solidFill>
              </a:rPr>
              <a:t>.</a:t>
            </a:r>
          </a:p>
          <a:p>
            <a:pPr indent="-228600" algn="just">
              <a:spcBef>
                <a:spcPts val="0"/>
              </a:spcBef>
              <a:buFont typeface="Arial" panose="020B0604020202020204" pitchFamily="34" charset="0"/>
              <a:buChar char="•"/>
            </a:pPr>
            <a:r>
              <a:rPr lang="en-US" sz="1800" dirty="0" err="1">
                <a:solidFill>
                  <a:schemeClr val="tx1"/>
                </a:solidFill>
              </a:rPr>
              <a:t>Escuchar</a:t>
            </a:r>
            <a:r>
              <a:rPr lang="en-US" sz="1800" dirty="0">
                <a:solidFill>
                  <a:schemeClr val="tx1"/>
                </a:solidFill>
              </a:rPr>
              <a:t>:  </a:t>
            </a:r>
            <a:r>
              <a:rPr lang="en-US" sz="1800" dirty="0" err="1">
                <a:solidFill>
                  <a:schemeClr val="tx1"/>
                </a:solidFill>
              </a:rPr>
              <a:t>Escuchar</a:t>
            </a:r>
            <a:r>
              <a:rPr lang="en-US" sz="1800" dirty="0">
                <a:solidFill>
                  <a:schemeClr val="tx1"/>
                </a:solidFill>
              </a:rPr>
              <a:t> al </a:t>
            </a:r>
            <a:r>
              <a:rPr lang="en-US" sz="1800" dirty="0" err="1">
                <a:solidFill>
                  <a:schemeClr val="tx1"/>
                </a:solidFill>
              </a:rPr>
              <a:t>cliente</a:t>
            </a:r>
            <a:r>
              <a:rPr lang="en-US" sz="1800" dirty="0">
                <a:solidFill>
                  <a:schemeClr val="tx1"/>
                </a:solidFill>
              </a:rPr>
              <a:t> para </a:t>
            </a:r>
            <a:r>
              <a:rPr lang="en-US" sz="1800" dirty="0" err="1">
                <a:solidFill>
                  <a:schemeClr val="tx1"/>
                </a:solidFill>
              </a:rPr>
              <a:t>entender</a:t>
            </a:r>
            <a:r>
              <a:rPr lang="en-US" sz="1800" dirty="0">
                <a:solidFill>
                  <a:schemeClr val="tx1"/>
                </a:solidFill>
              </a:rPr>
              <a:t> sus </a:t>
            </a:r>
            <a:r>
              <a:rPr lang="en-US" sz="1800" dirty="0" err="1">
                <a:solidFill>
                  <a:schemeClr val="tx1"/>
                </a:solidFill>
              </a:rPr>
              <a:t>necesidades</a:t>
            </a:r>
            <a:r>
              <a:rPr lang="en-US" sz="1800" dirty="0">
                <a:solidFill>
                  <a:schemeClr val="tx1"/>
                </a:solidFill>
              </a:rPr>
              <a:t> e </a:t>
            </a:r>
            <a:r>
              <a:rPr lang="en-US" sz="1800" dirty="0" err="1">
                <a:solidFill>
                  <a:schemeClr val="tx1"/>
                </a:solidFill>
              </a:rPr>
              <a:t>implementar</a:t>
            </a:r>
            <a:r>
              <a:rPr lang="en-US" sz="1800" dirty="0">
                <a:solidFill>
                  <a:schemeClr val="tx1"/>
                </a:solidFill>
              </a:rPr>
              <a:t> un software </a:t>
            </a:r>
            <a:r>
              <a:rPr lang="en-US" sz="1800" dirty="0" err="1">
                <a:solidFill>
                  <a:schemeClr val="tx1"/>
                </a:solidFill>
              </a:rPr>
              <a:t>adecuado</a:t>
            </a:r>
            <a:r>
              <a:rPr lang="en-US" sz="1800" dirty="0">
                <a:solidFill>
                  <a:schemeClr val="tx1"/>
                </a:solidFill>
              </a:rPr>
              <a:t> a </a:t>
            </a:r>
            <a:r>
              <a:rPr lang="en-US" sz="1800" dirty="0" err="1">
                <a:solidFill>
                  <a:schemeClr val="tx1"/>
                </a:solidFill>
              </a:rPr>
              <a:t>su</a:t>
            </a:r>
            <a:r>
              <a:rPr lang="en-US" sz="1800" dirty="0">
                <a:solidFill>
                  <a:schemeClr val="tx1"/>
                </a:solidFill>
              </a:rPr>
              <a:t> </a:t>
            </a:r>
            <a:r>
              <a:rPr lang="en-US" sz="1800" dirty="0" err="1">
                <a:solidFill>
                  <a:schemeClr val="tx1"/>
                </a:solidFill>
              </a:rPr>
              <a:t>negocio</a:t>
            </a:r>
            <a:r>
              <a:rPr lang="en-US" sz="1800" dirty="0">
                <a:solidFill>
                  <a:schemeClr val="tx1"/>
                </a:solidFill>
              </a:rPr>
              <a:t>.</a:t>
            </a:r>
          </a:p>
        </p:txBody>
      </p:sp>
      <p:pic>
        <p:nvPicPr>
          <p:cNvPr id="5" name="Picture 2" descr="Conoce las 3 metodologías ágiles más usadas | OpenWebinars">
            <a:extLst>
              <a:ext uri="{FF2B5EF4-FFF2-40B4-BE49-F238E27FC236}">
                <a16:creationId xmlns:a16="http://schemas.microsoft.com/office/drawing/2014/main" id="{4E710136-0B8F-69A5-0129-CF2BE6A1F5CE}"/>
              </a:ext>
            </a:extLst>
          </p:cNvPr>
          <p:cNvPicPr>
            <a:picLocks noGrp="1" noChangeAspect="1" noChangeArrowheads="1"/>
          </p:cNvPicPr>
          <p:nvPr>
            <p:ph type="pic" sz="quarter" idx="13"/>
          </p:nvPr>
        </p:nvPicPr>
        <p:blipFill rotWithShape="1">
          <a:blip r:embed="rId2">
            <a:extLst>
              <a:ext uri="{28A0092B-C50C-407E-A947-70E740481C1C}">
                <a14:useLocalDpi xmlns:a14="http://schemas.microsoft.com/office/drawing/2010/main" val="0"/>
              </a:ext>
            </a:extLst>
          </a:blip>
          <a:srcRect t="-12983" b="-17489"/>
          <a:stretch/>
        </p:blipFill>
        <p:spPr bwMode="auto">
          <a:xfrm>
            <a:off x="5315343" y="876300"/>
            <a:ext cx="6470273" cy="5234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699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Freeform: Shape 9224">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ítulo 7">
            <a:extLst>
              <a:ext uri="{FF2B5EF4-FFF2-40B4-BE49-F238E27FC236}">
                <a16:creationId xmlns:a16="http://schemas.microsoft.com/office/drawing/2014/main" id="{B7CD4819-89AC-790F-D3B1-73A32A596BCD}"/>
              </a:ext>
            </a:extLst>
          </p:cNvPr>
          <p:cNvSpPr>
            <a:spLocks noGrp="1"/>
          </p:cNvSpPr>
          <p:nvPr>
            <p:ph type="title"/>
          </p:nvPr>
        </p:nvSpPr>
        <p:spPr>
          <a:xfrm>
            <a:off x="838199" y="1068891"/>
            <a:ext cx="4259731" cy="1985085"/>
          </a:xfrm>
        </p:spPr>
        <p:txBody>
          <a:bodyPr anchor="b">
            <a:normAutofit/>
          </a:bodyPr>
          <a:lstStyle/>
          <a:p>
            <a:pPr algn="ctr"/>
            <a:r>
              <a:rPr lang="en-US" b="1" kern="1200" dirty="0" err="1">
                <a:latin typeface="+mj-lt"/>
                <a:ea typeface="+mj-ea"/>
                <a:cs typeface="+mj-cs"/>
              </a:rPr>
              <a:t>VyV</a:t>
            </a:r>
            <a:r>
              <a:rPr lang="en-US" b="1" kern="1200" dirty="0">
                <a:latin typeface="+mj-lt"/>
                <a:ea typeface="+mj-ea"/>
                <a:cs typeface="+mj-cs"/>
              </a:rPr>
              <a:t> </a:t>
            </a:r>
            <a:r>
              <a:rPr lang="en-US" b="1" kern="1200" dirty="0" err="1">
                <a:latin typeface="+mj-lt"/>
                <a:ea typeface="+mj-ea"/>
                <a:cs typeface="+mj-cs"/>
              </a:rPr>
              <a:t>en</a:t>
            </a:r>
            <a:r>
              <a:rPr lang="en-US" b="1" kern="1200" dirty="0">
                <a:latin typeface="+mj-lt"/>
                <a:ea typeface="+mj-ea"/>
                <a:cs typeface="+mj-cs"/>
              </a:rPr>
              <a:t> </a:t>
            </a:r>
            <a:r>
              <a:rPr lang="en-US" b="1" kern="1200" dirty="0" err="1">
                <a:latin typeface="+mj-lt"/>
                <a:ea typeface="+mj-ea"/>
                <a:cs typeface="+mj-cs"/>
              </a:rPr>
              <a:t>el</a:t>
            </a:r>
            <a:r>
              <a:rPr lang="en-US" b="1" kern="1200" dirty="0">
                <a:latin typeface="+mj-lt"/>
                <a:ea typeface="+mj-ea"/>
                <a:cs typeface="+mj-cs"/>
              </a:rPr>
              <a:t> </a:t>
            </a:r>
            <a:r>
              <a:rPr lang="en-US" b="1" kern="1200" dirty="0" err="1">
                <a:latin typeface="+mj-lt"/>
                <a:ea typeface="+mj-ea"/>
                <a:cs typeface="+mj-cs"/>
              </a:rPr>
              <a:t>ciclo</a:t>
            </a:r>
            <a:r>
              <a:rPr lang="en-US" b="1" kern="1200" dirty="0">
                <a:latin typeface="+mj-lt"/>
                <a:ea typeface="+mj-ea"/>
                <a:cs typeface="+mj-cs"/>
              </a:rPr>
              <a:t> de </a:t>
            </a:r>
            <a:r>
              <a:rPr lang="en-US" b="1" kern="1200" dirty="0" err="1">
                <a:latin typeface="+mj-lt"/>
                <a:ea typeface="+mj-ea"/>
                <a:cs typeface="+mj-cs"/>
              </a:rPr>
              <a:t>vida</a:t>
            </a:r>
            <a:endParaRPr lang="es-CR" dirty="0"/>
          </a:p>
        </p:txBody>
      </p:sp>
      <p:sp>
        <p:nvSpPr>
          <p:cNvPr id="9227" name="Freeform: Shape 9226">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229"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ítulo 11">
            <a:extLst>
              <a:ext uri="{FF2B5EF4-FFF2-40B4-BE49-F238E27FC236}">
                <a16:creationId xmlns:a16="http://schemas.microsoft.com/office/drawing/2014/main" id="{2159AAC2-1FF7-882A-7A55-5644CC4F54B7}"/>
              </a:ext>
            </a:extLst>
          </p:cNvPr>
          <p:cNvSpPr>
            <a:spLocks noGrp="1"/>
          </p:cNvSpPr>
          <p:nvPr>
            <p:ph idx="1"/>
          </p:nvPr>
        </p:nvSpPr>
        <p:spPr>
          <a:xfrm>
            <a:off x="6586414" y="304800"/>
            <a:ext cx="5323511" cy="6364941"/>
          </a:xfrm>
        </p:spPr>
        <p:txBody>
          <a:bodyPr anchor="ctr">
            <a:normAutofit/>
          </a:bodyPr>
          <a:lstStyle/>
          <a:p>
            <a:pPr marL="0" indent="0" algn="just">
              <a:buNone/>
            </a:pPr>
            <a:r>
              <a:rPr lang="es-CR" sz="2400" b="1" dirty="0"/>
              <a:t>Pilares Scrum</a:t>
            </a:r>
          </a:p>
          <a:p>
            <a:pPr marL="285750" indent="-285750" algn="just">
              <a:buFont typeface="Wingdings" panose="05000000000000000000" pitchFamily="2" charset="2"/>
              <a:buChar char="§"/>
            </a:pPr>
            <a:r>
              <a:rPr lang="es-CR" sz="1600" i="1" dirty="0"/>
              <a:t>Transparencia</a:t>
            </a:r>
          </a:p>
          <a:p>
            <a:pPr marL="742950" lvl="1" indent="-285750" algn="just">
              <a:buFont typeface="Wingdings" panose="05000000000000000000" pitchFamily="2" charset="2"/>
              <a:buChar char="§"/>
            </a:pPr>
            <a:r>
              <a:rPr lang="es-CR" sz="1600" dirty="0"/>
              <a:t>Se conoce claramente el avance del proyecto porque el equipo se comunica constantemente entre sí para identificar dependencias y temas técnicos. </a:t>
            </a:r>
          </a:p>
          <a:p>
            <a:pPr marL="742950" lvl="1" indent="-285750" algn="just">
              <a:buFont typeface="Wingdings" panose="05000000000000000000" pitchFamily="2" charset="2"/>
              <a:buChar char="§"/>
            </a:pPr>
            <a:r>
              <a:rPr lang="es-CR" sz="1600" dirty="0"/>
              <a:t>El cliente prueba la funcionalidad que pidió cada dos semanas</a:t>
            </a:r>
          </a:p>
          <a:p>
            <a:pPr marL="285750" indent="-285750" algn="just">
              <a:buFont typeface="Wingdings" panose="05000000000000000000" pitchFamily="2" charset="2"/>
              <a:buChar char="§"/>
            </a:pPr>
            <a:r>
              <a:rPr lang="es-CR" sz="1600" i="1" dirty="0"/>
              <a:t>Adaptación</a:t>
            </a:r>
            <a:endParaRPr lang="es-CR" sz="1600" dirty="0"/>
          </a:p>
          <a:p>
            <a:pPr marL="742950" lvl="1" indent="-285750" algn="just">
              <a:buFont typeface="Wingdings" panose="05000000000000000000" pitchFamily="2" charset="2"/>
              <a:buChar char="§"/>
            </a:pPr>
            <a:r>
              <a:rPr lang="es-CR" sz="1600" dirty="0"/>
              <a:t>Reuniones diarias: Adaptación diaria del proceso, producto y proyecto.</a:t>
            </a:r>
          </a:p>
          <a:p>
            <a:pPr marL="742950" lvl="1" indent="-285750" algn="just">
              <a:buFont typeface="Wingdings" panose="05000000000000000000" pitchFamily="2" charset="2"/>
              <a:buChar char="§"/>
            </a:pPr>
            <a:r>
              <a:rPr lang="es-CR" sz="1600" dirty="0"/>
              <a:t>Cambios en los requerimientos: Permitir realizar cambios necesarios que beneficien al negocio y que impacten la visión del producto.</a:t>
            </a:r>
          </a:p>
          <a:p>
            <a:pPr marL="742950" lvl="1" indent="-285750" algn="just">
              <a:buFont typeface="Wingdings" panose="05000000000000000000" pitchFamily="2" charset="2"/>
              <a:buChar char="§"/>
            </a:pPr>
            <a:r>
              <a:rPr lang="es-CR" sz="1600" dirty="0"/>
              <a:t>Reuniones de Retrospectiva del Sprint: El mejorar constantemente el proceso sprint tras sprint, es parte importante de la adaptación necesaria para ser más exitosos.</a:t>
            </a:r>
          </a:p>
          <a:p>
            <a:pPr marL="742950" lvl="1" indent="-285750" algn="just">
              <a:buFont typeface="Wingdings" panose="05000000000000000000" pitchFamily="2" charset="2"/>
              <a:buChar char="§"/>
            </a:pPr>
            <a:r>
              <a:rPr lang="es-CR" sz="1600" dirty="0"/>
              <a:t>Identificación de Riesgos: incentiva la adaptación del proyecto, producto y del proceso.</a:t>
            </a:r>
          </a:p>
          <a:p>
            <a:pPr marL="285750" indent="-285750" algn="just">
              <a:buFont typeface="Wingdings" panose="05000000000000000000" pitchFamily="2" charset="2"/>
              <a:buChar char="§"/>
            </a:pPr>
            <a:r>
              <a:rPr lang="es-CR" sz="1600" i="1" dirty="0"/>
              <a:t>Inspección</a:t>
            </a:r>
            <a:endParaRPr lang="es-CR" sz="1600" dirty="0"/>
          </a:p>
          <a:p>
            <a:pPr marL="742950" lvl="1" indent="-285750" algn="just">
              <a:buFont typeface="Wingdings" panose="05000000000000000000" pitchFamily="2" charset="2"/>
              <a:buChar char="§"/>
            </a:pPr>
            <a:r>
              <a:rPr lang="es-CR" sz="1600" dirty="0"/>
              <a:t>Los usuarios de Scrum deben inspeccionar con frecuencia los Artefactos y el progreso hacia los objetivos del Sprint para detectar variaciones no deseadas.</a:t>
            </a:r>
          </a:p>
          <a:p>
            <a:pPr marL="285750" indent="-285750" algn="just">
              <a:buFont typeface="Wingdings" panose="05000000000000000000" pitchFamily="2" charset="2"/>
              <a:buChar char="§"/>
            </a:pPr>
            <a:endParaRPr lang="es-CR" sz="1600" dirty="0"/>
          </a:p>
        </p:txBody>
      </p:sp>
      <p:pic>
        <p:nvPicPr>
          <p:cNvPr id="9218" name="Picture 2" descr="Conoce las 3 metodologías ágiles más usadas | OpenWebinars">
            <a:extLst>
              <a:ext uri="{FF2B5EF4-FFF2-40B4-BE49-F238E27FC236}">
                <a16:creationId xmlns:a16="http://schemas.microsoft.com/office/drawing/2014/main" id="{7EA21DA5-B9DF-2770-63A8-B627B14D63A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2428" y="3154434"/>
            <a:ext cx="5323511" cy="3247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799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B75597-DE2B-E2E6-96AE-EB1BA5786436}"/>
              </a:ext>
            </a:extLst>
          </p:cNvPr>
          <p:cNvSpPr>
            <a:spLocks noGrp="1"/>
          </p:cNvSpPr>
          <p:nvPr>
            <p:ph type="title"/>
          </p:nvPr>
        </p:nvSpPr>
        <p:spPr>
          <a:xfrm>
            <a:off x="304800" y="429030"/>
            <a:ext cx="3185160" cy="5457589"/>
          </a:xfrm>
        </p:spPr>
        <p:txBody>
          <a:bodyPr anchor="ctr">
            <a:normAutofit/>
          </a:bodyPr>
          <a:lstStyle/>
          <a:p>
            <a:r>
              <a:rPr lang="en-US" sz="5400" b="1" kern="1200" dirty="0" err="1">
                <a:latin typeface="+mj-lt"/>
                <a:ea typeface="+mj-ea"/>
                <a:cs typeface="+mj-cs"/>
              </a:rPr>
              <a:t>VyV</a:t>
            </a:r>
            <a:r>
              <a:rPr lang="en-US" sz="5400" b="1" kern="1200" dirty="0">
                <a:latin typeface="+mj-lt"/>
                <a:ea typeface="+mj-ea"/>
                <a:cs typeface="+mj-cs"/>
              </a:rPr>
              <a:t> </a:t>
            </a:r>
            <a:r>
              <a:rPr lang="en-US" sz="5400" b="1" kern="1200" dirty="0" err="1">
                <a:latin typeface="+mj-lt"/>
                <a:ea typeface="+mj-ea"/>
                <a:cs typeface="+mj-cs"/>
              </a:rPr>
              <a:t>en</a:t>
            </a:r>
            <a:r>
              <a:rPr lang="en-US" sz="5400" b="1" kern="1200" dirty="0">
                <a:latin typeface="+mj-lt"/>
                <a:ea typeface="+mj-ea"/>
                <a:cs typeface="+mj-cs"/>
              </a:rPr>
              <a:t> </a:t>
            </a:r>
            <a:r>
              <a:rPr lang="en-US" sz="5400" b="1" kern="1200" dirty="0" err="1">
                <a:latin typeface="+mj-lt"/>
                <a:ea typeface="+mj-ea"/>
                <a:cs typeface="+mj-cs"/>
              </a:rPr>
              <a:t>el</a:t>
            </a:r>
            <a:r>
              <a:rPr lang="en-US" sz="5400" b="1" kern="1200" dirty="0">
                <a:latin typeface="+mj-lt"/>
                <a:ea typeface="+mj-ea"/>
                <a:cs typeface="+mj-cs"/>
              </a:rPr>
              <a:t> </a:t>
            </a:r>
            <a:r>
              <a:rPr lang="en-US" sz="5400" b="1" kern="1200" dirty="0" err="1">
                <a:latin typeface="+mj-lt"/>
                <a:ea typeface="+mj-ea"/>
                <a:cs typeface="+mj-cs"/>
              </a:rPr>
              <a:t>ciclo</a:t>
            </a:r>
            <a:r>
              <a:rPr lang="en-US" sz="5400" b="1" kern="1200" dirty="0">
                <a:latin typeface="+mj-lt"/>
                <a:ea typeface="+mj-ea"/>
                <a:cs typeface="+mj-cs"/>
              </a:rPr>
              <a:t> de </a:t>
            </a:r>
            <a:r>
              <a:rPr lang="en-US" sz="5400" b="1" kern="1200" dirty="0" err="1">
                <a:latin typeface="+mj-lt"/>
                <a:ea typeface="+mj-ea"/>
                <a:cs typeface="+mj-cs"/>
              </a:rPr>
              <a:t>vida</a:t>
            </a:r>
            <a:endParaRPr lang="es-CR" sz="5400" dirty="0"/>
          </a:p>
        </p:txBody>
      </p:sp>
      <p:sp>
        <p:nvSpPr>
          <p:cNvPr id="11" name="Rectangle 10">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Marcador de contenido 2">
            <a:extLst>
              <a:ext uri="{FF2B5EF4-FFF2-40B4-BE49-F238E27FC236}">
                <a16:creationId xmlns:a16="http://schemas.microsoft.com/office/drawing/2014/main" id="{1A9F948B-6D52-7B82-9A46-672F6D1E39A0}"/>
              </a:ext>
            </a:extLst>
          </p:cNvPr>
          <p:cNvGraphicFramePr>
            <a:graphicFrameLocks noGrp="1"/>
          </p:cNvGraphicFramePr>
          <p:nvPr>
            <p:ph idx="1"/>
            <p:extLst>
              <p:ext uri="{D42A27DB-BD31-4B8C-83A1-F6EECF244321}">
                <p14:modId xmlns:p14="http://schemas.microsoft.com/office/powerpoint/2010/main" val="1147648627"/>
              </p:ext>
            </p:extLst>
          </p:nvPr>
        </p:nvGraphicFramePr>
        <p:xfrm>
          <a:off x="4041648" y="429030"/>
          <a:ext cx="7452360" cy="54597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0738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E99C3E9-1AD9-C275-7608-4455E4C75CEC}"/>
              </a:ext>
            </a:extLst>
          </p:cNvPr>
          <p:cNvSpPr>
            <a:spLocks noGrp="1"/>
          </p:cNvSpPr>
          <p:nvPr>
            <p:ph type="title"/>
          </p:nvPr>
        </p:nvSpPr>
        <p:spPr>
          <a:xfrm>
            <a:off x="890338" y="640080"/>
            <a:ext cx="3913310" cy="3566160"/>
          </a:xfrm>
        </p:spPr>
        <p:txBody>
          <a:bodyPr vert="horz" lIns="91440" tIns="45720" rIns="91440" bIns="45720" rtlCol="0" anchor="b">
            <a:normAutofit/>
          </a:bodyPr>
          <a:lstStyle/>
          <a:p>
            <a:r>
              <a:rPr lang="en-US" sz="4600" b="1" dirty="0" err="1"/>
              <a:t>Actividades</a:t>
            </a:r>
            <a:r>
              <a:rPr lang="en-US" sz="4600" b="1" dirty="0"/>
              <a:t> de </a:t>
            </a:r>
            <a:r>
              <a:rPr lang="en-US" sz="4600" b="1" dirty="0" err="1"/>
              <a:t>Verificación</a:t>
            </a:r>
            <a:r>
              <a:rPr lang="en-US" sz="4600" b="1" dirty="0"/>
              <a:t> y </a:t>
            </a:r>
            <a:r>
              <a:rPr lang="en-US" sz="4600" b="1" dirty="0" err="1"/>
              <a:t>Validación</a:t>
            </a:r>
            <a:endParaRPr lang="en-US" sz="4600" b="1" dirty="0"/>
          </a:p>
        </p:txBody>
      </p:sp>
      <p:sp>
        <p:nvSpPr>
          <p:cNvPr id="4" name="Marcador de texto 3">
            <a:extLst>
              <a:ext uri="{FF2B5EF4-FFF2-40B4-BE49-F238E27FC236}">
                <a16:creationId xmlns:a16="http://schemas.microsoft.com/office/drawing/2014/main" id="{7C4A589F-86F2-5175-7725-2DFD2AA76FB2}"/>
              </a:ext>
            </a:extLst>
          </p:cNvPr>
          <p:cNvSpPr>
            <a:spLocks noGrp="1"/>
          </p:cNvSpPr>
          <p:nvPr>
            <p:ph type="body" idx="1"/>
          </p:nvPr>
        </p:nvSpPr>
        <p:spPr>
          <a:xfrm>
            <a:off x="890339" y="4636008"/>
            <a:ext cx="3734014" cy="1572768"/>
          </a:xfrm>
        </p:spPr>
        <p:txBody>
          <a:bodyPr vert="horz" lIns="91440" tIns="45720" rIns="91440" bIns="45720" rtlCol="0">
            <a:normAutofit/>
          </a:bodyPr>
          <a:lstStyle/>
          <a:p>
            <a:endParaRPr lang="en-US">
              <a:solidFill>
                <a:schemeClr val="tx1"/>
              </a:solidFill>
            </a:endParaRPr>
          </a:p>
        </p:txBody>
      </p:sp>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6153EF4-B386-FB4E-F887-74CD1E62A6BE}"/>
              </a:ext>
            </a:extLst>
          </p:cNvPr>
          <p:cNvPicPr>
            <a:picLocks noChangeAspect="1"/>
          </p:cNvPicPr>
          <p:nvPr/>
        </p:nvPicPr>
        <p:blipFill rotWithShape="1">
          <a:blip r:embed="rId2"/>
          <a:srcRect l="20522" r="19547" b="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027353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BB87560-2080-A4B9-8949-32C26AE617D0}"/>
              </a:ext>
            </a:extLst>
          </p:cNvPr>
          <p:cNvSpPr>
            <a:spLocks noGrp="1"/>
          </p:cNvSpPr>
          <p:nvPr>
            <p:ph type="title"/>
          </p:nvPr>
        </p:nvSpPr>
        <p:spPr>
          <a:xfrm>
            <a:off x="35863" y="2340430"/>
            <a:ext cx="5560265" cy="2206364"/>
          </a:xfrm>
        </p:spPr>
        <p:txBody>
          <a:bodyPr vert="horz" lIns="91440" tIns="45720" rIns="91440" bIns="45720" rtlCol="0" anchor="ctr">
            <a:normAutofit/>
          </a:bodyPr>
          <a:lstStyle/>
          <a:p>
            <a:r>
              <a:rPr lang="en-US" sz="4000" b="1" kern="1200" dirty="0">
                <a:solidFill>
                  <a:schemeClr val="tx1"/>
                </a:solidFill>
                <a:latin typeface="+mj-lt"/>
                <a:ea typeface="+mj-ea"/>
                <a:cs typeface="+mj-cs"/>
              </a:rPr>
              <a:t>¿</a:t>
            </a:r>
            <a:r>
              <a:rPr lang="en-US" sz="4000" b="1" kern="1200" dirty="0" err="1">
                <a:solidFill>
                  <a:schemeClr val="tx1"/>
                </a:solidFill>
                <a:latin typeface="+mj-lt"/>
                <a:ea typeface="+mj-ea"/>
                <a:cs typeface="+mj-cs"/>
              </a:rPr>
              <a:t>Qué</a:t>
            </a:r>
            <a:r>
              <a:rPr lang="en-US" sz="4000" b="1" kern="1200" dirty="0">
                <a:solidFill>
                  <a:schemeClr val="tx1"/>
                </a:solidFill>
                <a:latin typeface="+mj-lt"/>
                <a:ea typeface="+mj-ea"/>
                <a:cs typeface="+mj-cs"/>
              </a:rPr>
              <a:t> son las </a:t>
            </a:r>
            <a:r>
              <a:rPr lang="en-US" sz="4000" b="1" kern="1200" dirty="0" err="1">
                <a:solidFill>
                  <a:schemeClr val="tx1"/>
                </a:solidFill>
                <a:latin typeface="+mj-lt"/>
                <a:ea typeface="+mj-ea"/>
                <a:cs typeface="+mj-cs"/>
              </a:rPr>
              <a:t>pruebas</a:t>
            </a:r>
            <a:r>
              <a:rPr lang="en-US" sz="4000" b="1" kern="1200" dirty="0">
                <a:solidFill>
                  <a:schemeClr val="tx1"/>
                </a:solidFill>
                <a:latin typeface="+mj-lt"/>
                <a:ea typeface="+mj-ea"/>
                <a:cs typeface="+mj-cs"/>
              </a:rPr>
              <a:t>?</a:t>
            </a:r>
          </a:p>
        </p:txBody>
      </p:sp>
      <p:sp>
        <p:nvSpPr>
          <p:cNvPr id="57" name="Freeform 5">
            <a:extLst>
              <a:ext uri="{FF2B5EF4-FFF2-40B4-BE49-F238E27FC236}">
                <a16:creationId xmlns:a16="http://schemas.microsoft.com/office/drawing/2014/main" id="{AF1E5E62-9EB9-408E-AE53-A04A4C811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Elementos multimedia en línea 9" title="Introducción a las pruebas de software. Las pruebas de software todavía son desatendidas.">
            <a:hlinkClick r:id="" action="ppaction://media"/>
            <a:extLst>
              <a:ext uri="{FF2B5EF4-FFF2-40B4-BE49-F238E27FC236}">
                <a16:creationId xmlns:a16="http://schemas.microsoft.com/office/drawing/2014/main" id="{A7D0149A-638F-9000-B666-5A4568F3B6C1}"/>
              </a:ext>
            </a:extLst>
          </p:cNvPr>
          <p:cNvPicPr>
            <a:picLocks noRot="1" noChangeAspect="1"/>
          </p:cNvPicPr>
          <p:nvPr>
            <a:videoFile r:link="rId1"/>
          </p:nvPr>
        </p:nvPicPr>
        <p:blipFill>
          <a:blip r:embed="rId3"/>
          <a:stretch>
            <a:fillRect/>
          </a:stretch>
        </p:blipFill>
        <p:spPr>
          <a:xfrm>
            <a:off x="5403797" y="480367"/>
            <a:ext cx="6357897" cy="3932553"/>
          </a:xfrm>
          <a:prstGeom prst="rect">
            <a:avLst/>
          </a:prstGeom>
        </p:spPr>
      </p:pic>
      <p:sp>
        <p:nvSpPr>
          <p:cNvPr id="59" name="Freeform 7">
            <a:extLst>
              <a:ext uri="{FF2B5EF4-FFF2-40B4-BE49-F238E27FC236}">
                <a16:creationId xmlns:a16="http://schemas.microsoft.com/office/drawing/2014/main" id="{9C5704B2-7C5B-4738-AF0D-4A2756A6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3319"/>
            <a:ext cx="5925190" cy="2174681"/>
          </a:xfrm>
          <a:custGeom>
            <a:avLst/>
            <a:gdLst>
              <a:gd name="connsiteX0" fmla="*/ 1007162 w 5925190"/>
              <a:gd name="connsiteY0" fmla="*/ 0 h 2174681"/>
              <a:gd name="connsiteX1" fmla="*/ 5925190 w 5925190"/>
              <a:gd name="connsiteY1" fmla="*/ 0 h 2174681"/>
              <a:gd name="connsiteX2" fmla="*/ 5925190 w 5925190"/>
              <a:gd name="connsiteY2" fmla="*/ 2174681 h 2174681"/>
              <a:gd name="connsiteX3" fmla="*/ 0 w 5925190"/>
              <a:gd name="connsiteY3" fmla="*/ 2174681 h 2174681"/>
            </a:gdLst>
            <a:ahLst/>
            <a:cxnLst>
              <a:cxn ang="0">
                <a:pos x="connsiteX0" y="connsiteY0"/>
              </a:cxn>
              <a:cxn ang="0">
                <a:pos x="connsiteX1" y="connsiteY1"/>
              </a:cxn>
              <a:cxn ang="0">
                <a:pos x="connsiteX2" y="connsiteY2"/>
              </a:cxn>
              <a:cxn ang="0">
                <a:pos x="connsiteX3" y="connsiteY3"/>
              </a:cxn>
            </a:cxnLst>
            <a:rect l="l" t="t" r="r" b="b"/>
            <a:pathLst>
              <a:path w="5925190" h="2174681">
                <a:moveTo>
                  <a:pt x="1007162" y="0"/>
                </a:moveTo>
                <a:lnTo>
                  <a:pt x="5925190" y="0"/>
                </a:lnTo>
                <a:lnTo>
                  <a:pt x="5925190" y="2174681"/>
                </a:lnTo>
                <a:lnTo>
                  <a:pt x="0" y="217468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
            <a:extLst>
              <a:ext uri="{FF2B5EF4-FFF2-40B4-BE49-F238E27FC236}">
                <a16:creationId xmlns:a16="http://schemas.microsoft.com/office/drawing/2014/main" id="{DFB36DC4-A410-4DF1-8453-1D85743F5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683319"/>
            <a:ext cx="7092887" cy="2174681"/>
          </a:xfrm>
          <a:custGeom>
            <a:avLst/>
            <a:gdLst>
              <a:gd name="connsiteX0" fmla="*/ 0 w 7092887"/>
              <a:gd name="connsiteY0" fmla="*/ 0 h 2174681"/>
              <a:gd name="connsiteX1" fmla="*/ 7092887 w 7092887"/>
              <a:gd name="connsiteY1" fmla="*/ 0 h 2174681"/>
              <a:gd name="connsiteX2" fmla="*/ 6085725 w 7092887"/>
              <a:gd name="connsiteY2" fmla="*/ 2174681 h 2174681"/>
              <a:gd name="connsiteX3" fmla="*/ 1524000 w 7092887"/>
              <a:gd name="connsiteY3" fmla="*/ 2174681 h 2174681"/>
              <a:gd name="connsiteX4" fmla="*/ 1200418 w 7092887"/>
              <a:gd name="connsiteY4" fmla="*/ 2174681 h 2174681"/>
              <a:gd name="connsiteX5" fmla="*/ 0 w 7092887"/>
              <a:gd name="connsiteY5" fmla="*/ 2174681 h 217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92887" h="2174681">
                <a:moveTo>
                  <a:pt x="0" y="0"/>
                </a:moveTo>
                <a:lnTo>
                  <a:pt x="7092887" y="0"/>
                </a:lnTo>
                <a:lnTo>
                  <a:pt x="6085725" y="2174681"/>
                </a:lnTo>
                <a:lnTo>
                  <a:pt x="1524000" y="2174681"/>
                </a:lnTo>
                <a:lnTo>
                  <a:pt x="1200418" y="2174681"/>
                </a:lnTo>
                <a:lnTo>
                  <a:pt x="0" y="2174681"/>
                </a:lnTo>
                <a:close/>
              </a:path>
            </a:pathLst>
          </a:custGeom>
          <a:solidFill>
            <a:srgbClr val="B2B2B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B2B2B2"/>
              </a:solidFill>
            </a:endParaRPr>
          </a:p>
        </p:txBody>
      </p:sp>
    </p:spTree>
    <p:extLst>
      <p:ext uri="{BB962C8B-B14F-4D97-AF65-F5344CB8AC3E}">
        <p14:creationId xmlns:p14="http://schemas.microsoft.com/office/powerpoint/2010/main" val="424908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5424A-988B-52AC-5615-167511059BE5}"/>
              </a:ext>
            </a:extLst>
          </p:cNvPr>
          <p:cNvSpPr>
            <a:spLocks noGrp="1"/>
          </p:cNvSpPr>
          <p:nvPr>
            <p:ph type="title"/>
          </p:nvPr>
        </p:nvSpPr>
        <p:spPr/>
        <p:txBody>
          <a:bodyPr/>
          <a:lstStyle/>
          <a:p>
            <a:r>
              <a:rPr lang="es-CR" sz="4400" b="1" dirty="0"/>
              <a:t>¿Qué son las pruebas?</a:t>
            </a:r>
            <a:endParaRPr lang="es-CR" b="1" dirty="0"/>
          </a:p>
        </p:txBody>
      </p:sp>
      <p:graphicFrame>
        <p:nvGraphicFramePr>
          <p:cNvPr id="8" name="Marcador de contenido 7">
            <a:extLst>
              <a:ext uri="{FF2B5EF4-FFF2-40B4-BE49-F238E27FC236}">
                <a16:creationId xmlns:a16="http://schemas.microsoft.com/office/drawing/2014/main" id="{3A2E3EE4-B2D3-EF5D-742A-10542FCD37C9}"/>
              </a:ext>
            </a:extLst>
          </p:cNvPr>
          <p:cNvGraphicFramePr>
            <a:graphicFrameLocks noGrp="1"/>
          </p:cNvGraphicFramePr>
          <p:nvPr>
            <p:ph idx="1"/>
            <p:extLst>
              <p:ext uri="{D42A27DB-BD31-4B8C-83A1-F6EECF244321}">
                <p14:modId xmlns:p14="http://schemas.microsoft.com/office/powerpoint/2010/main" val="1197987084"/>
              </p:ext>
            </p:extLst>
          </p:nvPr>
        </p:nvGraphicFramePr>
        <p:xfrm>
          <a:off x="515468" y="1237128"/>
          <a:ext cx="11210365" cy="53967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885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ítulo 11">
            <a:extLst>
              <a:ext uri="{FF2B5EF4-FFF2-40B4-BE49-F238E27FC236}">
                <a16:creationId xmlns:a16="http://schemas.microsoft.com/office/drawing/2014/main" id="{2CC58DF4-009B-DDC1-B215-9D722BBC33F4}"/>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b="1" kern="1200">
                <a:solidFill>
                  <a:srgbClr val="FFFFFF"/>
                </a:solidFill>
                <a:latin typeface="+mj-lt"/>
                <a:ea typeface="+mj-ea"/>
                <a:cs typeface="+mj-cs"/>
              </a:rPr>
              <a:t>Objetivos de las pruebas</a:t>
            </a:r>
          </a:p>
        </p:txBody>
      </p:sp>
      <p:graphicFrame>
        <p:nvGraphicFramePr>
          <p:cNvPr id="25" name="Diagrama 24">
            <a:extLst>
              <a:ext uri="{FF2B5EF4-FFF2-40B4-BE49-F238E27FC236}">
                <a16:creationId xmlns:a16="http://schemas.microsoft.com/office/drawing/2014/main" id="{FAE8A7AA-C1EA-A5AC-AE87-6B97CCC0A2C0}"/>
              </a:ext>
            </a:extLst>
          </p:cNvPr>
          <p:cNvGraphicFramePr/>
          <p:nvPr>
            <p:extLst>
              <p:ext uri="{D42A27DB-BD31-4B8C-83A1-F6EECF244321}">
                <p14:modId xmlns:p14="http://schemas.microsoft.com/office/powerpoint/2010/main" val="750090318"/>
              </p:ext>
            </p:extLst>
          </p:nvPr>
        </p:nvGraphicFramePr>
        <p:xfrm>
          <a:off x="53085" y="1739154"/>
          <a:ext cx="12049268" cy="49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217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9F8FF2-0E8A-F1DA-A0F6-7B91A6EDFB31}"/>
              </a:ext>
            </a:extLst>
          </p:cNvPr>
          <p:cNvSpPr>
            <a:spLocks noGrp="1"/>
          </p:cNvSpPr>
          <p:nvPr>
            <p:ph type="title"/>
          </p:nvPr>
        </p:nvSpPr>
        <p:spPr>
          <a:xfrm>
            <a:off x="457201" y="502020"/>
            <a:ext cx="6002912" cy="1642970"/>
          </a:xfrm>
        </p:spPr>
        <p:txBody>
          <a:bodyPr vert="horz" lIns="91440" tIns="45720" rIns="91440" bIns="45720" rtlCol="0" anchor="b">
            <a:normAutofit/>
          </a:bodyPr>
          <a:lstStyle/>
          <a:p>
            <a:r>
              <a:rPr lang="en-US" sz="5400" b="1" kern="1200" dirty="0">
                <a:solidFill>
                  <a:schemeClr val="tx1"/>
                </a:solidFill>
                <a:latin typeface="+mj-lt"/>
                <a:ea typeface="+mj-ea"/>
                <a:cs typeface="+mj-cs"/>
              </a:rPr>
              <a:t>Caso de </a:t>
            </a:r>
            <a:r>
              <a:rPr lang="en-US" sz="5400" b="1" kern="1200" dirty="0" err="1">
                <a:solidFill>
                  <a:schemeClr val="tx1"/>
                </a:solidFill>
                <a:latin typeface="+mj-lt"/>
                <a:ea typeface="+mj-ea"/>
                <a:cs typeface="+mj-cs"/>
              </a:rPr>
              <a:t>prueba</a:t>
            </a:r>
            <a:endParaRPr lang="en-US" sz="5400" b="1" kern="1200" dirty="0">
              <a:solidFill>
                <a:schemeClr val="tx1"/>
              </a:solidFill>
              <a:latin typeface="+mj-lt"/>
              <a:ea typeface="+mj-ea"/>
              <a:cs typeface="+mj-cs"/>
            </a:endParaRPr>
          </a:p>
        </p:txBody>
      </p:sp>
      <p:sp>
        <p:nvSpPr>
          <p:cNvPr id="3" name="Marcador de contenido 2">
            <a:extLst>
              <a:ext uri="{FF2B5EF4-FFF2-40B4-BE49-F238E27FC236}">
                <a16:creationId xmlns:a16="http://schemas.microsoft.com/office/drawing/2014/main" id="{CDE985A1-2C4C-7AF0-C76F-2437F82E6E1F}"/>
              </a:ext>
            </a:extLst>
          </p:cNvPr>
          <p:cNvSpPr>
            <a:spLocks noGrp="1"/>
          </p:cNvSpPr>
          <p:nvPr>
            <p:ph type="body" sz="half" idx="2"/>
          </p:nvPr>
        </p:nvSpPr>
        <p:spPr>
          <a:xfrm>
            <a:off x="457201" y="2405894"/>
            <a:ext cx="6002912" cy="3994473"/>
          </a:xfrm>
        </p:spPr>
        <p:txBody>
          <a:bodyPr vert="horz" lIns="91440" tIns="45720" rIns="91440" bIns="45720" rtlCol="0" anchor="t">
            <a:normAutofit/>
          </a:bodyPr>
          <a:lstStyle/>
          <a:p>
            <a:pPr indent="-228600" algn="just">
              <a:buFont typeface="Arial" panose="020B0604020202020204" pitchFamily="34" charset="0"/>
              <a:buChar char="•"/>
            </a:pPr>
            <a:r>
              <a:rPr lang="en-US" sz="2400" dirty="0"/>
              <a:t>"Un </a:t>
            </a:r>
            <a:r>
              <a:rPr lang="en-US" sz="2400" dirty="0" err="1"/>
              <a:t>caso</a:t>
            </a:r>
            <a:r>
              <a:rPr lang="en-US" sz="2400" dirty="0"/>
              <a:t> de </a:t>
            </a:r>
            <a:r>
              <a:rPr lang="en-US" sz="2400" dirty="0" err="1"/>
              <a:t>prueba</a:t>
            </a:r>
            <a:r>
              <a:rPr lang="en-US" sz="2400" dirty="0"/>
              <a:t> es un conjunto de entradas, </a:t>
            </a:r>
            <a:r>
              <a:rPr lang="en-US" sz="2400" dirty="0" err="1"/>
              <a:t>condiciones</a:t>
            </a:r>
            <a:r>
              <a:rPr lang="en-US" sz="2400" dirty="0"/>
              <a:t> de </a:t>
            </a:r>
            <a:r>
              <a:rPr lang="en-US" sz="2400" dirty="0" err="1"/>
              <a:t>ejecución</a:t>
            </a:r>
            <a:r>
              <a:rPr lang="en-US" sz="2400" dirty="0"/>
              <a:t> y </a:t>
            </a:r>
            <a:r>
              <a:rPr lang="en-US" sz="2400" dirty="0" err="1"/>
              <a:t>resultados</a:t>
            </a:r>
            <a:r>
              <a:rPr lang="en-US" sz="2400" dirty="0"/>
              <a:t> </a:t>
            </a:r>
            <a:r>
              <a:rPr lang="en-US" sz="2400" dirty="0" err="1"/>
              <a:t>esperados</a:t>
            </a:r>
            <a:r>
              <a:rPr lang="en-US" sz="2400" dirty="0"/>
              <a:t>, </a:t>
            </a:r>
            <a:r>
              <a:rPr lang="en-US" sz="2400" dirty="0" err="1"/>
              <a:t>desarrollado</a:t>
            </a:r>
            <a:r>
              <a:rPr lang="en-US" sz="2400" dirty="0"/>
              <a:t> para </a:t>
            </a:r>
            <a:r>
              <a:rPr lang="en-US" sz="2400" dirty="0" err="1"/>
              <a:t>conseguir</a:t>
            </a:r>
            <a:r>
              <a:rPr lang="en-US" sz="2400" dirty="0"/>
              <a:t> un </a:t>
            </a:r>
            <a:r>
              <a:rPr lang="en-US" sz="2400" dirty="0" err="1"/>
              <a:t>objetivo</a:t>
            </a:r>
            <a:r>
              <a:rPr lang="en-US" sz="2400" dirty="0"/>
              <a:t> particular o </a:t>
            </a:r>
            <a:r>
              <a:rPr lang="en-US" sz="2400" dirty="0" err="1"/>
              <a:t>condición</a:t>
            </a:r>
            <a:r>
              <a:rPr lang="en-US" sz="2400" dirty="0"/>
              <a:t> de </a:t>
            </a:r>
            <a:r>
              <a:rPr lang="en-US" sz="2400" dirty="0" err="1"/>
              <a:t>prueba</a:t>
            </a:r>
            <a:r>
              <a:rPr lang="en-US" sz="2400" dirty="0"/>
              <a:t>".</a:t>
            </a:r>
          </a:p>
          <a:p>
            <a:pPr indent="-228600" algn="just">
              <a:buFont typeface="Arial" panose="020B0604020202020204" pitchFamily="34" charset="0"/>
              <a:buChar char="•"/>
            </a:pPr>
            <a:r>
              <a:rPr lang="en-US" sz="2400" dirty="0"/>
              <a:t>"Un </a:t>
            </a:r>
            <a:r>
              <a:rPr lang="en-US" sz="2400" dirty="0" err="1"/>
              <a:t>caso</a:t>
            </a:r>
            <a:r>
              <a:rPr lang="en-US" sz="2400" dirty="0"/>
              <a:t> de </a:t>
            </a:r>
            <a:r>
              <a:rPr lang="en-US" sz="2400" dirty="0" err="1"/>
              <a:t>prueba</a:t>
            </a:r>
            <a:r>
              <a:rPr lang="en-US" sz="2400" dirty="0"/>
              <a:t> es un </a:t>
            </a:r>
            <a:r>
              <a:rPr lang="en-US" sz="2400" dirty="0" err="1"/>
              <a:t>proceso</a:t>
            </a:r>
            <a:r>
              <a:rPr lang="en-US" sz="2400" dirty="0"/>
              <a:t> </a:t>
            </a:r>
            <a:r>
              <a:rPr lang="en-US" sz="2400" dirty="0" err="1"/>
              <a:t>detallado</a:t>
            </a:r>
            <a:r>
              <a:rPr lang="en-US" sz="2400" dirty="0"/>
              <a:t> que </a:t>
            </a:r>
            <a:r>
              <a:rPr lang="en-US" sz="2400" dirty="0" err="1"/>
              <a:t>busca</a:t>
            </a:r>
            <a:r>
              <a:rPr lang="en-US" sz="2400" dirty="0"/>
              <a:t> </a:t>
            </a:r>
            <a:r>
              <a:rPr lang="en-US" sz="2400" dirty="0" err="1"/>
              <a:t>probar</a:t>
            </a:r>
            <a:r>
              <a:rPr lang="en-US" sz="2400" dirty="0"/>
              <a:t> </a:t>
            </a:r>
            <a:r>
              <a:rPr lang="en-US" sz="2400" dirty="0" err="1"/>
              <a:t>una</a:t>
            </a:r>
            <a:r>
              <a:rPr lang="en-US" sz="2400" dirty="0"/>
              <a:t> </a:t>
            </a:r>
            <a:r>
              <a:rPr lang="en-US" sz="2400" dirty="0" err="1"/>
              <a:t>funcionalidad</a:t>
            </a:r>
            <a:r>
              <a:rPr lang="en-US" sz="2400" dirty="0"/>
              <a:t> o </a:t>
            </a:r>
            <a:r>
              <a:rPr lang="en-US" sz="2400" dirty="0" err="1"/>
              <a:t>requerimiento</a:t>
            </a:r>
            <a:r>
              <a:rPr lang="en-US" sz="2400" dirty="0"/>
              <a:t> particular, </a:t>
            </a:r>
            <a:r>
              <a:rPr lang="en-US" sz="2400" dirty="0" err="1"/>
              <a:t>parcial</a:t>
            </a:r>
            <a:r>
              <a:rPr lang="en-US" sz="2400" dirty="0"/>
              <a:t> o </a:t>
            </a:r>
            <a:r>
              <a:rPr lang="en-US" sz="2400" dirty="0" err="1"/>
              <a:t>totalmente</a:t>
            </a:r>
            <a:r>
              <a:rPr lang="en-US" sz="2400" dirty="0"/>
              <a:t>“</a:t>
            </a:r>
          </a:p>
          <a:p>
            <a:pPr indent="-228600" algn="just">
              <a:buFont typeface="Arial" panose="020B0604020202020204" pitchFamily="34" charset="0"/>
              <a:buChar char="•"/>
            </a:pPr>
            <a:r>
              <a:rPr lang="en-US" sz="2400" dirty="0"/>
              <a:t>"Un </a:t>
            </a:r>
            <a:r>
              <a:rPr lang="en-US" sz="2400" dirty="0" err="1"/>
              <a:t>buen</a:t>
            </a:r>
            <a:r>
              <a:rPr lang="en-US" sz="2400" dirty="0"/>
              <a:t> </a:t>
            </a:r>
            <a:r>
              <a:rPr lang="en-US" sz="2400" dirty="0" err="1"/>
              <a:t>caso</a:t>
            </a:r>
            <a:r>
              <a:rPr lang="en-US" sz="2400" dirty="0"/>
              <a:t> de </a:t>
            </a:r>
            <a:r>
              <a:rPr lang="en-US" sz="2400" dirty="0" err="1"/>
              <a:t>prueba</a:t>
            </a:r>
            <a:r>
              <a:rPr lang="en-US" sz="2400" dirty="0"/>
              <a:t> </a:t>
            </a:r>
            <a:r>
              <a:rPr lang="en-US" sz="2400" dirty="0" err="1"/>
              <a:t>tiene</a:t>
            </a:r>
            <a:r>
              <a:rPr lang="en-US" sz="2400" dirty="0"/>
              <a:t> </a:t>
            </a:r>
            <a:r>
              <a:rPr lang="en-US" sz="2400" dirty="0" err="1"/>
              <a:t>una</a:t>
            </a:r>
            <a:r>
              <a:rPr lang="en-US" sz="2400" dirty="0"/>
              <a:t> </a:t>
            </a:r>
            <a:r>
              <a:rPr lang="en-US" sz="2400" dirty="0" err="1"/>
              <a:t>alta</a:t>
            </a:r>
            <a:r>
              <a:rPr lang="en-US" sz="2400" dirty="0"/>
              <a:t> </a:t>
            </a:r>
            <a:r>
              <a:rPr lang="en-US" sz="2400" dirty="0" err="1"/>
              <a:t>probabilidad</a:t>
            </a:r>
            <a:r>
              <a:rPr lang="en-US" sz="2400" dirty="0"/>
              <a:t> de </a:t>
            </a:r>
            <a:r>
              <a:rPr lang="en-US" sz="2400" dirty="0" err="1"/>
              <a:t>encontrar</a:t>
            </a:r>
            <a:r>
              <a:rPr lang="en-US" sz="2400" dirty="0"/>
              <a:t> </a:t>
            </a:r>
            <a:r>
              <a:rPr lang="en-US" sz="2400" dirty="0" err="1"/>
              <a:t>defectos</a:t>
            </a:r>
            <a:r>
              <a:rPr lang="en-US" sz="2400" dirty="0"/>
              <a:t>".</a:t>
            </a:r>
          </a:p>
        </p:txBody>
      </p:sp>
      <p:sp>
        <p:nvSpPr>
          <p:cNvPr id="2057" name="Rectangle 205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1" name="Rectangle 206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3" name="Rectangle 206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diseño de icono de vector de casos de prueba 15801782 Vector en Vecteezy">
            <a:extLst>
              <a:ext uri="{FF2B5EF4-FFF2-40B4-BE49-F238E27FC236}">
                <a16:creationId xmlns:a16="http://schemas.microsoft.com/office/drawing/2014/main" id="{084B6A56-ED01-0A41-57F6-3F489235D9BC}"/>
              </a:ext>
            </a:extLst>
          </p:cNvPr>
          <p:cNvPicPr>
            <a:picLocks noGrp="1" noChangeAspect="1" noChangeArrowheads="1"/>
          </p:cNvPicPr>
          <p:nvPr>
            <p:ph type="pic" idx="1"/>
          </p:nvPr>
        </p:nvPicPr>
        <p:blipFill rotWithShape="1">
          <a:blip r:embed="rId3">
            <a:extLst>
              <a:ext uri="{28A0092B-C50C-407E-A947-70E740481C1C}">
                <a14:useLocalDpi xmlns:a14="http://schemas.microsoft.com/office/drawing/2010/main" val="0"/>
              </a:ext>
            </a:extLst>
          </a:blip>
          <a:srcRect t="-11114" b="-11114"/>
          <a:stretch/>
        </p:blipFill>
        <p:spPr bwMode="auto">
          <a:xfrm>
            <a:off x="7075967" y="1800986"/>
            <a:ext cx="4170530" cy="3287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579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6931D2-42FB-4513-36C6-DA2CE557621F}"/>
              </a:ext>
            </a:extLst>
          </p:cNvPr>
          <p:cNvSpPr>
            <a:spLocks noGrp="1"/>
          </p:cNvSpPr>
          <p:nvPr>
            <p:ph type="title"/>
          </p:nvPr>
        </p:nvSpPr>
        <p:spPr>
          <a:xfrm>
            <a:off x="839788" y="149976"/>
            <a:ext cx="10515600" cy="1325563"/>
          </a:xfrm>
        </p:spPr>
        <p:txBody>
          <a:bodyPr>
            <a:normAutofit/>
          </a:bodyPr>
          <a:lstStyle/>
          <a:p>
            <a:r>
              <a:rPr lang="es-CR" sz="4800" b="1" dirty="0"/>
              <a:t>Ciclo de vida de un caso de prueba</a:t>
            </a:r>
          </a:p>
        </p:txBody>
      </p:sp>
      <p:sp>
        <p:nvSpPr>
          <p:cNvPr id="7" name="Marcador de texto 6">
            <a:extLst>
              <a:ext uri="{FF2B5EF4-FFF2-40B4-BE49-F238E27FC236}">
                <a16:creationId xmlns:a16="http://schemas.microsoft.com/office/drawing/2014/main" id="{1C300442-1F7B-0946-7644-3DCF6A396F7D}"/>
              </a:ext>
            </a:extLst>
          </p:cNvPr>
          <p:cNvSpPr>
            <a:spLocks noGrp="1"/>
          </p:cNvSpPr>
          <p:nvPr>
            <p:ph type="body" idx="1"/>
          </p:nvPr>
        </p:nvSpPr>
        <p:spPr>
          <a:xfrm>
            <a:off x="2184582" y="3017044"/>
            <a:ext cx="2145592" cy="823912"/>
          </a:xfrm>
        </p:spPr>
        <p:txBody>
          <a:bodyPr>
            <a:normAutofit/>
          </a:bodyPr>
          <a:lstStyle/>
          <a:p>
            <a:r>
              <a:rPr lang="es-CR" sz="2800" dirty="0"/>
              <a:t>Estados</a:t>
            </a:r>
          </a:p>
        </p:txBody>
      </p:sp>
      <p:graphicFrame>
        <p:nvGraphicFramePr>
          <p:cNvPr id="6" name="Marcador de contenido 5">
            <a:extLst>
              <a:ext uri="{FF2B5EF4-FFF2-40B4-BE49-F238E27FC236}">
                <a16:creationId xmlns:a16="http://schemas.microsoft.com/office/drawing/2014/main" id="{4E3E2D99-2E84-981E-7BE7-C1E5A3A4B0ED}"/>
              </a:ext>
            </a:extLst>
          </p:cNvPr>
          <p:cNvGraphicFramePr>
            <a:graphicFrameLocks noGrp="1"/>
          </p:cNvGraphicFramePr>
          <p:nvPr>
            <p:ph sz="half" idx="2"/>
            <p:extLst>
              <p:ext uri="{D42A27DB-BD31-4B8C-83A1-F6EECF244321}">
                <p14:modId xmlns:p14="http://schemas.microsoft.com/office/powerpoint/2010/main" val="1994735264"/>
              </p:ext>
            </p:extLst>
          </p:nvPr>
        </p:nvGraphicFramePr>
        <p:xfrm>
          <a:off x="3804031" y="1267946"/>
          <a:ext cx="4461482" cy="30621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Flecha: a la derecha 9">
            <a:extLst>
              <a:ext uri="{FF2B5EF4-FFF2-40B4-BE49-F238E27FC236}">
                <a16:creationId xmlns:a16="http://schemas.microsoft.com/office/drawing/2014/main" id="{32F9FFCC-2E27-A2AD-006B-96331012A639}"/>
              </a:ext>
            </a:extLst>
          </p:cNvPr>
          <p:cNvSpPr/>
          <p:nvPr/>
        </p:nvSpPr>
        <p:spPr>
          <a:xfrm rot="1250830">
            <a:off x="2106294" y="1408071"/>
            <a:ext cx="2520000" cy="1260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Script de ejecución</a:t>
            </a:r>
          </a:p>
        </p:txBody>
      </p:sp>
      <p:sp>
        <p:nvSpPr>
          <p:cNvPr id="11" name="Flecha: a la derecha 10">
            <a:extLst>
              <a:ext uri="{FF2B5EF4-FFF2-40B4-BE49-F238E27FC236}">
                <a16:creationId xmlns:a16="http://schemas.microsoft.com/office/drawing/2014/main" id="{67EB46E7-5538-7697-5CC6-5A2A5EBC60B3}"/>
              </a:ext>
            </a:extLst>
          </p:cNvPr>
          <p:cNvSpPr/>
          <p:nvPr/>
        </p:nvSpPr>
        <p:spPr>
          <a:xfrm rot="16200000">
            <a:off x="4863078" y="4888338"/>
            <a:ext cx="2520000" cy="1260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Versión producto y resultado</a:t>
            </a:r>
          </a:p>
        </p:txBody>
      </p:sp>
      <p:sp>
        <p:nvSpPr>
          <p:cNvPr id="15" name="Flecha: hacia la izquierda 14">
            <a:extLst>
              <a:ext uri="{FF2B5EF4-FFF2-40B4-BE49-F238E27FC236}">
                <a16:creationId xmlns:a16="http://schemas.microsoft.com/office/drawing/2014/main" id="{2304607F-8255-6986-435B-1D716E11598D}"/>
              </a:ext>
            </a:extLst>
          </p:cNvPr>
          <p:cNvSpPr/>
          <p:nvPr/>
        </p:nvSpPr>
        <p:spPr>
          <a:xfrm rot="20561395">
            <a:off x="7435080" y="1374276"/>
            <a:ext cx="2520000" cy="12600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a:t>Asociado a un requerimiento</a:t>
            </a:r>
            <a:endParaRPr lang="es-CR" dirty="0"/>
          </a:p>
        </p:txBody>
      </p:sp>
      <p:sp>
        <p:nvSpPr>
          <p:cNvPr id="3" name="TextBox 2">
            <a:extLst>
              <a:ext uri="{FF2B5EF4-FFF2-40B4-BE49-F238E27FC236}">
                <a16:creationId xmlns:a16="http://schemas.microsoft.com/office/drawing/2014/main" id="{6CA0C5A6-FFC6-BB49-3080-04EF918C815E}"/>
              </a:ext>
            </a:extLst>
          </p:cNvPr>
          <p:cNvSpPr txBox="1"/>
          <p:nvPr/>
        </p:nvSpPr>
        <p:spPr>
          <a:xfrm>
            <a:off x="6496503" y="5323029"/>
            <a:ext cx="5695497" cy="1384995"/>
          </a:xfrm>
          <a:prstGeom prst="rect">
            <a:avLst/>
          </a:prstGeom>
          <a:noFill/>
        </p:spPr>
        <p:txBody>
          <a:bodyPr wrap="square" rtlCol="0">
            <a:spAutoFit/>
          </a:bodyPr>
          <a:lstStyle/>
          <a:p>
            <a:r>
              <a:rPr lang="es-CR" sz="1400" dirty="0"/>
              <a:t>Test Plan -&gt; Group </a:t>
            </a:r>
            <a:r>
              <a:rPr lang="es-CR" sz="1400" dirty="0" err="1"/>
              <a:t>of</a:t>
            </a:r>
            <a:r>
              <a:rPr lang="es-CR" sz="1400" dirty="0"/>
              <a:t> </a:t>
            </a:r>
            <a:r>
              <a:rPr lang="es-CR" sz="1400" dirty="0" err="1"/>
              <a:t>requirements</a:t>
            </a:r>
            <a:endParaRPr lang="es-CR" sz="1400" dirty="0"/>
          </a:p>
          <a:p>
            <a:r>
              <a:rPr lang="es-CR" sz="1400" dirty="0"/>
              <a:t>	Test Cases (1…N </a:t>
            </a:r>
            <a:r>
              <a:rPr lang="es-CR" sz="1400" dirty="0" err="1"/>
              <a:t>by</a:t>
            </a:r>
            <a:r>
              <a:rPr lang="es-CR" sz="1400" dirty="0"/>
              <a:t> </a:t>
            </a:r>
            <a:r>
              <a:rPr lang="es-CR" sz="1400" dirty="0" err="1"/>
              <a:t>requirement</a:t>
            </a:r>
            <a:r>
              <a:rPr lang="es-CR" sz="1400" dirty="0"/>
              <a:t>)</a:t>
            </a:r>
          </a:p>
          <a:p>
            <a:r>
              <a:rPr lang="es-CR" sz="1400" dirty="0"/>
              <a:t>		Test </a:t>
            </a:r>
            <a:r>
              <a:rPr lang="es-CR" sz="1400" dirty="0" err="1"/>
              <a:t>executions</a:t>
            </a:r>
            <a:r>
              <a:rPr lang="es-CR" sz="1400" dirty="0"/>
              <a:t> (1…N)</a:t>
            </a:r>
          </a:p>
          <a:p>
            <a:r>
              <a:rPr lang="es-CR" sz="1400" dirty="0"/>
              <a:t>			- Results (Pass / Fail) (1 </a:t>
            </a:r>
            <a:r>
              <a:rPr lang="es-CR" sz="1400" dirty="0" err="1"/>
              <a:t>by</a:t>
            </a:r>
            <a:r>
              <a:rPr lang="es-CR" sz="1400" dirty="0"/>
              <a:t> </a:t>
            </a:r>
            <a:r>
              <a:rPr lang="es-CR" sz="1400" dirty="0" err="1"/>
              <a:t>execution</a:t>
            </a:r>
            <a:r>
              <a:rPr lang="es-CR" sz="1400" dirty="0"/>
              <a:t>)</a:t>
            </a:r>
          </a:p>
          <a:p>
            <a:r>
              <a:rPr lang="es-CR" sz="1400" dirty="0"/>
              <a:t>			- Bugs? (0…N)</a:t>
            </a:r>
          </a:p>
          <a:p>
            <a:endParaRPr lang="es-CR" sz="1400" dirty="0"/>
          </a:p>
        </p:txBody>
      </p:sp>
    </p:spTree>
    <p:extLst>
      <p:ext uri="{BB962C8B-B14F-4D97-AF65-F5344CB8AC3E}">
        <p14:creationId xmlns:p14="http://schemas.microsoft.com/office/powerpoint/2010/main" val="345794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18900C-D707-E45A-F8B2-0991B6442190}"/>
              </a:ext>
            </a:extLst>
          </p:cNvPr>
          <p:cNvSpPr>
            <a:spLocks noGrp="1"/>
          </p:cNvSpPr>
          <p:nvPr>
            <p:ph type="title"/>
          </p:nvPr>
        </p:nvSpPr>
        <p:spPr>
          <a:xfrm>
            <a:off x="640080" y="325369"/>
            <a:ext cx="4368602" cy="1956841"/>
          </a:xfrm>
        </p:spPr>
        <p:txBody>
          <a:bodyPr anchor="b">
            <a:normAutofit/>
          </a:bodyPr>
          <a:lstStyle/>
          <a:p>
            <a:r>
              <a:rPr lang="es-CR" sz="5400" b="1"/>
              <a:t>Proceso de pruebas</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texto 2">
            <a:extLst>
              <a:ext uri="{FF2B5EF4-FFF2-40B4-BE49-F238E27FC236}">
                <a16:creationId xmlns:a16="http://schemas.microsoft.com/office/drawing/2014/main" id="{65E461C9-8C9C-2B36-3056-F75C2F8820F4}"/>
              </a:ext>
            </a:extLst>
          </p:cNvPr>
          <p:cNvSpPr>
            <a:spLocks noGrp="1"/>
          </p:cNvSpPr>
          <p:nvPr>
            <p:ph idx="1"/>
          </p:nvPr>
        </p:nvSpPr>
        <p:spPr>
          <a:xfrm>
            <a:off x="640080" y="2872899"/>
            <a:ext cx="4243589" cy="3320668"/>
          </a:xfrm>
        </p:spPr>
        <p:txBody>
          <a:bodyPr>
            <a:normAutofit/>
          </a:bodyPr>
          <a:lstStyle/>
          <a:p>
            <a:pPr algn="just"/>
            <a:r>
              <a:rPr lang="es-CR" sz="1900" dirty="0"/>
              <a:t>Las pruebas de software se integran dentro de las diferentes fases del ciclo del software.</a:t>
            </a:r>
          </a:p>
          <a:p>
            <a:pPr algn="just"/>
            <a:r>
              <a:rPr lang="es-CR" sz="1900" dirty="0"/>
              <a:t>Puede considerarse como un subproyecto dentro del proyecto sobre el cual se están ejecutando las pruebas.</a:t>
            </a:r>
          </a:p>
          <a:p>
            <a:pPr algn="just"/>
            <a:r>
              <a:rPr lang="es-CR" sz="1900" dirty="0"/>
              <a:t>Tras la superación de todas las actividades del proceso de pruebas del software se dispondrá de las siguientes </a:t>
            </a:r>
            <a:r>
              <a:rPr lang="es-CR" sz="1900" b="1" dirty="0"/>
              <a:t>salidas</a:t>
            </a:r>
            <a:r>
              <a:rPr lang="es-CR" sz="1900" dirty="0"/>
              <a:t>:</a:t>
            </a:r>
          </a:p>
          <a:p>
            <a:pPr algn="just"/>
            <a:endParaRPr lang="es-CR" sz="1900" dirty="0"/>
          </a:p>
        </p:txBody>
      </p:sp>
      <p:pic>
        <p:nvPicPr>
          <p:cNvPr id="5" name="Picture 4" descr="Investigador examina el crecimiento en una placa de Petrie">
            <a:extLst>
              <a:ext uri="{FF2B5EF4-FFF2-40B4-BE49-F238E27FC236}">
                <a16:creationId xmlns:a16="http://schemas.microsoft.com/office/drawing/2014/main" id="{08B96672-73F4-0C81-5779-2F9236ECDEFE}"/>
              </a:ext>
            </a:extLst>
          </p:cNvPr>
          <p:cNvPicPr>
            <a:picLocks noChangeAspect="1"/>
          </p:cNvPicPr>
          <p:nvPr/>
        </p:nvPicPr>
        <p:blipFill rotWithShape="1">
          <a:blip r:embed="rId2"/>
          <a:srcRect l="15754" r="17293"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519096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18900C-D707-E45A-F8B2-0991B6442190}"/>
              </a:ext>
            </a:extLst>
          </p:cNvPr>
          <p:cNvSpPr>
            <a:spLocks noGrp="1"/>
          </p:cNvSpPr>
          <p:nvPr>
            <p:ph type="title"/>
          </p:nvPr>
        </p:nvSpPr>
        <p:spPr>
          <a:xfrm>
            <a:off x="838200" y="365125"/>
            <a:ext cx="10515600" cy="1325563"/>
          </a:xfrm>
        </p:spPr>
        <p:txBody>
          <a:bodyPr>
            <a:normAutofit/>
          </a:bodyPr>
          <a:lstStyle/>
          <a:p>
            <a:r>
              <a:rPr lang="es-CR" sz="5400" b="1" dirty="0"/>
              <a:t>Proceso de pruebas: Salidas</a:t>
            </a:r>
          </a:p>
        </p:txBody>
      </p:sp>
      <p:sp>
        <p:nvSpPr>
          <p:cNvPr id="1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Marcador de contenido 5">
            <a:extLst>
              <a:ext uri="{FF2B5EF4-FFF2-40B4-BE49-F238E27FC236}">
                <a16:creationId xmlns:a16="http://schemas.microsoft.com/office/drawing/2014/main" id="{20E34A74-CEED-0C64-58BB-40725BD51488}"/>
              </a:ext>
            </a:extLst>
          </p:cNvPr>
          <p:cNvGraphicFramePr>
            <a:graphicFrameLocks noGrp="1"/>
          </p:cNvGraphicFramePr>
          <p:nvPr>
            <p:ph idx="1"/>
            <p:extLst>
              <p:ext uri="{D42A27DB-BD31-4B8C-83A1-F6EECF244321}">
                <p14:modId xmlns:p14="http://schemas.microsoft.com/office/powerpoint/2010/main" val="1519784256"/>
              </p:ext>
            </p:extLst>
          </p:nvPr>
        </p:nvGraphicFramePr>
        <p:xfrm>
          <a:off x="372032" y="2228087"/>
          <a:ext cx="11443450" cy="4387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4999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ítulo 2">
            <a:extLst>
              <a:ext uri="{FF2B5EF4-FFF2-40B4-BE49-F238E27FC236}">
                <a16:creationId xmlns:a16="http://schemas.microsoft.com/office/drawing/2014/main" id="{7BCA9547-80FC-5CF0-35AF-915D64F1BBDE}"/>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4800" b="1" dirty="0" err="1"/>
              <a:t>Proceso</a:t>
            </a:r>
            <a:r>
              <a:rPr lang="en-US" sz="4800" b="1" dirty="0"/>
              <a:t> de </a:t>
            </a:r>
            <a:r>
              <a:rPr lang="en-US" sz="4800" b="1" dirty="0" err="1"/>
              <a:t>pruebas</a:t>
            </a:r>
            <a:endParaRPr lang="en-US" sz="4800" b="1" dirty="0"/>
          </a:p>
        </p:txBody>
      </p:sp>
      <p:sp>
        <p:nvSpPr>
          <p:cNvPr id="37"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2">
            <a:extLst>
              <a:ext uri="{FF2B5EF4-FFF2-40B4-BE49-F238E27FC236}">
                <a16:creationId xmlns:a16="http://schemas.microsoft.com/office/drawing/2014/main" id="{4AEFAB13-A7C8-3D2C-B35A-88A097BE540D}"/>
              </a:ext>
            </a:extLst>
          </p:cNvPr>
          <p:cNvSpPr>
            <a:spLocks noGrp="1"/>
          </p:cNvSpPr>
          <p:nvPr>
            <p:ph idx="1"/>
          </p:nvPr>
        </p:nvSpPr>
        <p:spPr>
          <a:xfrm>
            <a:off x="4654295" y="502920"/>
            <a:ext cx="6894576" cy="1463040"/>
          </a:xfrm>
        </p:spPr>
        <p:txBody>
          <a:bodyPr anchor="ctr">
            <a:normAutofit/>
          </a:bodyPr>
          <a:lstStyle/>
          <a:p>
            <a:endParaRPr lang="en-US" sz="2200"/>
          </a:p>
        </p:txBody>
      </p:sp>
      <p:pic>
        <p:nvPicPr>
          <p:cNvPr id="10" name="Marcador de contenido 9">
            <a:extLst>
              <a:ext uri="{FF2B5EF4-FFF2-40B4-BE49-F238E27FC236}">
                <a16:creationId xmlns:a16="http://schemas.microsoft.com/office/drawing/2014/main" id="{5E87BC2C-B867-DD0B-ABCB-C410CD170228}"/>
              </a:ext>
            </a:extLst>
          </p:cNvPr>
          <p:cNvPicPr>
            <a:picLocks noChangeAspect="1"/>
          </p:cNvPicPr>
          <p:nvPr/>
        </p:nvPicPr>
        <p:blipFill rotWithShape="1">
          <a:blip r:embed="rId2"/>
          <a:srcRect l="-3756" r="-1421"/>
          <a:stretch/>
        </p:blipFill>
        <p:spPr>
          <a:xfrm>
            <a:off x="1456399" y="2001818"/>
            <a:ext cx="9301241" cy="4709116"/>
          </a:xfrm>
          <a:prstGeom prst="rect">
            <a:avLst/>
          </a:prstGeom>
        </p:spPr>
      </p:pic>
    </p:spTree>
    <p:extLst>
      <p:ext uri="{BB962C8B-B14F-4D97-AF65-F5344CB8AC3E}">
        <p14:creationId xmlns:p14="http://schemas.microsoft.com/office/powerpoint/2010/main" val="3149413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ítulo 7">
            <a:extLst>
              <a:ext uri="{FF2B5EF4-FFF2-40B4-BE49-F238E27FC236}">
                <a16:creationId xmlns:a16="http://schemas.microsoft.com/office/drawing/2014/main" id="{3390119A-AAA3-E1D3-DD74-432225924A8B}"/>
              </a:ext>
            </a:extLst>
          </p:cNvPr>
          <p:cNvSpPr>
            <a:spLocks noGrp="1"/>
          </p:cNvSpPr>
          <p:nvPr>
            <p:ph type="title"/>
          </p:nvPr>
        </p:nvSpPr>
        <p:spPr>
          <a:xfrm>
            <a:off x="365441" y="161364"/>
            <a:ext cx="5323715" cy="1147486"/>
          </a:xfrm>
        </p:spPr>
        <p:txBody>
          <a:bodyPr anchor="b">
            <a:normAutofit/>
          </a:bodyPr>
          <a:lstStyle/>
          <a:p>
            <a:r>
              <a:rPr lang="es-CR" sz="4800" b="1" dirty="0"/>
              <a:t>Proceso de pruebas</a:t>
            </a:r>
          </a:p>
        </p:txBody>
      </p:sp>
      <p:graphicFrame>
        <p:nvGraphicFramePr>
          <p:cNvPr id="5" name="Marcador de contenido 4">
            <a:extLst>
              <a:ext uri="{FF2B5EF4-FFF2-40B4-BE49-F238E27FC236}">
                <a16:creationId xmlns:a16="http://schemas.microsoft.com/office/drawing/2014/main" id="{D575B220-172F-0650-7C06-59412707996B}"/>
              </a:ext>
            </a:extLst>
          </p:cNvPr>
          <p:cNvGraphicFramePr>
            <a:graphicFrameLocks noGrp="1"/>
          </p:cNvGraphicFramePr>
          <p:nvPr>
            <p:ph idx="1"/>
            <p:extLst>
              <p:ext uri="{D42A27DB-BD31-4B8C-83A1-F6EECF244321}">
                <p14:modId xmlns:p14="http://schemas.microsoft.com/office/powerpoint/2010/main" val="1806751502"/>
              </p:ext>
            </p:extLst>
          </p:nvPr>
        </p:nvGraphicFramePr>
        <p:xfrm>
          <a:off x="140874" y="1359681"/>
          <a:ext cx="7084678" cy="52562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Rectangle 1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Diana">
            <a:extLst>
              <a:ext uri="{FF2B5EF4-FFF2-40B4-BE49-F238E27FC236}">
                <a16:creationId xmlns:a16="http://schemas.microsoft.com/office/drawing/2014/main" id="{B9223022-9B51-7858-2EC4-EC40999EEC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3433926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76152AB-DB4E-43E1-BE8B-9E2B5DE4C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74329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Rectangle 33">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729038"/>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ítulo 15">
            <a:extLst>
              <a:ext uri="{FF2B5EF4-FFF2-40B4-BE49-F238E27FC236}">
                <a16:creationId xmlns:a16="http://schemas.microsoft.com/office/drawing/2014/main" id="{BC7D1972-1B90-3A11-462D-8F58847F4D12}"/>
              </a:ext>
            </a:extLst>
          </p:cNvPr>
          <p:cNvSpPr>
            <a:spLocks noGrp="1"/>
          </p:cNvSpPr>
          <p:nvPr>
            <p:ph type="title"/>
          </p:nvPr>
        </p:nvSpPr>
        <p:spPr>
          <a:xfrm>
            <a:off x="1115568" y="347730"/>
            <a:ext cx="10168128" cy="2052034"/>
          </a:xfrm>
        </p:spPr>
        <p:txBody>
          <a:bodyPr>
            <a:normAutofit/>
          </a:bodyPr>
          <a:lstStyle/>
          <a:p>
            <a:r>
              <a:rPr lang="es-CR" sz="4800" b="1"/>
              <a:t>Productos del proceso de pruebas</a:t>
            </a:r>
          </a:p>
        </p:txBody>
      </p:sp>
      <p:sp>
        <p:nvSpPr>
          <p:cNvPr id="36" name="Rectangle 35">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01050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Marcador de contenido 3">
            <a:extLst>
              <a:ext uri="{FF2B5EF4-FFF2-40B4-BE49-F238E27FC236}">
                <a16:creationId xmlns:a16="http://schemas.microsoft.com/office/drawing/2014/main" id="{71A6E080-76DF-0609-1089-89585ED3FC18}"/>
              </a:ext>
            </a:extLst>
          </p:cNvPr>
          <p:cNvGraphicFramePr>
            <a:graphicFrameLocks noGrp="1"/>
          </p:cNvGraphicFramePr>
          <p:nvPr>
            <p:ph idx="1"/>
            <p:extLst>
              <p:ext uri="{D42A27DB-BD31-4B8C-83A1-F6EECF244321}">
                <p14:modId xmlns:p14="http://schemas.microsoft.com/office/powerpoint/2010/main" val="1242279623"/>
              </p:ext>
            </p:extLst>
          </p:nvPr>
        </p:nvGraphicFramePr>
        <p:xfrm>
          <a:off x="703191" y="2743290"/>
          <a:ext cx="10669463" cy="37669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194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ítulo 15">
            <a:extLst>
              <a:ext uri="{FF2B5EF4-FFF2-40B4-BE49-F238E27FC236}">
                <a16:creationId xmlns:a16="http://schemas.microsoft.com/office/drawing/2014/main" id="{4FE7908B-D98D-6E70-DE37-9B914C6BF468}"/>
              </a:ext>
            </a:extLst>
          </p:cNvPr>
          <p:cNvSpPr>
            <a:spLocks noGrp="1"/>
          </p:cNvSpPr>
          <p:nvPr>
            <p:ph type="title"/>
          </p:nvPr>
        </p:nvSpPr>
        <p:spPr>
          <a:xfrm>
            <a:off x="841248" y="334644"/>
            <a:ext cx="10509504" cy="1076914"/>
          </a:xfrm>
        </p:spPr>
        <p:txBody>
          <a:bodyPr anchor="ctr">
            <a:normAutofit/>
          </a:bodyPr>
          <a:lstStyle/>
          <a:p>
            <a:r>
              <a:rPr lang="es-CR" sz="4000" b="1"/>
              <a:t>Sistema de pruebas: Componentes</a:t>
            </a:r>
          </a:p>
        </p:txBody>
      </p:sp>
      <p:sp>
        <p:nvSpPr>
          <p:cNvPr id="23" name="Rectangle 22">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Marcador de posición de imagen 3">
            <a:extLst>
              <a:ext uri="{FF2B5EF4-FFF2-40B4-BE49-F238E27FC236}">
                <a16:creationId xmlns:a16="http://schemas.microsoft.com/office/drawing/2014/main" id="{1B556E91-073B-C9E3-3B42-7CC62FB8C45F}"/>
              </a:ext>
            </a:extLst>
          </p:cNvPr>
          <p:cNvGraphicFramePr>
            <a:graphicFrameLocks noGrp="1"/>
          </p:cNvGraphicFramePr>
          <p:nvPr>
            <p:ph idx="1"/>
            <p:extLst>
              <p:ext uri="{D42A27DB-BD31-4B8C-83A1-F6EECF244321}">
                <p14:modId xmlns:p14="http://schemas.microsoft.com/office/powerpoint/2010/main" val="4153916149"/>
              </p:ext>
            </p:extLst>
          </p:nvPr>
        </p:nvGraphicFramePr>
        <p:xfrm>
          <a:off x="372032" y="1411559"/>
          <a:ext cx="11425521" cy="5276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3400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ítulo 2">
            <a:extLst>
              <a:ext uri="{FF2B5EF4-FFF2-40B4-BE49-F238E27FC236}">
                <a16:creationId xmlns:a16="http://schemas.microsoft.com/office/drawing/2014/main" id="{B95F5CD5-BA5B-6CFB-C5E8-6987FA15BAA1}"/>
              </a:ext>
            </a:extLst>
          </p:cNvPr>
          <p:cNvSpPr>
            <a:spLocks noGrp="1"/>
          </p:cNvSpPr>
          <p:nvPr>
            <p:ph type="title"/>
          </p:nvPr>
        </p:nvSpPr>
        <p:spPr>
          <a:xfrm>
            <a:off x="1184744" y="5323670"/>
            <a:ext cx="9859618" cy="1136037"/>
          </a:xfrm>
          <a:prstGeom prst="rect">
            <a:avLst/>
          </a:prstGeom>
        </p:spPr>
        <p:txBody>
          <a:bodyPr vert="horz" lIns="91440" tIns="45720" rIns="91440" bIns="45720" rtlCol="0" anchor="b">
            <a:noAutofit/>
          </a:bodyPr>
          <a:lstStyle/>
          <a:p>
            <a:pPr algn="ctr"/>
            <a:r>
              <a:rPr lang="en-US" sz="3600" dirty="0">
                <a:solidFill>
                  <a:schemeClr val="tx1"/>
                </a:solidFill>
              </a:rPr>
              <a:t>Sistema de </a:t>
            </a:r>
            <a:r>
              <a:rPr lang="en-US" sz="3600" dirty="0" err="1">
                <a:solidFill>
                  <a:schemeClr val="tx1"/>
                </a:solidFill>
              </a:rPr>
              <a:t>pruebas</a:t>
            </a:r>
            <a:r>
              <a:rPr lang="en-US" sz="3600" dirty="0">
                <a:solidFill>
                  <a:schemeClr val="tx1"/>
                </a:solidFill>
              </a:rPr>
              <a:t>: </a:t>
            </a:r>
            <a:br>
              <a:rPr lang="en-US" sz="3600" dirty="0">
                <a:solidFill>
                  <a:schemeClr val="tx1"/>
                </a:solidFill>
              </a:rPr>
            </a:br>
            <a:r>
              <a:rPr lang="en-US" sz="3600" dirty="0" err="1">
                <a:solidFill>
                  <a:schemeClr val="tx1"/>
                </a:solidFill>
              </a:rPr>
              <a:t>Relación</a:t>
            </a:r>
            <a:r>
              <a:rPr lang="en-US" sz="3600" dirty="0">
                <a:solidFill>
                  <a:schemeClr val="tx1"/>
                </a:solidFill>
              </a:rPr>
              <a:t> entre </a:t>
            </a:r>
            <a:r>
              <a:rPr lang="en-US" sz="3600" dirty="0" err="1">
                <a:solidFill>
                  <a:schemeClr val="tx1"/>
                </a:solidFill>
              </a:rPr>
              <a:t>los</a:t>
            </a:r>
            <a:r>
              <a:rPr lang="en-US" sz="3600" dirty="0">
                <a:solidFill>
                  <a:schemeClr val="tx1"/>
                </a:solidFill>
              </a:rPr>
              <a:t> </a:t>
            </a:r>
            <a:r>
              <a:rPr lang="en-US" sz="3600" dirty="0" err="1">
                <a:solidFill>
                  <a:schemeClr val="tx1"/>
                </a:solidFill>
              </a:rPr>
              <a:t>componentes</a:t>
            </a:r>
            <a:endParaRPr lang="en-US" sz="3600" dirty="0">
              <a:solidFill>
                <a:schemeClr val="tx1"/>
              </a:solidFill>
            </a:endParaRPr>
          </a:p>
        </p:txBody>
      </p:sp>
      <p:sp>
        <p:nvSpPr>
          <p:cNvPr id="17" name="Freeform: Shape 16">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Imagen 7" descr="Diagrama&#10;&#10;Descripción generada automáticamente">
            <a:extLst>
              <a:ext uri="{FF2B5EF4-FFF2-40B4-BE49-F238E27FC236}">
                <a16:creationId xmlns:a16="http://schemas.microsoft.com/office/drawing/2014/main" id="{CA8DFC28-24BC-A726-436B-2B5D8137ACE0}"/>
              </a:ext>
            </a:extLst>
          </p:cNvPr>
          <p:cNvPicPr>
            <a:picLocks noChangeAspect="1"/>
          </p:cNvPicPr>
          <p:nvPr/>
        </p:nvPicPr>
        <p:blipFill rotWithShape="1">
          <a:blip r:embed="rId2"/>
          <a:srcRect l="-1045" r="-782"/>
          <a:stretch/>
        </p:blipFill>
        <p:spPr>
          <a:xfrm>
            <a:off x="2312898" y="644154"/>
            <a:ext cx="7566207" cy="4419635"/>
          </a:xfrm>
          <a:prstGeom prst="rect">
            <a:avLst/>
          </a:prstGeom>
        </p:spPr>
      </p:pic>
    </p:spTree>
    <p:extLst>
      <p:ext uri="{BB962C8B-B14F-4D97-AF65-F5344CB8AC3E}">
        <p14:creationId xmlns:p14="http://schemas.microsoft.com/office/powerpoint/2010/main" val="235732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5042AF5-76A9-CCE5-EDFB-6E1BE58901CA}"/>
              </a:ext>
            </a:extLst>
          </p:cNvPr>
          <p:cNvSpPr>
            <a:spLocks noGrp="1"/>
          </p:cNvSpPr>
          <p:nvPr>
            <p:ph type="title"/>
          </p:nvPr>
        </p:nvSpPr>
        <p:spPr>
          <a:xfrm>
            <a:off x="635000" y="640823"/>
            <a:ext cx="3418659" cy="5583148"/>
          </a:xfrm>
        </p:spPr>
        <p:txBody>
          <a:bodyPr vert="horz" lIns="91440" tIns="45720" rIns="91440" bIns="45720" rtlCol="0" anchor="ctr">
            <a:normAutofit/>
          </a:bodyPr>
          <a:lstStyle/>
          <a:p>
            <a:r>
              <a:rPr lang="en-US" sz="5400" kern="1200">
                <a:solidFill>
                  <a:schemeClr val="tx1"/>
                </a:solidFill>
                <a:latin typeface="+mj-lt"/>
                <a:ea typeface="+mj-ea"/>
                <a:cs typeface="+mj-cs"/>
              </a:rPr>
              <a:t>Sistema de pruebas</a:t>
            </a:r>
          </a:p>
        </p:txBody>
      </p:sp>
      <p:graphicFrame>
        <p:nvGraphicFramePr>
          <p:cNvPr id="7" name="Diagrama 6">
            <a:extLst>
              <a:ext uri="{FF2B5EF4-FFF2-40B4-BE49-F238E27FC236}">
                <a16:creationId xmlns:a16="http://schemas.microsoft.com/office/drawing/2014/main" id="{31EC0B88-7527-5598-58A4-87680ECF36E2}"/>
              </a:ext>
            </a:extLst>
          </p:cNvPr>
          <p:cNvGraphicFramePr/>
          <p:nvPr/>
        </p:nvGraphicFramePr>
        <p:xfrm>
          <a:off x="4648018" y="215153"/>
          <a:ext cx="7131246" cy="645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488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2 Título"/>
          <p:cNvSpPr>
            <a:spLocks noGrp="1"/>
          </p:cNvSpPr>
          <p:nvPr>
            <p:ph type="title"/>
          </p:nvPr>
        </p:nvSpPr>
        <p:spPr>
          <a:xfrm>
            <a:off x="479394" y="1070800"/>
            <a:ext cx="3939688" cy="5583126"/>
          </a:xfrm>
        </p:spPr>
        <p:txBody>
          <a:bodyPr>
            <a:normAutofit/>
          </a:bodyPr>
          <a:lstStyle/>
          <a:p>
            <a:pPr algn="r"/>
            <a:r>
              <a:rPr lang="es-CR" sz="7400"/>
              <a:t>Pruebas: Principios</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3 Marcador de contenido"/>
          <p:cNvGraphicFramePr>
            <a:graphicFrameLocks noGrp="1"/>
          </p:cNvGraphicFramePr>
          <p:nvPr>
            <p:ph idx="1"/>
            <p:extLst>
              <p:ext uri="{D42A27DB-BD31-4B8C-83A1-F6EECF244321}">
                <p14:modId xmlns:p14="http://schemas.microsoft.com/office/powerpoint/2010/main" val="1584202574"/>
              </p:ext>
            </p:extLst>
          </p:nvPr>
        </p:nvGraphicFramePr>
        <p:xfrm>
          <a:off x="5108535" y="609600"/>
          <a:ext cx="6742806" cy="6050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6793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5" name="Rectangle 2058">
            <a:extLst>
              <a:ext uri="{FF2B5EF4-FFF2-40B4-BE49-F238E27FC236}">
                <a16:creationId xmlns:a16="http://schemas.microsoft.com/office/drawing/2014/main" id="{21AC6A30-4F22-4C0F-B278-19C5B8A80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0">
            <a:extLst>
              <a:ext uri="{FF2B5EF4-FFF2-40B4-BE49-F238E27FC236}">
                <a16:creationId xmlns:a16="http://schemas.microsoft.com/office/drawing/2014/main" id="{BB4335AD-65B1-44E4-90AF-264024FE4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3676648" y="397942"/>
            <a:ext cx="4789517" cy="1351472"/>
          </a:xfrm>
        </p:spPr>
        <p:txBody>
          <a:bodyPr vert="horz" lIns="91440" tIns="45720" rIns="91440" bIns="45720" rtlCol="0" anchor="ctr">
            <a:normAutofit/>
          </a:bodyPr>
          <a:lstStyle/>
          <a:p>
            <a:pPr algn="ctr"/>
            <a:r>
              <a:rPr lang="en-US" sz="4000" kern="1200" dirty="0">
                <a:solidFill>
                  <a:schemeClr val="tx1">
                    <a:lumMod val="85000"/>
                    <a:lumOff val="15000"/>
                  </a:schemeClr>
                </a:solidFill>
                <a:latin typeface="+mj-lt"/>
                <a:ea typeface="+mj-ea"/>
                <a:cs typeface="+mj-cs"/>
              </a:rPr>
              <a:t>Las </a:t>
            </a:r>
            <a:r>
              <a:rPr lang="en-US" sz="4000" kern="1200" dirty="0" err="1">
                <a:solidFill>
                  <a:schemeClr val="tx1">
                    <a:lumMod val="85000"/>
                    <a:lumOff val="15000"/>
                  </a:schemeClr>
                </a:solidFill>
                <a:latin typeface="+mj-lt"/>
                <a:ea typeface="+mj-ea"/>
                <a:cs typeface="+mj-cs"/>
              </a:rPr>
              <a:t>pruebas</a:t>
            </a:r>
            <a:r>
              <a:rPr lang="en-US" sz="4000" kern="1200" dirty="0">
                <a:solidFill>
                  <a:schemeClr val="tx1">
                    <a:lumMod val="85000"/>
                    <a:lumOff val="15000"/>
                  </a:schemeClr>
                </a:solidFill>
                <a:latin typeface="+mj-lt"/>
                <a:ea typeface="+mj-ea"/>
                <a:cs typeface="+mj-cs"/>
              </a:rPr>
              <a:t> </a:t>
            </a:r>
            <a:r>
              <a:rPr lang="en-US" sz="4000" kern="1200" dirty="0" err="1">
                <a:solidFill>
                  <a:schemeClr val="tx1">
                    <a:lumMod val="85000"/>
                    <a:lumOff val="15000"/>
                  </a:schemeClr>
                </a:solidFill>
                <a:latin typeface="+mj-lt"/>
                <a:ea typeface="+mj-ea"/>
                <a:cs typeface="+mj-cs"/>
              </a:rPr>
              <a:t>revelan</a:t>
            </a:r>
            <a:r>
              <a:rPr lang="en-US" sz="4000" kern="1200" dirty="0">
                <a:solidFill>
                  <a:schemeClr val="tx1">
                    <a:lumMod val="85000"/>
                    <a:lumOff val="15000"/>
                  </a:schemeClr>
                </a:solidFill>
                <a:latin typeface="+mj-lt"/>
                <a:ea typeface="+mj-ea"/>
                <a:cs typeface="+mj-cs"/>
              </a:rPr>
              <a:t> la </a:t>
            </a:r>
            <a:r>
              <a:rPr lang="en-US" sz="4000" kern="1200" dirty="0" err="1">
                <a:solidFill>
                  <a:schemeClr val="tx1">
                    <a:lumMod val="85000"/>
                    <a:lumOff val="15000"/>
                  </a:schemeClr>
                </a:solidFill>
                <a:latin typeface="+mj-lt"/>
                <a:ea typeface="+mj-ea"/>
                <a:cs typeface="+mj-cs"/>
              </a:rPr>
              <a:t>presencia</a:t>
            </a:r>
            <a:r>
              <a:rPr lang="en-US" sz="4000" kern="1200" dirty="0">
                <a:solidFill>
                  <a:schemeClr val="tx1">
                    <a:lumMod val="85000"/>
                    <a:lumOff val="15000"/>
                  </a:schemeClr>
                </a:solidFill>
                <a:latin typeface="+mj-lt"/>
                <a:ea typeface="+mj-ea"/>
                <a:cs typeface="+mj-cs"/>
              </a:rPr>
              <a:t> de </a:t>
            </a:r>
            <a:r>
              <a:rPr lang="en-US" sz="4000" kern="1200" dirty="0" err="1">
                <a:solidFill>
                  <a:schemeClr val="tx1">
                    <a:lumMod val="85000"/>
                    <a:lumOff val="15000"/>
                  </a:schemeClr>
                </a:solidFill>
                <a:latin typeface="+mj-lt"/>
                <a:ea typeface="+mj-ea"/>
                <a:cs typeface="+mj-cs"/>
              </a:rPr>
              <a:t>defectos</a:t>
            </a:r>
            <a:endParaRPr lang="en-US" sz="4000" kern="1200" dirty="0">
              <a:solidFill>
                <a:schemeClr val="tx1">
                  <a:lumMod val="85000"/>
                  <a:lumOff val="15000"/>
                </a:schemeClr>
              </a:solidFill>
              <a:latin typeface="+mj-lt"/>
              <a:ea typeface="+mj-ea"/>
              <a:cs typeface="+mj-cs"/>
            </a:endParaRPr>
          </a:p>
        </p:txBody>
      </p:sp>
      <p:pic>
        <p:nvPicPr>
          <p:cNvPr id="2052" name="Picture 4" descr="http://azu1.facilisimo.com/ima/i/3/9/82/am_167260_5284977_76758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210" r="47373"/>
          <a:stretch/>
        </p:blipFill>
        <p:spPr bwMode="auto">
          <a:xfrm>
            <a:off x="3" y="1"/>
            <a:ext cx="3695699" cy="6858001"/>
          </a:xfrm>
          <a:custGeom>
            <a:avLst/>
            <a:gdLst/>
            <a:ahLst/>
            <a:cxnLst/>
            <a:rect l="l" t="t" r="r" b="b"/>
            <a:pathLst>
              <a:path w="3695699" h="6858001">
                <a:moveTo>
                  <a:pt x="0" y="0"/>
                </a:moveTo>
                <a:lnTo>
                  <a:pt x="3435129" y="0"/>
                </a:lnTo>
                <a:lnTo>
                  <a:pt x="3430599" y="17349"/>
                </a:lnTo>
                <a:cubicBezTo>
                  <a:pt x="3437542" y="19835"/>
                  <a:pt x="3423757" y="30822"/>
                  <a:pt x="3427683" y="38871"/>
                </a:cubicBezTo>
                <a:cubicBezTo>
                  <a:pt x="3431230" y="44698"/>
                  <a:pt x="3427877" y="49388"/>
                  <a:pt x="3427096" y="55116"/>
                </a:cubicBezTo>
                <a:cubicBezTo>
                  <a:pt x="3429620" y="62945"/>
                  <a:pt x="3421946" y="87211"/>
                  <a:pt x="3417356" y="93331"/>
                </a:cubicBezTo>
                <a:cubicBezTo>
                  <a:pt x="3401974" y="107607"/>
                  <a:pt x="3409629" y="143436"/>
                  <a:pt x="3397765" y="155370"/>
                </a:cubicBezTo>
                <a:cubicBezTo>
                  <a:pt x="3395800" y="159886"/>
                  <a:pt x="3394789" y="164378"/>
                  <a:pt x="3394373" y="168831"/>
                </a:cubicBezTo>
                <a:lnTo>
                  <a:pt x="3394553" y="181402"/>
                </a:lnTo>
                <a:lnTo>
                  <a:pt x="3397293" y="185192"/>
                </a:lnTo>
                <a:lnTo>
                  <a:pt x="3395923" y="192756"/>
                </a:lnTo>
                <a:cubicBezTo>
                  <a:pt x="3396018" y="193497"/>
                  <a:pt x="3396112" y="194237"/>
                  <a:pt x="3396207" y="194978"/>
                </a:cubicBezTo>
                <a:cubicBezTo>
                  <a:pt x="3396531" y="199154"/>
                  <a:pt x="3396856" y="203330"/>
                  <a:pt x="3397180" y="207506"/>
                </a:cubicBezTo>
                <a:cubicBezTo>
                  <a:pt x="3382438" y="200939"/>
                  <a:pt x="3394549" y="241317"/>
                  <a:pt x="3383191" y="229051"/>
                </a:cubicBezTo>
                <a:cubicBezTo>
                  <a:pt x="3382519" y="234401"/>
                  <a:pt x="3381383" y="237332"/>
                  <a:pt x="3380194" y="239137"/>
                </a:cubicBezTo>
                <a:lnTo>
                  <a:pt x="3349267" y="310262"/>
                </a:lnTo>
                <a:lnTo>
                  <a:pt x="3344455" y="381704"/>
                </a:lnTo>
                <a:cubicBezTo>
                  <a:pt x="3343420" y="464598"/>
                  <a:pt x="3338482" y="511985"/>
                  <a:pt x="3327551" y="571873"/>
                </a:cubicBezTo>
                <a:cubicBezTo>
                  <a:pt x="3316620" y="631761"/>
                  <a:pt x="3309762" y="702429"/>
                  <a:pt x="3278869" y="741030"/>
                </a:cubicBezTo>
                <a:lnTo>
                  <a:pt x="3239259" y="957888"/>
                </a:lnTo>
                <a:cubicBezTo>
                  <a:pt x="3267597" y="1021376"/>
                  <a:pt x="3235647" y="1004478"/>
                  <a:pt x="3243890" y="1047869"/>
                </a:cubicBezTo>
                <a:cubicBezTo>
                  <a:pt x="3245988" y="1077107"/>
                  <a:pt x="3228006" y="1101189"/>
                  <a:pt x="3221700" y="1118244"/>
                </a:cubicBezTo>
                <a:cubicBezTo>
                  <a:pt x="3220198" y="1120922"/>
                  <a:pt x="3213346" y="1188569"/>
                  <a:pt x="3211078" y="1190394"/>
                </a:cubicBezTo>
                <a:cubicBezTo>
                  <a:pt x="3204899" y="1218939"/>
                  <a:pt x="3210276" y="1253036"/>
                  <a:pt x="3199704" y="1304585"/>
                </a:cubicBezTo>
                <a:cubicBezTo>
                  <a:pt x="3199438" y="1346246"/>
                  <a:pt x="3168623" y="1413431"/>
                  <a:pt x="3167741" y="1449444"/>
                </a:cubicBezTo>
                <a:cubicBezTo>
                  <a:pt x="3180911" y="1471132"/>
                  <a:pt x="3193362" y="1499173"/>
                  <a:pt x="3194410" y="1520667"/>
                </a:cubicBezTo>
                <a:cubicBezTo>
                  <a:pt x="3181228" y="1513763"/>
                  <a:pt x="3199978" y="1547097"/>
                  <a:pt x="3184473" y="1547038"/>
                </a:cubicBezTo>
                <a:cubicBezTo>
                  <a:pt x="3185153" y="1550949"/>
                  <a:pt x="3186303" y="1554741"/>
                  <a:pt x="3187573" y="1558550"/>
                </a:cubicBezTo>
                <a:lnTo>
                  <a:pt x="3188231" y="1560544"/>
                </a:lnTo>
                <a:lnTo>
                  <a:pt x="3188195" y="1568317"/>
                </a:lnTo>
                <a:lnTo>
                  <a:pt x="3191518" y="1570772"/>
                </a:lnTo>
                <a:lnTo>
                  <a:pt x="3193853" y="1582659"/>
                </a:lnTo>
                <a:cubicBezTo>
                  <a:pt x="3194213" y="1587070"/>
                  <a:pt x="3193997" y="1591769"/>
                  <a:pt x="3192857" y="1596890"/>
                </a:cubicBezTo>
                <a:cubicBezTo>
                  <a:pt x="3185716" y="1609144"/>
                  <a:pt x="3191593" y="1629575"/>
                  <a:pt x="3189686" y="1647479"/>
                </a:cubicBezTo>
                <a:lnTo>
                  <a:pt x="3187125" y="1655568"/>
                </a:lnTo>
                <a:cubicBezTo>
                  <a:pt x="3187259" y="1659315"/>
                  <a:pt x="3192418" y="1733399"/>
                  <a:pt x="3192552" y="1737146"/>
                </a:cubicBezTo>
                <a:cubicBezTo>
                  <a:pt x="3236684" y="1834597"/>
                  <a:pt x="3210475" y="1851660"/>
                  <a:pt x="3219437" y="1908917"/>
                </a:cubicBezTo>
                <a:lnTo>
                  <a:pt x="3220572" y="1915235"/>
                </a:lnTo>
                <a:cubicBezTo>
                  <a:pt x="3225642" y="1919319"/>
                  <a:pt x="3228448" y="1945519"/>
                  <a:pt x="3226946" y="1954447"/>
                </a:cubicBezTo>
                <a:cubicBezTo>
                  <a:pt x="3219553" y="1979351"/>
                  <a:pt x="3239504" y="2001442"/>
                  <a:pt x="3234148" y="2021397"/>
                </a:cubicBezTo>
                <a:cubicBezTo>
                  <a:pt x="3234224" y="2026740"/>
                  <a:pt x="3235084" y="2031233"/>
                  <a:pt x="3236424" y="2035173"/>
                </a:cubicBezTo>
                <a:lnTo>
                  <a:pt x="3241339" y="2045116"/>
                </a:lnTo>
                <a:lnTo>
                  <a:pt x="3233470" y="2098623"/>
                </a:lnTo>
                <a:cubicBezTo>
                  <a:pt x="3230495" y="2129687"/>
                  <a:pt x="3232618" y="2188321"/>
                  <a:pt x="3230016" y="2240964"/>
                </a:cubicBezTo>
                <a:cubicBezTo>
                  <a:pt x="3226602" y="2283982"/>
                  <a:pt x="3232644" y="2342030"/>
                  <a:pt x="3237809" y="2379644"/>
                </a:cubicBezTo>
                <a:cubicBezTo>
                  <a:pt x="3244462" y="2409884"/>
                  <a:pt x="3221747" y="2435219"/>
                  <a:pt x="3237054" y="2459103"/>
                </a:cubicBezTo>
                <a:cubicBezTo>
                  <a:pt x="3245536" y="2488997"/>
                  <a:pt x="3251426" y="2510390"/>
                  <a:pt x="3255285" y="2538679"/>
                </a:cubicBezTo>
                <a:cubicBezTo>
                  <a:pt x="3258296" y="2574322"/>
                  <a:pt x="3245460" y="2589819"/>
                  <a:pt x="3245073" y="2622720"/>
                </a:cubicBezTo>
                <a:lnTo>
                  <a:pt x="3252960" y="2736087"/>
                </a:lnTo>
                <a:cubicBezTo>
                  <a:pt x="3245577" y="2772183"/>
                  <a:pt x="3230063" y="2856752"/>
                  <a:pt x="3218681" y="2902964"/>
                </a:cubicBezTo>
                <a:cubicBezTo>
                  <a:pt x="3212624" y="2927969"/>
                  <a:pt x="3209733" y="2973979"/>
                  <a:pt x="3203641" y="3008786"/>
                </a:cubicBezTo>
                <a:cubicBezTo>
                  <a:pt x="3197547" y="3043595"/>
                  <a:pt x="3186644" y="3093251"/>
                  <a:pt x="3182123" y="3111815"/>
                </a:cubicBezTo>
                <a:lnTo>
                  <a:pt x="3176517" y="3120169"/>
                </a:lnTo>
                <a:lnTo>
                  <a:pt x="3177035" y="3121646"/>
                </a:lnTo>
                <a:cubicBezTo>
                  <a:pt x="3177423" y="3127588"/>
                  <a:pt x="3176129" y="3130763"/>
                  <a:pt x="3174093" y="3132705"/>
                </a:cubicBezTo>
                <a:lnTo>
                  <a:pt x="3171045" y="3134220"/>
                </a:lnTo>
                <a:lnTo>
                  <a:pt x="3168274" y="3141524"/>
                </a:lnTo>
                <a:lnTo>
                  <a:pt x="3160781" y="3155149"/>
                </a:lnTo>
                <a:cubicBezTo>
                  <a:pt x="3160949" y="3156237"/>
                  <a:pt x="3161116" y="3157326"/>
                  <a:pt x="3161284" y="3158414"/>
                </a:cubicBezTo>
                <a:lnTo>
                  <a:pt x="3152950" y="3180080"/>
                </a:lnTo>
                <a:lnTo>
                  <a:pt x="3153739" y="3180719"/>
                </a:lnTo>
                <a:cubicBezTo>
                  <a:pt x="3155321" y="3182647"/>
                  <a:pt x="3156128" y="3184999"/>
                  <a:pt x="3155342" y="3188313"/>
                </a:cubicBezTo>
                <a:cubicBezTo>
                  <a:pt x="3169797" y="3188216"/>
                  <a:pt x="3159934" y="3192271"/>
                  <a:pt x="3156340" y="3202049"/>
                </a:cubicBezTo>
                <a:cubicBezTo>
                  <a:pt x="3177988" y="3204083"/>
                  <a:pt x="3159779" y="3228842"/>
                  <a:pt x="3169832" y="3237938"/>
                </a:cubicBezTo>
                <a:cubicBezTo>
                  <a:pt x="3166705" y="3245075"/>
                  <a:pt x="3163793" y="3252659"/>
                  <a:pt x="3161244" y="3260564"/>
                </a:cubicBezTo>
                <a:lnTo>
                  <a:pt x="3160005" y="3265314"/>
                </a:lnTo>
                <a:cubicBezTo>
                  <a:pt x="3160063" y="3265371"/>
                  <a:pt x="3160124" y="3265428"/>
                  <a:pt x="3160184" y="3265486"/>
                </a:cubicBezTo>
                <a:cubicBezTo>
                  <a:pt x="3160345" y="3266694"/>
                  <a:pt x="3160101" y="3268319"/>
                  <a:pt x="3159279" y="3270659"/>
                </a:cubicBezTo>
                <a:lnTo>
                  <a:pt x="3157747" y="3273971"/>
                </a:lnTo>
                <a:lnTo>
                  <a:pt x="3155343" y="3283185"/>
                </a:lnTo>
                <a:cubicBezTo>
                  <a:pt x="3155517" y="3284422"/>
                  <a:pt x="3155689" y="3285657"/>
                  <a:pt x="3155860" y="3286893"/>
                </a:cubicBezTo>
                <a:lnTo>
                  <a:pt x="3158001" y="3289146"/>
                </a:lnTo>
                <a:lnTo>
                  <a:pt x="3157508" y="3289877"/>
                </a:lnTo>
                <a:cubicBezTo>
                  <a:pt x="3151604" y="3294411"/>
                  <a:pt x="3144966" y="3293561"/>
                  <a:pt x="3159853" y="3309833"/>
                </a:cubicBezTo>
                <a:cubicBezTo>
                  <a:pt x="3149181" y="3321561"/>
                  <a:pt x="3158789" y="3329345"/>
                  <a:pt x="3157392" y="3351579"/>
                </a:cubicBezTo>
                <a:cubicBezTo>
                  <a:pt x="3148710" y="3357083"/>
                  <a:pt x="3149361" y="3365079"/>
                  <a:pt x="3152871" y="3374240"/>
                </a:cubicBezTo>
                <a:cubicBezTo>
                  <a:pt x="3148885" y="3383513"/>
                  <a:pt x="3145239" y="3392740"/>
                  <a:pt x="3142119" y="3402557"/>
                </a:cubicBezTo>
                <a:lnTo>
                  <a:pt x="3138061" y="3419585"/>
                </a:lnTo>
                <a:lnTo>
                  <a:pt x="3139796" y="3424940"/>
                </a:lnTo>
                <a:cubicBezTo>
                  <a:pt x="3142520" y="3434326"/>
                  <a:pt x="3143300" y="3443700"/>
                  <a:pt x="3137669" y="3463264"/>
                </a:cubicBezTo>
                <a:cubicBezTo>
                  <a:pt x="3147380" y="3480689"/>
                  <a:pt x="3167781" y="3490510"/>
                  <a:pt x="3168140" y="3518969"/>
                </a:cubicBezTo>
                <a:cubicBezTo>
                  <a:pt x="3159473" y="3545761"/>
                  <a:pt x="3191152" y="3574399"/>
                  <a:pt x="3179206" y="3607864"/>
                </a:cubicBezTo>
                <a:cubicBezTo>
                  <a:pt x="3176757" y="3619813"/>
                  <a:pt x="3181069" y="3654600"/>
                  <a:pt x="3189125" y="3659839"/>
                </a:cubicBezTo>
                <a:cubicBezTo>
                  <a:pt x="3191518" y="3666815"/>
                  <a:pt x="3189857" y="3675779"/>
                  <a:pt x="3198077" y="3677681"/>
                </a:cubicBezTo>
                <a:cubicBezTo>
                  <a:pt x="3208136" y="3681475"/>
                  <a:pt x="3196345" y="3709561"/>
                  <a:pt x="3207094" y="3703876"/>
                </a:cubicBezTo>
                <a:cubicBezTo>
                  <a:pt x="3199084" y="3723751"/>
                  <a:pt x="3220453" y="3734396"/>
                  <a:pt x="3227016" y="3748633"/>
                </a:cubicBezTo>
                <a:cubicBezTo>
                  <a:pt x="3218663" y="3764666"/>
                  <a:pt x="3240667" y="3778725"/>
                  <a:pt x="3246806" y="3811324"/>
                </a:cubicBezTo>
                <a:cubicBezTo>
                  <a:pt x="3237058" y="3829063"/>
                  <a:pt x="3251097" y="3833247"/>
                  <a:pt x="3239091" y="3865102"/>
                </a:cubicBezTo>
                <a:cubicBezTo>
                  <a:pt x="3240755" y="3865725"/>
                  <a:pt x="3242340" y="3866659"/>
                  <a:pt x="3243800" y="3867874"/>
                </a:cubicBezTo>
                <a:cubicBezTo>
                  <a:pt x="3252276" y="3874935"/>
                  <a:pt x="3254724" y="3889782"/>
                  <a:pt x="3249268" y="3901031"/>
                </a:cubicBezTo>
                <a:cubicBezTo>
                  <a:pt x="3234180" y="3950514"/>
                  <a:pt x="3270886" y="3938724"/>
                  <a:pt x="3271850" y="3976535"/>
                </a:cubicBezTo>
                <a:cubicBezTo>
                  <a:pt x="3275333" y="4018513"/>
                  <a:pt x="3265836" y="4033210"/>
                  <a:pt x="3253128" y="4091308"/>
                </a:cubicBezTo>
                <a:cubicBezTo>
                  <a:pt x="3262530" y="4093945"/>
                  <a:pt x="3263925" y="4100312"/>
                  <a:pt x="3261491" y="4112665"/>
                </a:cubicBezTo>
                <a:cubicBezTo>
                  <a:pt x="3263824" y="4132845"/>
                  <a:pt x="3285122" y="4124005"/>
                  <a:pt x="3275235" y="4148543"/>
                </a:cubicBezTo>
                <a:cubicBezTo>
                  <a:pt x="3282222" y="4163609"/>
                  <a:pt x="3300717" y="4191930"/>
                  <a:pt x="3303406" y="4203059"/>
                </a:cubicBezTo>
                <a:cubicBezTo>
                  <a:pt x="3307769" y="4216879"/>
                  <a:pt x="3289765" y="4198911"/>
                  <a:pt x="3291377" y="4215304"/>
                </a:cubicBezTo>
                <a:cubicBezTo>
                  <a:pt x="3295421" y="4234470"/>
                  <a:pt x="3290844" y="4240556"/>
                  <a:pt x="3303627" y="4247412"/>
                </a:cubicBezTo>
                <a:cubicBezTo>
                  <a:pt x="3300302" y="4270043"/>
                  <a:pt x="3313094" y="4269840"/>
                  <a:pt x="3323715" y="4295574"/>
                </a:cubicBezTo>
                <a:cubicBezTo>
                  <a:pt x="3318854" y="4309546"/>
                  <a:pt x="3323708" y="4317748"/>
                  <a:pt x="3331757" y="4324626"/>
                </a:cubicBezTo>
                <a:cubicBezTo>
                  <a:pt x="3334500" y="4352298"/>
                  <a:pt x="3348521" y="4373553"/>
                  <a:pt x="3357571" y="4402594"/>
                </a:cubicBezTo>
                <a:cubicBezTo>
                  <a:pt x="3395421" y="4440113"/>
                  <a:pt x="3406716" y="4492429"/>
                  <a:pt x="3416883" y="4511276"/>
                </a:cubicBezTo>
                <a:lnTo>
                  <a:pt x="3418568" y="4515669"/>
                </a:lnTo>
                <a:cubicBezTo>
                  <a:pt x="3418685" y="4519956"/>
                  <a:pt x="3418801" y="4524244"/>
                  <a:pt x="3418918" y="4528531"/>
                </a:cubicBezTo>
                <a:cubicBezTo>
                  <a:pt x="3418727" y="4530191"/>
                  <a:pt x="3418537" y="4531850"/>
                  <a:pt x="3418346" y="4533510"/>
                </a:cubicBezTo>
                <a:cubicBezTo>
                  <a:pt x="3418215" y="4536889"/>
                  <a:pt x="3418462" y="4539065"/>
                  <a:pt x="3419005" y="4540494"/>
                </a:cubicBezTo>
                <a:lnTo>
                  <a:pt x="3424268" y="4595886"/>
                </a:lnTo>
                <a:cubicBezTo>
                  <a:pt x="3429156" y="4624362"/>
                  <a:pt x="3443934" y="4682306"/>
                  <a:pt x="3448330" y="4711348"/>
                </a:cubicBezTo>
                <a:lnTo>
                  <a:pt x="3445621" y="4714874"/>
                </a:lnTo>
                <a:cubicBezTo>
                  <a:pt x="3444103" y="4718397"/>
                  <a:pt x="3443735" y="4723077"/>
                  <a:pt x="3445980" y="4730345"/>
                </a:cubicBezTo>
                <a:lnTo>
                  <a:pt x="3446976" y="4731926"/>
                </a:lnTo>
                <a:lnTo>
                  <a:pt x="3443720" y="4745408"/>
                </a:lnTo>
                <a:cubicBezTo>
                  <a:pt x="3444756" y="4771155"/>
                  <a:pt x="3455466" y="4843107"/>
                  <a:pt x="3453194" y="4886406"/>
                </a:cubicBezTo>
                <a:cubicBezTo>
                  <a:pt x="3454856" y="4906631"/>
                  <a:pt x="3481235" y="5008239"/>
                  <a:pt x="3455210" y="5025296"/>
                </a:cubicBezTo>
                <a:cubicBezTo>
                  <a:pt x="3442202" y="5116320"/>
                  <a:pt x="3464654" y="5119078"/>
                  <a:pt x="3462841" y="5211091"/>
                </a:cubicBezTo>
                <a:cubicBezTo>
                  <a:pt x="3469390" y="5269669"/>
                  <a:pt x="3462794" y="5327391"/>
                  <a:pt x="3469385" y="5356669"/>
                </a:cubicBezTo>
                <a:cubicBezTo>
                  <a:pt x="3471479" y="5361935"/>
                  <a:pt x="3474277" y="5366825"/>
                  <a:pt x="3477268" y="5371683"/>
                </a:cubicBezTo>
                <a:lnTo>
                  <a:pt x="3478824" y="5374232"/>
                </a:lnTo>
                <a:lnTo>
                  <a:pt x="3486664" y="5427532"/>
                </a:lnTo>
                <a:lnTo>
                  <a:pt x="3499845" y="5523238"/>
                </a:lnTo>
                <a:cubicBezTo>
                  <a:pt x="3496480" y="5535759"/>
                  <a:pt x="3498126" y="5574631"/>
                  <a:pt x="3505782" y="5582050"/>
                </a:cubicBezTo>
                <a:cubicBezTo>
                  <a:pt x="3507640" y="5590169"/>
                  <a:pt x="3505294" y="5599602"/>
                  <a:pt x="3513368" y="5603412"/>
                </a:cubicBezTo>
                <a:cubicBezTo>
                  <a:pt x="3518549" y="5620896"/>
                  <a:pt x="3530454" y="5660930"/>
                  <a:pt x="3536869" y="5686953"/>
                </a:cubicBezTo>
                <a:cubicBezTo>
                  <a:pt x="3527290" y="5702684"/>
                  <a:pt x="3548216" y="5722678"/>
                  <a:pt x="3551859" y="5759548"/>
                </a:cubicBezTo>
                <a:cubicBezTo>
                  <a:pt x="3540751" y="5776843"/>
                  <a:pt x="3554471" y="5784377"/>
                  <a:pt x="3540024" y="5816599"/>
                </a:cubicBezTo>
                <a:cubicBezTo>
                  <a:pt x="3541640" y="5817630"/>
                  <a:pt x="3543154" y="5818984"/>
                  <a:pt x="3544521" y="5820619"/>
                </a:cubicBezTo>
                <a:cubicBezTo>
                  <a:pt x="3552455" y="5830118"/>
                  <a:pt x="3553767" y="5846834"/>
                  <a:pt x="3547449" y="5857956"/>
                </a:cubicBezTo>
                <a:cubicBezTo>
                  <a:pt x="3528571" y="5908761"/>
                  <a:pt x="3532186" y="5952107"/>
                  <a:pt x="3530253" y="5993572"/>
                </a:cubicBezTo>
                <a:cubicBezTo>
                  <a:pt x="3530522" y="6040113"/>
                  <a:pt x="3553891" y="6005695"/>
                  <a:pt x="3536734" y="6066404"/>
                </a:cubicBezTo>
                <a:cubicBezTo>
                  <a:pt x="3545935" y="6071268"/>
                  <a:pt x="3546842" y="6078512"/>
                  <a:pt x="3543461" y="6091477"/>
                </a:cubicBezTo>
                <a:cubicBezTo>
                  <a:pt x="3549602" y="6107585"/>
                  <a:pt x="3568275" y="6137061"/>
                  <a:pt x="3573577" y="6163051"/>
                </a:cubicBezTo>
                <a:cubicBezTo>
                  <a:pt x="3577046" y="6182032"/>
                  <a:pt x="3572259" y="6223892"/>
                  <a:pt x="3575275" y="6247420"/>
                </a:cubicBezTo>
                <a:cubicBezTo>
                  <a:pt x="3570217" y="6271412"/>
                  <a:pt x="3583023" y="6273898"/>
                  <a:pt x="3591673" y="6304222"/>
                </a:cubicBezTo>
                <a:cubicBezTo>
                  <a:pt x="3585743" y="6318440"/>
                  <a:pt x="3589967" y="6328418"/>
                  <a:pt x="3597489" y="6337624"/>
                </a:cubicBezTo>
                <a:cubicBezTo>
                  <a:pt x="3598113" y="6368401"/>
                  <a:pt x="3610504" y="6394558"/>
                  <a:pt x="3617330" y="6428161"/>
                </a:cubicBezTo>
                <a:cubicBezTo>
                  <a:pt x="3612404" y="6466489"/>
                  <a:pt x="3633001" y="6482393"/>
                  <a:pt x="3640218" y="6518318"/>
                </a:cubicBezTo>
                <a:cubicBezTo>
                  <a:pt x="3625420" y="6557419"/>
                  <a:pt x="3668862" y="6537820"/>
                  <a:pt x="3670788" y="6568733"/>
                </a:cubicBezTo>
                <a:cubicBezTo>
                  <a:pt x="3659124" y="6621466"/>
                  <a:pt x="3685482" y="6565072"/>
                  <a:pt x="3687763" y="6643164"/>
                </a:cubicBezTo>
                <a:cubicBezTo>
                  <a:pt x="3685396" y="6647995"/>
                  <a:pt x="3689317" y="6656838"/>
                  <a:pt x="3693097" y="6655183"/>
                </a:cubicBezTo>
                <a:cubicBezTo>
                  <a:pt x="3693444" y="6672318"/>
                  <a:pt x="3690193" y="6715787"/>
                  <a:pt x="3689847" y="6745974"/>
                </a:cubicBezTo>
                <a:cubicBezTo>
                  <a:pt x="3689583" y="6773144"/>
                  <a:pt x="3690048" y="6817635"/>
                  <a:pt x="3691023" y="6836306"/>
                </a:cubicBezTo>
                <a:lnTo>
                  <a:pt x="3695699" y="6858001"/>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3" name="2 Marcador de contenido"/>
          <p:cNvSpPr>
            <a:spLocks noGrp="1"/>
          </p:cNvSpPr>
          <p:nvPr>
            <p:ph type="subTitle" idx="1"/>
          </p:nvPr>
        </p:nvSpPr>
        <p:spPr>
          <a:xfrm>
            <a:off x="3695702" y="2147356"/>
            <a:ext cx="4770464" cy="4486525"/>
          </a:xfrm>
          <a:prstGeom prst="rect">
            <a:avLst/>
          </a:prstGeom>
        </p:spPr>
        <p:txBody>
          <a:bodyPr vert="horz" lIns="91440" tIns="45720" rIns="91440" bIns="45720" rtlCol="0">
            <a:normAutofit lnSpcReduction="10000"/>
          </a:bodyPr>
          <a:lstStyle/>
          <a:p>
            <a:pPr indent="-228600" algn="just">
              <a:buFont typeface="Arial" panose="020B0604020202020204" pitchFamily="34" charset="0"/>
              <a:buChar char="•"/>
            </a:pPr>
            <a:r>
              <a:rPr lang="en-US" sz="2000" dirty="0">
                <a:solidFill>
                  <a:schemeClr val="tx1">
                    <a:lumMod val="85000"/>
                    <a:lumOff val="15000"/>
                  </a:schemeClr>
                </a:solidFill>
              </a:rPr>
              <a:t>Una </a:t>
            </a:r>
            <a:r>
              <a:rPr lang="en-US" sz="2000" dirty="0" err="1">
                <a:solidFill>
                  <a:schemeClr val="tx1">
                    <a:lumMod val="85000"/>
                    <a:lumOff val="15000"/>
                  </a:schemeClr>
                </a:solidFill>
              </a:rPr>
              <a:t>metáfora</a:t>
            </a:r>
            <a:endParaRPr lang="en-US" sz="2000" dirty="0">
              <a:solidFill>
                <a:schemeClr val="tx1">
                  <a:lumMod val="85000"/>
                  <a:lumOff val="15000"/>
                </a:schemeClr>
              </a:solidFill>
            </a:endParaRPr>
          </a:p>
          <a:p>
            <a:pPr lvl="1" indent="-228600" algn="just">
              <a:buFont typeface="Arial" panose="020B0604020202020204" pitchFamily="34" charset="0"/>
              <a:buChar char="•"/>
            </a:pPr>
            <a:r>
              <a:rPr lang="en-US" dirty="0" err="1">
                <a:solidFill>
                  <a:schemeClr val="tx1">
                    <a:lumMod val="85000"/>
                    <a:lumOff val="15000"/>
                  </a:schemeClr>
                </a:solidFill>
              </a:rPr>
              <a:t>Usted</a:t>
            </a:r>
            <a:r>
              <a:rPr lang="en-US" dirty="0">
                <a:solidFill>
                  <a:schemeClr val="tx1">
                    <a:lumMod val="85000"/>
                    <a:lumOff val="15000"/>
                  </a:schemeClr>
                </a:solidFill>
              </a:rPr>
              <a:t> </a:t>
            </a:r>
            <a:r>
              <a:rPr lang="en-US" dirty="0" err="1">
                <a:solidFill>
                  <a:schemeClr val="tx1">
                    <a:lumMod val="85000"/>
                    <a:lumOff val="15000"/>
                  </a:schemeClr>
                </a:solidFill>
              </a:rPr>
              <a:t>tiene</a:t>
            </a:r>
            <a:r>
              <a:rPr lang="en-US" dirty="0">
                <a:solidFill>
                  <a:schemeClr val="tx1">
                    <a:lumMod val="85000"/>
                    <a:lumOff val="15000"/>
                  </a:schemeClr>
                </a:solidFill>
              </a:rPr>
              <a:t> </a:t>
            </a:r>
            <a:r>
              <a:rPr lang="en-US" dirty="0" err="1">
                <a:solidFill>
                  <a:schemeClr val="tx1">
                    <a:lumMod val="85000"/>
                    <a:lumOff val="15000"/>
                  </a:schemeClr>
                </a:solidFill>
              </a:rPr>
              <a:t>una</a:t>
            </a:r>
            <a:r>
              <a:rPr lang="en-US" dirty="0">
                <a:solidFill>
                  <a:schemeClr val="tx1">
                    <a:lumMod val="85000"/>
                    <a:lumOff val="15000"/>
                  </a:schemeClr>
                </a:solidFill>
              </a:rPr>
              <a:t> </a:t>
            </a:r>
            <a:r>
              <a:rPr lang="en-US" dirty="0" err="1">
                <a:solidFill>
                  <a:schemeClr val="tx1">
                    <a:lumMod val="85000"/>
                    <a:lumOff val="15000"/>
                  </a:schemeClr>
                </a:solidFill>
              </a:rPr>
              <a:t>huerta</a:t>
            </a:r>
            <a:r>
              <a:rPr lang="en-US" dirty="0">
                <a:solidFill>
                  <a:schemeClr val="tx1">
                    <a:lumMod val="85000"/>
                    <a:lumOff val="15000"/>
                  </a:schemeClr>
                </a:solidFill>
              </a:rPr>
              <a:t> hermosa, </a:t>
            </a:r>
            <a:r>
              <a:rPr lang="en-US" dirty="0" err="1">
                <a:solidFill>
                  <a:schemeClr val="tx1">
                    <a:lumMod val="85000"/>
                    <a:lumOff val="15000"/>
                  </a:schemeClr>
                </a:solidFill>
              </a:rPr>
              <a:t>pero</a:t>
            </a:r>
            <a:r>
              <a:rPr lang="en-US" dirty="0">
                <a:solidFill>
                  <a:schemeClr val="tx1">
                    <a:lumMod val="85000"/>
                    <a:lumOff val="15000"/>
                  </a:schemeClr>
                </a:solidFill>
              </a:rPr>
              <a:t> un día </a:t>
            </a:r>
            <a:r>
              <a:rPr lang="en-US" dirty="0" err="1">
                <a:solidFill>
                  <a:schemeClr val="tx1">
                    <a:lumMod val="85000"/>
                    <a:lumOff val="15000"/>
                  </a:schemeClr>
                </a:solidFill>
              </a:rPr>
              <a:t>ve</a:t>
            </a:r>
            <a:r>
              <a:rPr lang="en-US" dirty="0">
                <a:solidFill>
                  <a:schemeClr val="tx1">
                    <a:lumMod val="85000"/>
                    <a:lumOff val="15000"/>
                  </a:schemeClr>
                </a:solidFill>
              </a:rPr>
              <a:t> hojas </a:t>
            </a:r>
            <a:r>
              <a:rPr lang="en-US" dirty="0" err="1">
                <a:solidFill>
                  <a:schemeClr val="tx1">
                    <a:lumMod val="85000"/>
                    <a:lumOff val="15000"/>
                  </a:schemeClr>
                </a:solidFill>
              </a:rPr>
              <a:t>comidas</a:t>
            </a:r>
            <a:r>
              <a:rPr lang="en-US" dirty="0">
                <a:solidFill>
                  <a:schemeClr val="tx1">
                    <a:lumMod val="85000"/>
                    <a:lumOff val="15000"/>
                  </a:schemeClr>
                </a:solidFill>
              </a:rPr>
              <a:t> </a:t>
            </a:r>
            <a:r>
              <a:rPr lang="en-US" dirty="0" err="1">
                <a:solidFill>
                  <a:schemeClr val="tx1">
                    <a:lumMod val="85000"/>
                    <a:lumOff val="15000"/>
                  </a:schemeClr>
                </a:solidFill>
              </a:rPr>
              <a:t>sobre</a:t>
            </a:r>
            <a:r>
              <a:rPr lang="en-US" dirty="0">
                <a:solidFill>
                  <a:schemeClr val="tx1">
                    <a:lumMod val="85000"/>
                    <a:lumOff val="15000"/>
                  </a:schemeClr>
                </a:solidFill>
              </a:rPr>
              <a:t> </a:t>
            </a:r>
            <a:r>
              <a:rPr lang="en-US" dirty="0" err="1">
                <a:solidFill>
                  <a:schemeClr val="tx1">
                    <a:lumMod val="85000"/>
                    <a:lumOff val="15000"/>
                  </a:schemeClr>
                </a:solidFill>
              </a:rPr>
              <a:t>los</a:t>
            </a:r>
            <a:r>
              <a:rPr lang="en-US" dirty="0">
                <a:solidFill>
                  <a:schemeClr val="tx1">
                    <a:lumMod val="85000"/>
                    <a:lumOff val="15000"/>
                  </a:schemeClr>
                </a:solidFill>
              </a:rPr>
              <a:t> </a:t>
            </a:r>
            <a:r>
              <a:rPr lang="en-US" dirty="0" err="1">
                <a:solidFill>
                  <a:schemeClr val="tx1">
                    <a:lumMod val="85000"/>
                    <a:lumOff val="15000"/>
                  </a:schemeClr>
                </a:solidFill>
              </a:rPr>
              <a:t>tomates</a:t>
            </a:r>
            <a:endParaRPr lang="en-US" dirty="0">
              <a:solidFill>
                <a:schemeClr val="tx1">
                  <a:lumMod val="85000"/>
                  <a:lumOff val="15000"/>
                </a:schemeClr>
              </a:solidFill>
            </a:endParaRPr>
          </a:p>
          <a:p>
            <a:pPr lvl="1" indent="-228600" algn="just">
              <a:buFont typeface="Arial" panose="020B0604020202020204" pitchFamily="34" charset="0"/>
              <a:buChar char="•"/>
            </a:pPr>
            <a:r>
              <a:rPr lang="en-US" dirty="0">
                <a:solidFill>
                  <a:schemeClr val="tx1">
                    <a:lumMod val="85000"/>
                    <a:lumOff val="15000"/>
                  </a:schemeClr>
                </a:solidFill>
              </a:rPr>
              <a:t>“Oh no”, </a:t>
            </a:r>
            <a:r>
              <a:rPr lang="en-US" dirty="0" err="1">
                <a:solidFill>
                  <a:schemeClr val="tx1">
                    <a:lumMod val="85000"/>
                    <a:lumOff val="15000"/>
                  </a:schemeClr>
                </a:solidFill>
              </a:rPr>
              <a:t>piensa</a:t>
            </a:r>
            <a:r>
              <a:rPr lang="en-US" dirty="0">
                <a:solidFill>
                  <a:schemeClr val="tx1">
                    <a:lumMod val="85000"/>
                    <a:lumOff val="15000"/>
                  </a:schemeClr>
                </a:solidFill>
              </a:rPr>
              <a:t> </a:t>
            </a:r>
            <a:r>
              <a:rPr lang="en-US" dirty="0" err="1">
                <a:solidFill>
                  <a:schemeClr val="tx1">
                    <a:lumMod val="85000"/>
                    <a:lumOff val="15000"/>
                  </a:schemeClr>
                </a:solidFill>
              </a:rPr>
              <a:t>usted</a:t>
            </a:r>
            <a:r>
              <a:rPr lang="en-US" dirty="0">
                <a:solidFill>
                  <a:schemeClr val="tx1">
                    <a:lumMod val="85000"/>
                    <a:lumOff val="15000"/>
                  </a:schemeClr>
                </a:solidFill>
              </a:rPr>
              <a:t>: “!</a:t>
            </a:r>
            <a:r>
              <a:rPr lang="en-US" dirty="0" err="1">
                <a:solidFill>
                  <a:schemeClr val="tx1">
                    <a:lumMod val="85000"/>
                    <a:lumOff val="15000"/>
                  </a:schemeClr>
                </a:solidFill>
              </a:rPr>
              <a:t>Gusanos</a:t>
            </a:r>
            <a:r>
              <a:rPr lang="en-US" dirty="0">
                <a:solidFill>
                  <a:schemeClr val="tx1">
                    <a:lumMod val="85000"/>
                    <a:lumOff val="15000"/>
                  </a:schemeClr>
                </a:solidFill>
              </a:rPr>
              <a:t> </a:t>
            </a:r>
            <a:r>
              <a:rPr lang="en-US" dirty="0" err="1">
                <a:solidFill>
                  <a:schemeClr val="tx1">
                    <a:lumMod val="85000"/>
                    <a:lumOff val="15000"/>
                  </a:schemeClr>
                </a:solidFill>
              </a:rPr>
              <a:t>Picudos</a:t>
            </a:r>
            <a:r>
              <a:rPr lang="en-US" dirty="0">
                <a:solidFill>
                  <a:schemeClr val="tx1">
                    <a:lumMod val="85000"/>
                    <a:lumOff val="15000"/>
                  </a:schemeClr>
                </a:solidFill>
              </a:rPr>
              <a:t>¡”</a:t>
            </a:r>
          </a:p>
          <a:p>
            <a:pPr lvl="1" indent="-228600" algn="just">
              <a:buFont typeface="Arial" panose="020B0604020202020204" pitchFamily="34" charset="0"/>
              <a:buChar char="•"/>
            </a:pPr>
            <a:r>
              <a:rPr lang="en-US" dirty="0" err="1">
                <a:solidFill>
                  <a:schemeClr val="tx1">
                    <a:lumMod val="85000"/>
                    <a:lumOff val="15000"/>
                  </a:schemeClr>
                </a:solidFill>
              </a:rPr>
              <a:t>Usted</a:t>
            </a:r>
            <a:r>
              <a:rPr lang="en-US" dirty="0">
                <a:solidFill>
                  <a:schemeClr val="tx1">
                    <a:lumMod val="85000"/>
                    <a:lumOff val="15000"/>
                  </a:schemeClr>
                </a:solidFill>
              </a:rPr>
              <a:t> sabe que </a:t>
            </a:r>
            <a:r>
              <a:rPr lang="en-US" dirty="0" err="1">
                <a:solidFill>
                  <a:schemeClr val="tx1">
                    <a:lumMod val="85000"/>
                    <a:lumOff val="15000"/>
                  </a:schemeClr>
                </a:solidFill>
              </a:rPr>
              <a:t>tiene</a:t>
            </a:r>
            <a:r>
              <a:rPr lang="en-US" dirty="0">
                <a:solidFill>
                  <a:schemeClr val="tx1">
                    <a:lumMod val="85000"/>
                    <a:lumOff val="15000"/>
                  </a:schemeClr>
                </a:solidFill>
              </a:rPr>
              <a:t> </a:t>
            </a:r>
            <a:r>
              <a:rPr lang="en-US" dirty="0" err="1">
                <a:solidFill>
                  <a:schemeClr val="tx1">
                    <a:lumMod val="85000"/>
                    <a:lumOff val="15000"/>
                  </a:schemeClr>
                </a:solidFill>
              </a:rPr>
              <a:t>insectos</a:t>
            </a:r>
            <a:r>
              <a:rPr lang="en-US" dirty="0">
                <a:solidFill>
                  <a:schemeClr val="tx1">
                    <a:lumMod val="85000"/>
                    <a:lumOff val="15000"/>
                  </a:schemeClr>
                </a:solidFill>
              </a:rPr>
              <a:t> </a:t>
            </a:r>
            <a:r>
              <a:rPr lang="en-US" dirty="0" err="1">
                <a:solidFill>
                  <a:schemeClr val="tx1">
                    <a:lumMod val="85000"/>
                    <a:lumOff val="15000"/>
                  </a:schemeClr>
                </a:solidFill>
              </a:rPr>
              <a:t>en</a:t>
            </a:r>
            <a:r>
              <a:rPr lang="en-US" dirty="0">
                <a:solidFill>
                  <a:schemeClr val="tx1">
                    <a:lumMod val="85000"/>
                    <a:lumOff val="15000"/>
                  </a:schemeClr>
                </a:solidFill>
              </a:rPr>
              <a:t> </a:t>
            </a:r>
            <a:r>
              <a:rPr lang="en-US" dirty="0" err="1">
                <a:solidFill>
                  <a:schemeClr val="tx1">
                    <a:lumMod val="85000"/>
                    <a:lumOff val="15000"/>
                  </a:schemeClr>
                </a:solidFill>
              </a:rPr>
              <a:t>su</a:t>
            </a:r>
            <a:r>
              <a:rPr lang="en-US" dirty="0">
                <a:solidFill>
                  <a:schemeClr val="tx1">
                    <a:lumMod val="85000"/>
                    <a:lumOff val="15000"/>
                  </a:schemeClr>
                </a:solidFill>
              </a:rPr>
              <a:t> </a:t>
            </a:r>
            <a:r>
              <a:rPr lang="en-US" dirty="0" err="1">
                <a:solidFill>
                  <a:schemeClr val="tx1">
                    <a:lumMod val="85000"/>
                    <a:lumOff val="15000"/>
                  </a:schemeClr>
                </a:solidFill>
              </a:rPr>
              <a:t>jardín</a:t>
            </a:r>
            <a:endParaRPr lang="en-US" dirty="0">
              <a:solidFill>
                <a:schemeClr val="tx1">
                  <a:lumMod val="85000"/>
                  <a:lumOff val="15000"/>
                </a:schemeClr>
              </a:solidFill>
            </a:endParaRPr>
          </a:p>
          <a:p>
            <a:pPr lvl="1" indent="-228600" algn="just">
              <a:buFont typeface="Arial" panose="020B0604020202020204" pitchFamily="34" charset="0"/>
              <a:buChar char="•"/>
            </a:pPr>
            <a:r>
              <a:rPr lang="en-US" dirty="0">
                <a:solidFill>
                  <a:schemeClr val="tx1">
                    <a:lumMod val="85000"/>
                    <a:lumOff val="15000"/>
                  </a:schemeClr>
                </a:solidFill>
              </a:rPr>
              <a:t>¿Si no </a:t>
            </a:r>
            <a:r>
              <a:rPr lang="en-US" dirty="0" err="1">
                <a:solidFill>
                  <a:schemeClr val="tx1">
                    <a:lumMod val="85000"/>
                    <a:lumOff val="15000"/>
                  </a:schemeClr>
                </a:solidFill>
              </a:rPr>
              <a:t>hubiera</a:t>
            </a:r>
            <a:r>
              <a:rPr lang="en-US" dirty="0">
                <a:solidFill>
                  <a:schemeClr val="tx1">
                    <a:lumMod val="85000"/>
                    <a:lumOff val="15000"/>
                  </a:schemeClr>
                </a:solidFill>
              </a:rPr>
              <a:t> visto </a:t>
            </a:r>
            <a:r>
              <a:rPr lang="en-US" dirty="0" err="1">
                <a:solidFill>
                  <a:schemeClr val="tx1">
                    <a:lumMod val="85000"/>
                    <a:lumOff val="15000"/>
                  </a:schemeClr>
                </a:solidFill>
              </a:rPr>
              <a:t>los</a:t>
            </a:r>
            <a:r>
              <a:rPr lang="en-US" dirty="0">
                <a:solidFill>
                  <a:schemeClr val="tx1">
                    <a:lumMod val="85000"/>
                    <a:lumOff val="15000"/>
                  </a:schemeClr>
                </a:solidFill>
              </a:rPr>
              <a:t> </a:t>
            </a:r>
            <a:r>
              <a:rPr lang="en-US" dirty="0" err="1">
                <a:solidFill>
                  <a:schemeClr val="tx1">
                    <a:lumMod val="85000"/>
                    <a:lumOff val="15000"/>
                  </a:schemeClr>
                </a:solidFill>
              </a:rPr>
              <a:t>síntomas</a:t>
            </a:r>
            <a:r>
              <a:rPr lang="en-US" dirty="0">
                <a:solidFill>
                  <a:schemeClr val="tx1">
                    <a:lumMod val="85000"/>
                    <a:lumOff val="15000"/>
                  </a:schemeClr>
                </a:solidFill>
              </a:rPr>
              <a:t>, </a:t>
            </a:r>
            <a:r>
              <a:rPr lang="en-US" dirty="0" err="1">
                <a:solidFill>
                  <a:schemeClr val="tx1">
                    <a:lumMod val="85000"/>
                    <a:lumOff val="15000"/>
                  </a:schemeClr>
                </a:solidFill>
              </a:rPr>
              <a:t>podría</a:t>
            </a:r>
            <a:r>
              <a:rPr lang="en-US" dirty="0">
                <a:solidFill>
                  <a:schemeClr val="tx1">
                    <a:lumMod val="85000"/>
                    <a:lumOff val="15000"/>
                  </a:schemeClr>
                </a:solidFill>
              </a:rPr>
              <a:t> </a:t>
            </a:r>
            <a:r>
              <a:rPr lang="en-US" dirty="0" err="1">
                <a:solidFill>
                  <a:schemeClr val="tx1">
                    <a:lumMod val="85000"/>
                    <a:lumOff val="15000"/>
                  </a:schemeClr>
                </a:solidFill>
              </a:rPr>
              <a:t>estar</a:t>
            </a:r>
            <a:r>
              <a:rPr lang="en-US" dirty="0">
                <a:solidFill>
                  <a:schemeClr val="tx1">
                    <a:lumMod val="85000"/>
                    <a:lumOff val="15000"/>
                  </a:schemeClr>
                </a:solidFill>
              </a:rPr>
              <a:t> </a:t>
            </a:r>
            <a:r>
              <a:rPr lang="en-US" dirty="0" err="1">
                <a:solidFill>
                  <a:schemeClr val="tx1">
                    <a:lumMod val="85000"/>
                    <a:lumOff val="15000"/>
                  </a:schemeClr>
                </a:solidFill>
              </a:rPr>
              <a:t>seguro</a:t>
            </a:r>
            <a:r>
              <a:rPr lang="en-US" dirty="0">
                <a:solidFill>
                  <a:schemeClr val="tx1">
                    <a:lumMod val="85000"/>
                    <a:lumOff val="15000"/>
                  </a:schemeClr>
                </a:solidFill>
              </a:rPr>
              <a:t> de no </a:t>
            </a:r>
            <a:r>
              <a:rPr lang="en-US" dirty="0" err="1">
                <a:solidFill>
                  <a:schemeClr val="tx1">
                    <a:lumMod val="85000"/>
                    <a:lumOff val="15000"/>
                  </a:schemeClr>
                </a:solidFill>
              </a:rPr>
              <a:t>tuviera</a:t>
            </a:r>
            <a:r>
              <a:rPr lang="en-US" dirty="0">
                <a:solidFill>
                  <a:schemeClr val="tx1">
                    <a:lumMod val="85000"/>
                    <a:lumOff val="15000"/>
                  </a:schemeClr>
                </a:solidFill>
              </a:rPr>
              <a:t> </a:t>
            </a:r>
            <a:r>
              <a:rPr lang="en-US" dirty="0" err="1">
                <a:solidFill>
                  <a:schemeClr val="tx1">
                    <a:lumMod val="85000"/>
                    <a:lumOff val="15000"/>
                  </a:schemeClr>
                </a:solidFill>
              </a:rPr>
              <a:t>insectos</a:t>
            </a:r>
            <a:r>
              <a:rPr lang="en-US" dirty="0">
                <a:solidFill>
                  <a:schemeClr val="tx1">
                    <a:lumMod val="85000"/>
                    <a:lumOff val="15000"/>
                  </a:schemeClr>
                </a:solidFill>
              </a:rPr>
              <a:t>?</a:t>
            </a:r>
          </a:p>
          <a:p>
            <a:pPr lvl="1" indent="-228600" algn="just">
              <a:buFont typeface="Arial" panose="020B0604020202020204" pitchFamily="34" charset="0"/>
              <a:buChar char="•"/>
            </a:pPr>
            <a:r>
              <a:rPr lang="en-US" dirty="0" err="1">
                <a:solidFill>
                  <a:schemeClr val="tx1">
                    <a:lumMod val="85000"/>
                    <a:lumOff val="15000"/>
                  </a:schemeClr>
                </a:solidFill>
              </a:rPr>
              <a:t>Algunos</a:t>
            </a:r>
            <a:r>
              <a:rPr lang="en-US" dirty="0">
                <a:solidFill>
                  <a:schemeClr val="tx1">
                    <a:lumMod val="85000"/>
                    <a:lumOff val="15000"/>
                  </a:schemeClr>
                </a:solidFill>
              </a:rPr>
              <a:t> </a:t>
            </a:r>
            <a:r>
              <a:rPr lang="en-US" dirty="0" err="1">
                <a:solidFill>
                  <a:schemeClr val="tx1">
                    <a:lumMod val="85000"/>
                    <a:lumOff val="15000"/>
                  </a:schemeClr>
                </a:solidFill>
              </a:rPr>
              <a:t>insectos</a:t>
            </a:r>
            <a:r>
              <a:rPr lang="en-US" dirty="0">
                <a:solidFill>
                  <a:schemeClr val="tx1">
                    <a:lumMod val="85000"/>
                    <a:lumOff val="15000"/>
                  </a:schemeClr>
                </a:solidFill>
              </a:rPr>
              <a:t> son </a:t>
            </a:r>
            <a:r>
              <a:rPr lang="en-US" dirty="0" err="1">
                <a:solidFill>
                  <a:schemeClr val="tx1">
                    <a:lumMod val="85000"/>
                    <a:lumOff val="15000"/>
                  </a:schemeClr>
                </a:solidFill>
              </a:rPr>
              <a:t>fáciles</a:t>
            </a:r>
            <a:r>
              <a:rPr lang="en-US" dirty="0">
                <a:solidFill>
                  <a:schemeClr val="tx1">
                    <a:lumMod val="85000"/>
                    <a:lumOff val="15000"/>
                  </a:schemeClr>
                </a:solidFill>
              </a:rPr>
              <a:t> de </a:t>
            </a:r>
            <a:r>
              <a:rPr lang="en-US" dirty="0" err="1">
                <a:solidFill>
                  <a:schemeClr val="tx1">
                    <a:lumMod val="85000"/>
                    <a:lumOff val="15000"/>
                  </a:schemeClr>
                </a:solidFill>
              </a:rPr>
              <a:t>detectar</a:t>
            </a:r>
            <a:r>
              <a:rPr lang="en-US" dirty="0">
                <a:solidFill>
                  <a:schemeClr val="tx1">
                    <a:lumMod val="85000"/>
                    <a:lumOff val="15000"/>
                  </a:schemeClr>
                </a:solidFill>
              </a:rPr>
              <a:t>, </a:t>
            </a:r>
            <a:r>
              <a:rPr lang="en-US" dirty="0" err="1">
                <a:solidFill>
                  <a:schemeClr val="tx1">
                    <a:lumMod val="85000"/>
                    <a:lumOff val="15000"/>
                  </a:schemeClr>
                </a:solidFill>
              </a:rPr>
              <a:t>otro</a:t>
            </a:r>
            <a:r>
              <a:rPr lang="en-US" dirty="0">
                <a:solidFill>
                  <a:schemeClr val="tx1">
                    <a:lumMod val="85000"/>
                    <a:lumOff val="15000"/>
                  </a:schemeClr>
                </a:solidFill>
              </a:rPr>
              <a:t> no</a:t>
            </a:r>
          </a:p>
          <a:p>
            <a:pPr lvl="1" indent="-228600" algn="just">
              <a:buFont typeface="Arial" panose="020B0604020202020204" pitchFamily="34" charset="0"/>
              <a:buChar char="•"/>
            </a:pPr>
            <a:r>
              <a:rPr lang="en-US" dirty="0">
                <a:solidFill>
                  <a:schemeClr val="tx1">
                    <a:lumMod val="85000"/>
                    <a:lumOff val="15000"/>
                  </a:schemeClr>
                </a:solidFill>
              </a:rPr>
              <a:t>Las </a:t>
            </a:r>
            <a:r>
              <a:rPr lang="en-US" dirty="0" err="1">
                <a:solidFill>
                  <a:schemeClr val="tx1">
                    <a:lumMod val="85000"/>
                    <a:lumOff val="15000"/>
                  </a:schemeClr>
                </a:solidFill>
              </a:rPr>
              <a:t>pruebas</a:t>
            </a:r>
            <a:r>
              <a:rPr lang="en-US" dirty="0">
                <a:solidFill>
                  <a:schemeClr val="tx1">
                    <a:lumMod val="85000"/>
                    <a:lumOff val="15000"/>
                  </a:schemeClr>
                </a:solidFill>
              </a:rPr>
              <a:t> </a:t>
            </a:r>
            <a:r>
              <a:rPr lang="en-US" dirty="0" err="1">
                <a:solidFill>
                  <a:schemeClr val="tx1">
                    <a:lumMod val="85000"/>
                    <a:lumOff val="15000"/>
                  </a:schemeClr>
                </a:solidFill>
              </a:rPr>
              <a:t>revelan</a:t>
            </a:r>
            <a:r>
              <a:rPr lang="en-US" dirty="0">
                <a:solidFill>
                  <a:schemeClr val="tx1">
                    <a:lumMod val="85000"/>
                    <a:lumOff val="15000"/>
                  </a:schemeClr>
                </a:solidFill>
              </a:rPr>
              <a:t> la </a:t>
            </a:r>
            <a:r>
              <a:rPr lang="en-US" dirty="0" err="1">
                <a:solidFill>
                  <a:schemeClr val="tx1">
                    <a:lumMod val="85000"/>
                    <a:lumOff val="15000"/>
                  </a:schemeClr>
                </a:solidFill>
              </a:rPr>
              <a:t>presencia</a:t>
            </a:r>
            <a:r>
              <a:rPr lang="en-US" dirty="0">
                <a:solidFill>
                  <a:schemeClr val="tx1">
                    <a:lumMod val="85000"/>
                    <a:lumOff val="15000"/>
                  </a:schemeClr>
                </a:solidFill>
              </a:rPr>
              <a:t> de </a:t>
            </a:r>
            <a:r>
              <a:rPr lang="en-US" dirty="0" err="1">
                <a:solidFill>
                  <a:schemeClr val="tx1">
                    <a:lumMod val="85000"/>
                    <a:lumOff val="15000"/>
                  </a:schemeClr>
                </a:solidFill>
              </a:rPr>
              <a:t>defectos</a:t>
            </a:r>
            <a:r>
              <a:rPr lang="en-US" dirty="0">
                <a:solidFill>
                  <a:schemeClr val="tx1">
                    <a:lumMod val="85000"/>
                    <a:lumOff val="15000"/>
                  </a:schemeClr>
                </a:solidFill>
              </a:rPr>
              <a:t>, </a:t>
            </a:r>
            <a:r>
              <a:rPr lang="en-US" dirty="0" err="1">
                <a:solidFill>
                  <a:schemeClr val="tx1">
                    <a:lumMod val="85000"/>
                    <a:lumOff val="15000"/>
                  </a:schemeClr>
                </a:solidFill>
              </a:rPr>
              <a:t>pero</a:t>
            </a:r>
            <a:r>
              <a:rPr lang="en-US" dirty="0">
                <a:solidFill>
                  <a:schemeClr val="tx1">
                    <a:lumMod val="85000"/>
                    <a:lumOff val="15000"/>
                  </a:schemeClr>
                </a:solidFill>
              </a:rPr>
              <a:t> no </a:t>
            </a:r>
            <a:r>
              <a:rPr lang="en-US" dirty="0" err="1">
                <a:solidFill>
                  <a:schemeClr val="tx1">
                    <a:lumMod val="85000"/>
                    <a:lumOff val="15000"/>
                  </a:schemeClr>
                </a:solidFill>
              </a:rPr>
              <a:t>pueden</a:t>
            </a:r>
            <a:r>
              <a:rPr lang="en-US" dirty="0">
                <a:solidFill>
                  <a:schemeClr val="tx1">
                    <a:lumMod val="85000"/>
                    <a:lumOff val="15000"/>
                  </a:schemeClr>
                </a:solidFill>
              </a:rPr>
              <a:t> </a:t>
            </a:r>
            <a:r>
              <a:rPr lang="en-US" dirty="0" err="1">
                <a:solidFill>
                  <a:schemeClr val="tx1">
                    <a:lumMod val="85000"/>
                    <a:lumOff val="15000"/>
                  </a:schemeClr>
                </a:solidFill>
              </a:rPr>
              <a:t>probar</a:t>
            </a:r>
            <a:r>
              <a:rPr lang="en-US" dirty="0">
                <a:solidFill>
                  <a:schemeClr val="tx1">
                    <a:lumMod val="85000"/>
                    <a:lumOff val="15000"/>
                  </a:schemeClr>
                </a:solidFill>
              </a:rPr>
              <a:t> </a:t>
            </a:r>
            <a:r>
              <a:rPr lang="en-US" dirty="0" err="1">
                <a:solidFill>
                  <a:schemeClr val="tx1">
                    <a:lumMod val="85000"/>
                    <a:lumOff val="15000"/>
                  </a:schemeClr>
                </a:solidFill>
              </a:rPr>
              <a:t>su</a:t>
            </a:r>
            <a:r>
              <a:rPr lang="en-US" dirty="0">
                <a:solidFill>
                  <a:schemeClr val="tx1">
                    <a:lumMod val="85000"/>
                    <a:lumOff val="15000"/>
                  </a:schemeClr>
                </a:solidFill>
              </a:rPr>
              <a:t> </a:t>
            </a:r>
            <a:r>
              <a:rPr lang="en-US" dirty="0" err="1">
                <a:solidFill>
                  <a:schemeClr val="tx1">
                    <a:lumMod val="85000"/>
                    <a:lumOff val="15000"/>
                  </a:schemeClr>
                </a:solidFill>
              </a:rPr>
              <a:t>ausencia</a:t>
            </a:r>
            <a:endParaRPr lang="en-US" dirty="0">
              <a:solidFill>
                <a:schemeClr val="tx1">
                  <a:lumMod val="85000"/>
                  <a:lumOff val="15000"/>
                </a:schemeClr>
              </a:solidFill>
            </a:endParaRPr>
          </a:p>
        </p:txBody>
      </p:sp>
      <p:pic>
        <p:nvPicPr>
          <p:cNvPr id="2054" name="Picture 6" descr="http://2.bp.blogspot.com/-Jm9OLja_Xug/UFoA8ilzn1I/AAAAAAAADIY/THREbGZiOgA/s1600/gusano%2Bhoja%2Bpimiento.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250" r="16299"/>
          <a:stretch/>
        </p:blipFill>
        <p:spPr bwMode="auto">
          <a:xfrm>
            <a:off x="8580467" y="10"/>
            <a:ext cx="3611533" cy="6857990"/>
          </a:xfrm>
          <a:custGeom>
            <a:avLst/>
            <a:gdLst/>
            <a:ahLst/>
            <a:cxnLst/>
            <a:rect l="l" t="t" r="r" b="b"/>
            <a:pathLst>
              <a:path w="3810000" h="6858000">
                <a:moveTo>
                  <a:pt x="95627" y="0"/>
                </a:moveTo>
                <a:lnTo>
                  <a:pt x="3810000" y="0"/>
                </a:lnTo>
                <a:lnTo>
                  <a:pt x="3810000" y="6858000"/>
                </a:lnTo>
                <a:lnTo>
                  <a:pt x="13132" y="6858000"/>
                </a:lnTo>
                <a:cubicBezTo>
                  <a:pt x="13183" y="6857363"/>
                  <a:pt x="13234" y="6856727"/>
                  <a:pt x="13284" y="6856090"/>
                </a:cubicBezTo>
                <a:lnTo>
                  <a:pt x="31566" y="6805847"/>
                </a:lnTo>
                <a:lnTo>
                  <a:pt x="30463" y="6715381"/>
                </a:lnTo>
                <a:cubicBezTo>
                  <a:pt x="29585" y="6714082"/>
                  <a:pt x="28597" y="6713038"/>
                  <a:pt x="27533" y="6712286"/>
                </a:cubicBezTo>
                <a:lnTo>
                  <a:pt x="31288" y="6698474"/>
                </a:lnTo>
                <a:lnTo>
                  <a:pt x="29901" y="6686264"/>
                </a:lnTo>
                <a:cubicBezTo>
                  <a:pt x="29591" y="6639749"/>
                  <a:pt x="29281" y="6593234"/>
                  <a:pt x="28971" y="6546719"/>
                </a:cubicBezTo>
                <a:cubicBezTo>
                  <a:pt x="23415" y="6502008"/>
                  <a:pt x="3087" y="6462057"/>
                  <a:pt x="310" y="6408337"/>
                </a:cubicBezTo>
                <a:cubicBezTo>
                  <a:pt x="-2468" y="6354617"/>
                  <a:pt x="14431" y="6312397"/>
                  <a:pt x="12307" y="6224401"/>
                </a:cubicBezTo>
                <a:lnTo>
                  <a:pt x="27152" y="6147415"/>
                </a:lnTo>
                <a:lnTo>
                  <a:pt x="39044" y="6093837"/>
                </a:lnTo>
                <a:cubicBezTo>
                  <a:pt x="47718" y="6039281"/>
                  <a:pt x="47985" y="5964495"/>
                  <a:pt x="46816" y="5915901"/>
                </a:cubicBezTo>
                <a:cubicBezTo>
                  <a:pt x="43189" y="5876557"/>
                  <a:pt x="47196" y="5863739"/>
                  <a:pt x="33533" y="5831562"/>
                </a:cubicBezTo>
                <a:cubicBezTo>
                  <a:pt x="27901" y="5792459"/>
                  <a:pt x="47408" y="5747455"/>
                  <a:pt x="46555" y="5710909"/>
                </a:cubicBezTo>
                <a:cubicBezTo>
                  <a:pt x="53188" y="5686865"/>
                  <a:pt x="49116" y="5615845"/>
                  <a:pt x="62461" y="5602222"/>
                </a:cubicBezTo>
                <a:cubicBezTo>
                  <a:pt x="64066" y="5572067"/>
                  <a:pt x="49594" y="5555548"/>
                  <a:pt x="56185" y="5529979"/>
                </a:cubicBezTo>
                <a:lnTo>
                  <a:pt x="67961" y="5458854"/>
                </a:lnTo>
                <a:lnTo>
                  <a:pt x="110939" y="5353584"/>
                </a:lnTo>
                <a:cubicBezTo>
                  <a:pt x="123070" y="5308303"/>
                  <a:pt x="110671" y="5307524"/>
                  <a:pt x="128276" y="5249764"/>
                </a:cubicBezTo>
                <a:cubicBezTo>
                  <a:pt x="137692" y="5218499"/>
                  <a:pt x="146153" y="5160067"/>
                  <a:pt x="156749" y="5116288"/>
                </a:cubicBezTo>
                <a:cubicBezTo>
                  <a:pt x="167347" y="5072508"/>
                  <a:pt x="184838" y="5010298"/>
                  <a:pt x="191855" y="4987089"/>
                </a:cubicBezTo>
                <a:lnTo>
                  <a:pt x="219824" y="4934095"/>
                </a:lnTo>
                <a:cubicBezTo>
                  <a:pt x="223315" y="4926170"/>
                  <a:pt x="231151" y="4920904"/>
                  <a:pt x="231137" y="4903120"/>
                </a:cubicBezTo>
                <a:lnTo>
                  <a:pt x="219738" y="4827391"/>
                </a:lnTo>
                <a:cubicBezTo>
                  <a:pt x="223928" y="4818620"/>
                  <a:pt x="227939" y="4809255"/>
                  <a:pt x="231597" y="4799440"/>
                </a:cubicBezTo>
                <a:lnTo>
                  <a:pt x="233480" y="4793512"/>
                </a:lnTo>
                <a:cubicBezTo>
                  <a:pt x="233423" y="4793432"/>
                  <a:pt x="233367" y="4793351"/>
                  <a:pt x="233310" y="4793271"/>
                </a:cubicBezTo>
                <a:cubicBezTo>
                  <a:pt x="233275" y="4791711"/>
                  <a:pt x="233728" y="4789662"/>
                  <a:pt x="234882" y="4786765"/>
                </a:cubicBezTo>
                <a:lnTo>
                  <a:pt x="236914" y="4782703"/>
                </a:lnTo>
                <a:lnTo>
                  <a:pt x="246329" y="4683644"/>
                </a:lnTo>
                <a:cubicBezTo>
                  <a:pt x="256294" y="4677568"/>
                  <a:pt x="256527" y="4667288"/>
                  <a:pt x="253823" y="4655204"/>
                </a:cubicBezTo>
                <a:cubicBezTo>
                  <a:pt x="259521" y="4631796"/>
                  <a:pt x="280440" y="4574275"/>
                  <a:pt x="280514" y="4543195"/>
                </a:cubicBezTo>
                <a:cubicBezTo>
                  <a:pt x="272112" y="4519880"/>
                  <a:pt x="251340" y="4505102"/>
                  <a:pt x="254268" y="4468722"/>
                </a:cubicBezTo>
                <a:cubicBezTo>
                  <a:pt x="266696" y="4435462"/>
                  <a:pt x="236001" y="4395418"/>
                  <a:pt x="252728" y="4353998"/>
                </a:cubicBezTo>
                <a:cubicBezTo>
                  <a:pt x="256750" y="4339008"/>
                  <a:pt x="256168" y="4294115"/>
                  <a:pt x="248123" y="4286542"/>
                </a:cubicBezTo>
                <a:cubicBezTo>
                  <a:pt x="246365" y="4277371"/>
                  <a:pt x="249194" y="4266107"/>
                  <a:pt x="240584" y="4262777"/>
                </a:cubicBezTo>
                <a:cubicBezTo>
                  <a:pt x="230221" y="4256829"/>
                  <a:pt x="246153" y="4222259"/>
                  <a:pt x="233949" y="4228340"/>
                </a:cubicBezTo>
                <a:cubicBezTo>
                  <a:pt x="244865" y="4203839"/>
                  <a:pt x="223150" y="4187902"/>
                  <a:pt x="217758" y="4169004"/>
                </a:cubicBezTo>
                <a:cubicBezTo>
                  <a:pt x="228596" y="4149446"/>
                  <a:pt x="206597" y="4129080"/>
                  <a:pt x="203797" y="4086781"/>
                </a:cubicBezTo>
                <a:cubicBezTo>
                  <a:pt x="216334" y="4065199"/>
                  <a:pt x="201740" y="4058317"/>
                  <a:pt x="218344" y="4018957"/>
                </a:cubicBezTo>
                <a:cubicBezTo>
                  <a:pt x="216630" y="4017979"/>
                  <a:pt x="215034" y="4016614"/>
                  <a:pt x="213609" y="4014902"/>
                </a:cubicBezTo>
                <a:cubicBezTo>
                  <a:pt x="205325" y="4004955"/>
                  <a:pt x="204424" y="3985729"/>
                  <a:pt x="211594" y="3971964"/>
                </a:cubicBezTo>
                <a:cubicBezTo>
                  <a:pt x="233561" y="3910433"/>
                  <a:pt x="230991" y="3860613"/>
                  <a:pt x="234357" y="3812226"/>
                </a:cubicBezTo>
                <a:cubicBezTo>
                  <a:pt x="235501" y="3758242"/>
                  <a:pt x="209185" y="3801364"/>
                  <a:pt x="229596" y="3728573"/>
                </a:cubicBezTo>
                <a:cubicBezTo>
                  <a:pt x="219804" y="3724174"/>
                  <a:pt x="219047" y="3715890"/>
                  <a:pt x="223099" y="3700384"/>
                </a:cubicBezTo>
                <a:cubicBezTo>
                  <a:pt x="222942" y="3674360"/>
                  <a:pt x="199034" y="3683312"/>
                  <a:pt x="212511" y="3653063"/>
                </a:cubicBezTo>
                <a:cubicBezTo>
                  <a:pt x="207582" y="3623616"/>
                  <a:pt x="199349" y="3555881"/>
                  <a:pt x="193522" y="3523704"/>
                </a:cubicBezTo>
                <a:cubicBezTo>
                  <a:pt x="199728" y="3495169"/>
                  <a:pt x="185963" y="3494025"/>
                  <a:pt x="177551" y="3460001"/>
                </a:cubicBezTo>
                <a:cubicBezTo>
                  <a:pt x="184399" y="3442692"/>
                  <a:pt x="180138" y="3431687"/>
                  <a:pt x="172293" y="3422022"/>
                </a:cubicBezTo>
                <a:cubicBezTo>
                  <a:pt x="172567" y="3386386"/>
                  <a:pt x="159982" y="3357707"/>
                  <a:pt x="153640" y="3319632"/>
                </a:cubicBezTo>
                <a:cubicBezTo>
                  <a:pt x="117352" y="3267571"/>
                  <a:pt x="111308" y="3199530"/>
                  <a:pt x="102580" y="3174350"/>
                </a:cubicBezTo>
                <a:lnTo>
                  <a:pt x="101281" y="3168555"/>
                </a:lnTo>
                <a:cubicBezTo>
                  <a:pt x="101655" y="3163067"/>
                  <a:pt x="102030" y="3157580"/>
                  <a:pt x="102403" y="3152092"/>
                </a:cubicBezTo>
                <a:lnTo>
                  <a:pt x="103597" y="3145797"/>
                </a:lnTo>
                <a:cubicBezTo>
                  <a:pt x="104132" y="3141497"/>
                  <a:pt x="104119" y="3138691"/>
                  <a:pt x="103701" y="3136806"/>
                </a:cubicBezTo>
                <a:lnTo>
                  <a:pt x="108221" y="3088993"/>
                </a:lnTo>
                <a:cubicBezTo>
                  <a:pt x="109464" y="3064872"/>
                  <a:pt x="113188" y="3030250"/>
                  <a:pt x="111158" y="2992081"/>
                </a:cubicBezTo>
                <a:cubicBezTo>
                  <a:pt x="109031" y="2944441"/>
                  <a:pt x="104226" y="2942439"/>
                  <a:pt x="105565" y="2902844"/>
                </a:cubicBezTo>
                <a:cubicBezTo>
                  <a:pt x="107874" y="2897323"/>
                  <a:pt x="101362" y="2801618"/>
                  <a:pt x="105102" y="2797375"/>
                </a:cubicBezTo>
                <a:cubicBezTo>
                  <a:pt x="86174" y="2744941"/>
                  <a:pt x="109804" y="2750735"/>
                  <a:pt x="107241" y="2691357"/>
                </a:cubicBezTo>
                <a:cubicBezTo>
                  <a:pt x="107811" y="2665349"/>
                  <a:pt x="115946" y="2561129"/>
                  <a:pt x="145888" y="2542201"/>
                </a:cubicBezTo>
                <a:cubicBezTo>
                  <a:pt x="170455" y="2427400"/>
                  <a:pt x="123634" y="2367849"/>
                  <a:pt x="136292" y="2250554"/>
                </a:cubicBezTo>
                <a:cubicBezTo>
                  <a:pt x="110877" y="2215639"/>
                  <a:pt x="134601" y="2180816"/>
                  <a:pt x="130310" y="2141581"/>
                </a:cubicBezTo>
                <a:cubicBezTo>
                  <a:pt x="154051" y="2149219"/>
                  <a:pt x="117587" y="2094975"/>
                  <a:pt x="144587" y="2089095"/>
                </a:cubicBezTo>
                <a:cubicBezTo>
                  <a:pt x="142952" y="2082142"/>
                  <a:pt x="140513" y="2075590"/>
                  <a:pt x="137867" y="2069059"/>
                </a:cubicBezTo>
                <a:lnTo>
                  <a:pt x="136492" y="2065634"/>
                </a:lnTo>
                <a:cubicBezTo>
                  <a:pt x="136216" y="2060851"/>
                  <a:pt x="135939" y="2056067"/>
                  <a:pt x="135663" y="2051284"/>
                </a:cubicBezTo>
                <a:lnTo>
                  <a:pt x="124268" y="1960184"/>
                </a:lnTo>
                <a:cubicBezTo>
                  <a:pt x="138968" y="1926370"/>
                  <a:pt x="111716" y="1914873"/>
                  <a:pt x="131257" y="1873060"/>
                </a:cubicBezTo>
                <a:cubicBezTo>
                  <a:pt x="136329" y="1857442"/>
                  <a:pt x="139083" y="1807624"/>
                  <a:pt x="131724" y="1797311"/>
                </a:cubicBezTo>
                <a:cubicBezTo>
                  <a:pt x="130673" y="1786740"/>
                  <a:pt x="134293" y="1774954"/>
                  <a:pt x="126063" y="1769201"/>
                </a:cubicBezTo>
                <a:cubicBezTo>
                  <a:pt x="116300" y="1760126"/>
                  <a:pt x="134551" y="1725705"/>
                  <a:pt x="122085" y="1729500"/>
                </a:cubicBezTo>
                <a:cubicBezTo>
                  <a:pt x="134648" y="1705012"/>
                  <a:pt x="114449" y="1682158"/>
                  <a:pt x="110543" y="1659949"/>
                </a:cubicBezTo>
                <a:cubicBezTo>
                  <a:pt x="122664" y="1640913"/>
                  <a:pt x="102513" y="1613087"/>
                  <a:pt x="102892" y="1565607"/>
                </a:cubicBezTo>
                <a:cubicBezTo>
                  <a:pt x="116835" y="1544742"/>
                  <a:pt x="102976" y="1533616"/>
                  <a:pt x="122245" y="1494057"/>
                </a:cubicBezTo>
                <a:cubicBezTo>
                  <a:pt x="120629" y="1492563"/>
                  <a:pt x="119160" y="1490668"/>
                  <a:pt x="117883" y="1488429"/>
                </a:cubicBezTo>
                <a:cubicBezTo>
                  <a:pt x="110465" y="1475431"/>
                  <a:pt x="111002" y="1453942"/>
                  <a:pt x="119083" y="1440433"/>
                </a:cubicBezTo>
                <a:cubicBezTo>
                  <a:pt x="145274" y="1377630"/>
                  <a:pt x="146438" y="1321884"/>
                  <a:pt x="153340" y="1269148"/>
                </a:cubicBezTo>
                <a:cubicBezTo>
                  <a:pt x="158467" y="1209690"/>
                  <a:pt x="129360" y="1251077"/>
                  <a:pt x="154855" y="1175439"/>
                </a:cubicBezTo>
                <a:cubicBezTo>
                  <a:pt x="145538" y="1168218"/>
                  <a:pt x="145408" y="1158868"/>
                  <a:pt x="150548" y="1142685"/>
                </a:cubicBezTo>
                <a:cubicBezTo>
                  <a:pt x="152321" y="1113850"/>
                  <a:pt x="128121" y="1118007"/>
                  <a:pt x="143630" y="1087778"/>
                </a:cubicBezTo>
                <a:cubicBezTo>
                  <a:pt x="139451" y="1064261"/>
                  <a:pt x="125971" y="1018012"/>
                  <a:pt x="125476" y="1001580"/>
                </a:cubicBezTo>
                <a:cubicBezTo>
                  <a:pt x="123958" y="976962"/>
                  <a:pt x="134851" y="962709"/>
                  <a:pt x="134526" y="940069"/>
                </a:cubicBezTo>
                <a:cubicBezTo>
                  <a:pt x="142751" y="909988"/>
                  <a:pt x="129284" y="905409"/>
                  <a:pt x="123523" y="865739"/>
                </a:cubicBezTo>
                <a:cubicBezTo>
                  <a:pt x="131549" y="848234"/>
                  <a:pt x="128173" y="835030"/>
                  <a:pt x="121164" y="822450"/>
                </a:cubicBezTo>
                <a:cubicBezTo>
                  <a:pt x="124077" y="783082"/>
                  <a:pt x="113811" y="748321"/>
                  <a:pt x="110389" y="704665"/>
                </a:cubicBezTo>
                <a:cubicBezTo>
                  <a:pt x="120144" y="656264"/>
                  <a:pt x="99869" y="633697"/>
                  <a:pt x="96299" y="587032"/>
                </a:cubicBezTo>
                <a:cubicBezTo>
                  <a:pt x="87861" y="539988"/>
                  <a:pt x="66571" y="452493"/>
                  <a:pt x="59759" y="422399"/>
                </a:cubicBezTo>
                <a:cubicBezTo>
                  <a:pt x="62865" y="416491"/>
                  <a:pt x="59682" y="404768"/>
                  <a:pt x="55429" y="406467"/>
                </a:cubicBezTo>
                <a:cubicBezTo>
                  <a:pt x="56742" y="400038"/>
                  <a:pt x="64884" y="384166"/>
                  <a:pt x="58062" y="383409"/>
                </a:cubicBezTo>
                <a:cubicBezTo>
                  <a:pt x="57210" y="351894"/>
                  <a:pt x="61145" y="320031"/>
                  <a:pt x="69487" y="290892"/>
                </a:cubicBezTo>
                <a:cubicBezTo>
                  <a:pt x="57686" y="231306"/>
                  <a:pt x="89539" y="260845"/>
                  <a:pt x="86198" y="217175"/>
                </a:cubicBezTo>
                <a:cubicBezTo>
                  <a:pt x="72715" y="183379"/>
                  <a:pt x="83646" y="168958"/>
                  <a:pt x="74643" y="129155"/>
                </a:cubicBezTo>
                <a:cubicBezTo>
                  <a:pt x="96697" y="112411"/>
                  <a:pt x="72236" y="90977"/>
                  <a:pt x="78417" y="74202"/>
                </a:cubicBezTo>
                <a:cubicBezTo>
                  <a:pt x="59029" y="57686"/>
                  <a:pt x="81827" y="29115"/>
                  <a:pt x="94183" y="468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585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3"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1 Título"/>
          <p:cNvSpPr>
            <a:spLocks noGrp="1"/>
          </p:cNvSpPr>
          <p:nvPr>
            <p:ph type="title"/>
          </p:nvPr>
        </p:nvSpPr>
        <p:spPr>
          <a:xfrm>
            <a:off x="640661" y="841248"/>
            <a:ext cx="3660968" cy="5340097"/>
          </a:xfrm>
        </p:spPr>
        <p:txBody>
          <a:bodyPr anchor="ctr">
            <a:normAutofit/>
          </a:bodyPr>
          <a:lstStyle/>
          <a:p>
            <a:r>
              <a:rPr lang="es-CR" sz="4800" b="1" dirty="0">
                <a:solidFill>
                  <a:schemeClr val="bg1"/>
                </a:solidFill>
              </a:rPr>
              <a:t>Imposibilidad de pruebas exhaustivas</a:t>
            </a:r>
          </a:p>
        </p:txBody>
      </p:sp>
      <p:graphicFrame>
        <p:nvGraphicFramePr>
          <p:cNvPr id="3" name="2 Marcador de contenido"/>
          <p:cNvGraphicFramePr>
            <a:graphicFrameLocks noGrp="1"/>
          </p:cNvGraphicFramePr>
          <p:nvPr>
            <p:ph idx="1"/>
            <p:extLst>
              <p:ext uri="{D42A27DB-BD31-4B8C-83A1-F6EECF244321}">
                <p14:modId xmlns:p14="http://schemas.microsoft.com/office/powerpoint/2010/main" val="256290837"/>
              </p:ext>
            </p:extLst>
          </p:nvPr>
        </p:nvGraphicFramePr>
        <p:xfrm>
          <a:off x="4878309" y="231006"/>
          <a:ext cx="7178468"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4295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7AA8B77-6EC5-A3DC-398D-14E05A20DD74}"/>
              </a:ext>
            </a:extLst>
          </p:cNvPr>
          <p:cNvSpPr>
            <a:spLocks noGrp="1"/>
          </p:cNvSpPr>
          <p:nvPr>
            <p:ph type="title"/>
          </p:nvPr>
        </p:nvSpPr>
        <p:spPr>
          <a:xfrm>
            <a:off x="838200" y="365125"/>
            <a:ext cx="10515600" cy="1325563"/>
          </a:xfrm>
        </p:spPr>
        <p:txBody>
          <a:bodyPr>
            <a:normAutofit/>
          </a:bodyPr>
          <a:lstStyle/>
          <a:p>
            <a:r>
              <a:rPr lang="es-CR" sz="5400" b="1" dirty="0"/>
              <a:t>Beneficios de las pruebas tempranas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E2D63F89-59E8-4D22-58E6-BA51A426D70B}"/>
              </a:ext>
            </a:extLst>
          </p:cNvPr>
          <p:cNvGraphicFramePr>
            <a:graphicFrameLocks noGrp="1"/>
          </p:cNvGraphicFramePr>
          <p:nvPr>
            <p:ph idx="1"/>
            <p:extLst>
              <p:ext uri="{D42A27DB-BD31-4B8C-83A1-F6EECF244321}">
                <p14:modId xmlns:p14="http://schemas.microsoft.com/office/powerpoint/2010/main" val="3517510296"/>
              </p:ext>
            </p:extLst>
          </p:nvPr>
        </p:nvGraphicFramePr>
        <p:xfrm>
          <a:off x="179295" y="2074101"/>
          <a:ext cx="11672046" cy="4541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4379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normAutofit/>
          </a:bodyPr>
          <a:lstStyle/>
          <a:p>
            <a:r>
              <a:rPr lang="es-CR" dirty="0">
                <a:solidFill>
                  <a:schemeClr val="tx1"/>
                </a:solidFill>
              </a:rPr>
              <a:t>Agrupamiento de defectos</a:t>
            </a:r>
          </a:p>
        </p:txBody>
      </p:sp>
      <p:sp>
        <p:nvSpPr>
          <p:cNvPr id="3" name="Marcador de texto 2">
            <a:extLst>
              <a:ext uri="{FF2B5EF4-FFF2-40B4-BE49-F238E27FC236}">
                <a16:creationId xmlns:a16="http://schemas.microsoft.com/office/drawing/2014/main" id="{8E2611CF-C503-62F0-6CD7-B6366CE30B1E}"/>
              </a:ext>
            </a:extLst>
          </p:cNvPr>
          <p:cNvSpPr>
            <a:spLocks noGrp="1"/>
          </p:cNvSpPr>
          <p:nvPr>
            <p:ph type="body" sz="half" idx="2"/>
          </p:nvPr>
        </p:nvSpPr>
        <p:spPr/>
        <p:txBody>
          <a:bodyPr/>
          <a:lstStyle/>
          <a:p>
            <a:r>
              <a:rPr lang="es-CR" sz="1600" dirty="0"/>
              <a:t>Los estudios han demostrado por largo tiempo y continúan mostrando la </a:t>
            </a:r>
            <a:r>
              <a:rPr lang="es-CR" sz="1600" b="1" dirty="0"/>
              <a:t>distribución desigual de los defectos</a:t>
            </a:r>
          </a:p>
          <a:p>
            <a:pPr lvl="1"/>
            <a:r>
              <a:rPr lang="es-CR" sz="1400" dirty="0"/>
              <a:t>MVS (Sistema Operativo </a:t>
            </a:r>
            <a:r>
              <a:rPr lang="es-CR" sz="1400" dirty="0" err="1"/>
              <a:t>Multiple</a:t>
            </a:r>
            <a:r>
              <a:rPr lang="es-CR" sz="1400" dirty="0"/>
              <a:t> Virtual Storage): 38% de defectos de campo en el 4% de los módulos</a:t>
            </a:r>
          </a:p>
          <a:p>
            <a:pPr lvl="1"/>
            <a:r>
              <a:rPr lang="es-CR" sz="1400" dirty="0"/>
              <a:t>IMS (IBM </a:t>
            </a:r>
            <a:r>
              <a:rPr lang="es-CR" sz="1400" dirty="0" err="1"/>
              <a:t>Information</a:t>
            </a:r>
            <a:r>
              <a:rPr lang="es-CR" sz="1400" dirty="0"/>
              <a:t> Management </a:t>
            </a:r>
            <a:r>
              <a:rPr lang="es-CR" sz="1400" dirty="0" err="1"/>
              <a:t>System</a:t>
            </a:r>
            <a:r>
              <a:rPr lang="es-CR" sz="1400" dirty="0"/>
              <a:t>): 57% de defectos de campo en el 7% de los módulos</a:t>
            </a:r>
          </a:p>
          <a:p>
            <a:r>
              <a:rPr lang="es-CR" sz="1600" dirty="0" err="1"/>
              <a:t>Capers</a:t>
            </a:r>
            <a:r>
              <a:rPr lang="es-CR" sz="1600" dirty="0"/>
              <a:t> Jones reporta que la </a:t>
            </a:r>
            <a:r>
              <a:rPr lang="es-CR" sz="1600" b="1" dirty="0"/>
              <a:t>presencia excesiva de módulos propensos a errores causa una reducción del 50% de la productividad en el mantenimiento de software</a:t>
            </a:r>
          </a:p>
          <a:p>
            <a:r>
              <a:rPr lang="es-CR" sz="1600" dirty="0"/>
              <a:t>Regla de </a:t>
            </a:r>
            <a:r>
              <a:rPr lang="es-CR" sz="1600" dirty="0" err="1"/>
              <a:t>pareto</a:t>
            </a:r>
            <a:r>
              <a:rPr lang="es-CR" sz="1600" dirty="0"/>
              <a:t>: 20/80</a:t>
            </a:r>
            <a:endParaRPr lang="es-CR" dirty="0"/>
          </a:p>
        </p:txBody>
      </p:sp>
      <p:graphicFrame>
        <p:nvGraphicFramePr>
          <p:cNvPr id="4" name="5 Marcador de contenido">
            <a:extLst>
              <a:ext uri="{FF2B5EF4-FFF2-40B4-BE49-F238E27FC236}">
                <a16:creationId xmlns:a16="http://schemas.microsoft.com/office/drawing/2014/main" id="{54E718E5-2571-5155-FE2C-4640733A552C}"/>
              </a:ext>
            </a:extLst>
          </p:cNvPr>
          <p:cNvGraphicFramePr>
            <a:graphicFrameLocks noGrp="1"/>
          </p:cNvGraphicFramePr>
          <p:nvPr>
            <p:ph idx="1"/>
            <p:extLst>
              <p:ext uri="{D42A27DB-BD31-4B8C-83A1-F6EECF244321}">
                <p14:modId xmlns:p14="http://schemas.microsoft.com/office/powerpoint/2010/main" val="2389513616"/>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29140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Título"/>
          <p:cNvSpPr>
            <a:spLocks noGrp="1"/>
          </p:cNvSpPr>
          <p:nvPr>
            <p:ph type="title"/>
          </p:nvPr>
        </p:nvSpPr>
        <p:spPr>
          <a:xfrm>
            <a:off x="268942" y="325369"/>
            <a:ext cx="5255558" cy="1956841"/>
          </a:xfrm>
        </p:spPr>
        <p:txBody>
          <a:bodyPr vert="horz" lIns="91440" tIns="45720" rIns="91440" bIns="45720" rtlCol="0" anchor="b">
            <a:normAutofit/>
          </a:bodyPr>
          <a:lstStyle/>
          <a:p>
            <a:r>
              <a:rPr lang="en-US" sz="5400" dirty="0" err="1"/>
              <a:t>Paradoja</a:t>
            </a:r>
            <a:r>
              <a:rPr lang="en-US" sz="5400" dirty="0"/>
              <a:t> del </a:t>
            </a:r>
            <a:r>
              <a:rPr lang="en-US" sz="5400" dirty="0" err="1"/>
              <a:t>pesticida</a:t>
            </a:r>
            <a:endParaRPr lang="en-US" sz="5400" dirty="0"/>
          </a:p>
        </p:txBody>
      </p:sp>
      <p:sp>
        <p:nvSpPr>
          <p:cNvPr id="615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Marcador de contenido"/>
          <p:cNvSpPr>
            <a:spLocks noGrp="1"/>
          </p:cNvSpPr>
          <p:nvPr>
            <p:ph type="body" sz="quarter" idx="11"/>
          </p:nvPr>
        </p:nvSpPr>
        <p:spPr>
          <a:xfrm>
            <a:off x="197226" y="2872899"/>
            <a:ext cx="5041236" cy="3778554"/>
          </a:xfrm>
          <a:prstGeom prst="rect">
            <a:avLst/>
          </a:prstGeom>
        </p:spPr>
        <p:txBody>
          <a:bodyPr vert="horz" lIns="91440" tIns="45720" rIns="91440" bIns="45720" rtlCol="0">
            <a:normAutofit/>
          </a:bodyPr>
          <a:lstStyle/>
          <a:p>
            <a:pPr indent="-228600" algn="just">
              <a:lnSpc>
                <a:spcPct val="90000"/>
              </a:lnSpc>
              <a:buFont typeface="Arial" panose="020B0604020202020204" pitchFamily="34" charset="0"/>
              <a:buChar char="•"/>
            </a:pPr>
            <a:r>
              <a:rPr lang="en-US" sz="2000" dirty="0" err="1">
                <a:solidFill>
                  <a:schemeClr val="tx1"/>
                </a:solidFill>
              </a:rPr>
              <a:t>Regrese</a:t>
            </a:r>
            <a:r>
              <a:rPr lang="en-US" sz="2000" dirty="0">
                <a:solidFill>
                  <a:schemeClr val="tx1"/>
                </a:solidFill>
              </a:rPr>
              <a:t> a </a:t>
            </a:r>
            <a:r>
              <a:rPr lang="en-US" sz="2000" dirty="0" err="1">
                <a:solidFill>
                  <a:schemeClr val="tx1"/>
                </a:solidFill>
              </a:rPr>
              <a:t>su</a:t>
            </a:r>
            <a:r>
              <a:rPr lang="en-US" sz="2000" dirty="0">
                <a:solidFill>
                  <a:schemeClr val="tx1"/>
                </a:solidFill>
              </a:rPr>
              <a:t> </a:t>
            </a:r>
            <a:r>
              <a:rPr lang="en-US" sz="2000" dirty="0" err="1">
                <a:solidFill>
                  <a:schemeClr val="tx1"/>
                </a:solidFill>
              </a:rPr>
              <a:t>huerta</a:t>
            </a:r>
            <a:endParaRPr lang="en-US" sz="2000" dirty="0">
              <a:solidFill>
                <a:schemeClr val="tx1"/>
              </a:solidFill>
            </a:endParaRPr>
          </a:p>
          <a:p>
            <a:pPr indent="-228600" algn="just">
              <a:lnSpc>
                <a:spcPct val="90000"/>
              </a:lnSpc>
              <a:buFont typeface="Arial" panose="020B0604020202020204" pitchFamily="34" charset="0"/>
              <a:buChar char="•"/>
            </a:pPr>
            <a:r>
              <a:rPr lang="en-US" sz="2000" dirty="0" err="1">
                <a:solidFill>
                  <a:schemeClr val="tx1"/>
                </a:solidFill>
              </a:rPr>
              <a:t>Usted</a:t>
            </a:r>
            <a:r>
              <a:rPr lang="en-US" sz="2000" dirty="0">
                <a:solidFill>
                  <a:schemeClr val="tx1"/>
                </a:solidFill>
              </a:rPr>
              <a:t> </a:t>
            </a:r>
            <a:r>
              <a:rPr lang="en-US" sz="2000" dirty="0" err="1">
                <a:solidFill>
                  <a:schemeClr val="tx1"/>
                </a:solidFill>
              </a:rPr>
              <a:t>rocía</a:t>
            </a:r>
            <a:r>
              <a:rPr lang="en-US" sz="2000" dirty="0">
                <a:solidFill>
                  <a:schemeClr val="tx1"/>
                </a:solidFill>
              </a:rPr>
              <a:t> un </a:t>
            </a:r>
            <a:r>
              <a:rPr lang="en-US" sz="2000" dirty="0" err="1">
                <a:solidFill>
                  <a:schemeClr val="tx1"/>
                </a:solidFill>
              </a:rPr>
              <a:t>pesticida</a:t>
            </a:r>
            <a:r>
              <a:rPr lang="en-US" sz="2000" dirty="0">
                <a:solidFill>
                  <a:schemeClr val="tx1"/>
                </a:solidFill>
              </a:rPr>
              <a:t> </a:t>
            </a:r>
            <a:r>
              <a:rPr lang="en-US" sz="2000" dirty="0" err="1">
                <a:solidFill>
                  <a:schemeClr val="tx1"/>
                </a:solidFill>
              </a:rPr>
              <a:t>en</a:t>
            </a:r>
            <a:r>
              <a:rPr lang="en-US" sz="2000" dirty="0">
                <a:solidFill>
                  <a:schemeClr val="tx1"/>
                </a:solidFill>
              </a:rPr>
              <a:t> </a:t>
            </a:r>
            <a:r>
              <a:rPr lang="en-US" sz="2000" dirty="0" err="1">
                <a:solidFill>
                  <a:schemeClr val="tx1"/>
                </a:solidFill>
              </a:rPr>
              <a:t>su</a:t>
            </a:r>
            <a:r>
              <a:rPr lang="en-US" sz="2000" dirty="0">
                <a:solidFill>
                  <a:schemeClr val="tx1"/>
                </a:solidFill>
              </a:rPr>
              <a:t> </a:t>
            </a:r>
            <a:r>
              <a:rPr lang="en-US" sz="2000" dirty="0" err="1">
                <a:solidFill>
                  <a:schemeClr val="tx1"/>
                </a:solidFill>
              </a:rPr>
              <a:t>huerta</a:t>
            </a:r>
            <a:r>
              <a:rPr lang="en-US" sz="2000" dirty="0">
                <a:solidFill>
                  <a:schemeClr val="tx1"/>
                </a:solidFill>
              </a:rPr>
              <a:t>, y </a:t>
            </a:r>
            <a:r>
              <a:rPr lang="en-US" sz="2000" dirty="0" err="1">
                <a:solidFill>
                  <a:schemeClr val="tx1"/>
                </a:solidFill>
              </a:rPr>
              <a:t>los</a:t>
            </a:r>
            <a:r>
              <a:rPr lang="en-US" sz="2000" dirty="0">
                <a:solidFill>
                  <a:schemeClr val="tx1"/>
                </a:solidFill>
              </a:rPr>
              <a:t> </a:t>
            </a:r>
            <a:r>
              <a:rPr lang="en-US" sz="2000" dirty="0" err="1">
                <a:solidFill>
                  <a:schemeClr val="tx1"/>
                </a:solidFill>
              </a:rPr>
              <a:t>gusanos</a:t>
            </a:r>
            <a:r>
              <a:rPr lang="en-US" sz="2000" dirty="0">
                <a:solidFill>
                  <a:schemeClr val="tx1"/>
                </a:solidFill>
              </a:rPr>
              <a:t> </a:t>
            </a:r>
            <a:r>
              <a:rPr lang="en-US" sz="2000" dirty="0" err="1">
                <a:solidFill>
                  <a:schemeClr val="tx1"/>
                </a:solidFill>
              </a:rPr>
              <a:t>picudos</a:t>
            </a:r>
            <a:r>
              <a:rPr lang="en-US" sz="2000" dirty="0">
                <a:solidFill>
                  <a:schemeClr val="tx1"/>
                </a:solidFill>
              </a:rPr>
              <a:t> </a:t>
            </a:r>
            <a:r>
              <a:rPr lang="en-US" sz="2000" dirty="0" err="1">
                <a:solidFill>
                  <a:schemeClr val="tx1"/>
                </a:solidFill>
              </a:rPr>
              <a:t>mueren</a:t>
            </a:r>
            <a:r>
              <a:rPr lang="en-US" sz="2000" dirty="0">
                <a:solidFill>
                  <a:schemeClr val="tx1"/>
                </a:solidFill>
              </a:rPr>
              <a:t>, </a:t>
            </a:r>
            <a:r>
              <a:rPr lang="en-US" sz="2000" dirty="0" err="1">
                <a:solidFill>
                  <a:schemeClr val="tx1"/>
                </a:solidFill>
              </a:rPr>
              <a:t>pero</a:t>
            </a:r>
            <a:r>
              <a:rPr lang="en-US" sz="2000" dirty="0">
                <a:solidFill>
                  <a:schemeClr val="tx1"/>
                </a:solidFill>
              </a:rPr>
              <a:t> </a:t>
            </a:r>
            <a:r>
              <a:rPr lang="en-US" sz="2000" dirty="0" err="1">
                <a:solidFill>
                  <a:schemeClr val="tx1"/>
                </a:solidFill>
              </a:rPr>
              <a:t>el</a:t>
            </a:r>
            <a:r>
              <a:rPr lang="en-US" sz="2000" dirty="0">
                <a:solidFill>
                  <a:schemeClr val="tx1"/>
                </a:solidFill>
              </a:rPr>
              <a:t> </a:t>
            </a:r>
            <a:r>
              <a:rPr lang="en-US" sz="2000" dirty="0" err="1">
                <a:solidFill>
                  <a:schemeClr val="tx1"/>
                </a:solidFill>
              </a:rPr>
              <a:t>pesticida</a:t>
            </a:r>
            <a:r>
              <a:rPr lang="en-US" sz="2000" dirty="0">
                <a:solidFill>
                  <a:schemeClr val="tx1"/>
                </a:solidFill>
              </a:rPr>
              <a:t> no es </a:t>
            </a:r>
            <a:r>
              <a:rPr lang="en-US" sz="2000" dirty="0" err="1">
                <a:solidFill>
                  <a:schemeClr val="tx1"/>
                </a:solidFill>
              </a:rPr>
              <a:t>eficaz</a:t>
            </a:r>
            <a:r>
              <a:rPr lang="en-US" sz="2000" dirty="0">
                <a:solidFill>
                  <a:schemeClr val="tx1"/>
                </a:solidFill>
              </a:rPr>
              <a:t> contra </a:t>
            </a:r>
            <a:r>
              <a:rPr lang="en-US" sz="2000" dirty="0" err="1">
                <a:solidFill>
                  <a:schemeClr val="tx1"/>
                </a:solidFill>
              </a:rPr>
              <a:t>todos</a:t>
            </a:r>
            <a:r>
              <a:rPr lang="en-US" sz="2000" dirty="0">
                <a:solidFill>
                  <a:schemeClr val="tx1"/>
                </a:solidFill>
              </a:rPr>
              <a:t> </a:t>
            </a:r>
            <a:r>
              <a:rPr lang="en-US" sz="2000" dirty="0" err="1">
                <a:solidFill>
                  <a:schemeClr val="tx1"/>
                </a:solidFill>
              </a:rPr>
              <a:t>los</a:t>
            </a:r>
            <a:r>
              <a:rPr lang="en-US" sz="2000" dirty="0">
                <a:solidFill>
                  <a:schemeClr val="tx1"/>
                </a:solidFill>
              </a:rPr>
              <a:t> </a:t>
            </a:r>
            <a:r>
              <a:rPr lang="en-US" sz="2000" dirty="0" err="1">
                <a:solidFill>
                  <a:schemeClr val="tx1"/>
                </a:solidFill>
              </a:rPr>
              <a:t>insectos</a:t>
            </a:r>
            <a:endParaRPr lang="en-US" sz="2000" dirty="0">
              <a:solidFill>
                <a:schemeClr val="tx1"/>
              </a:solidFill>
            </a:endParaRPr>
          </a:p>
          <a:p>
            <a:pPr indent="-228600" algn="just">
              <a:lnSpc>
                <a:spcPct val="90000"/>
              </a:lnSpc>
              <a:buFont typeface="Arial" panose="020B0604020202020204" pitchFamily="34" charset="0"/>
              <a:buChar char="•"/>
            </a:pPr>
            <a:r>
              <a:rPr lang="en-US" sz="2000" dirty="0" err="1">
                <a:solidFill>
                  <a:schemeClr val="tx1"/>
                </a:solidFill>
              </a:rPr>
              <a:t>Así</a:t>
            </a:r>
            <a:r>
              <a:rPr lang="en-US" sz="2000" dirty="0">
                <a:solidFill>
                  <a:schemeClr val="tx1"/>
                </a:solidFill>
              </a:rPr>
              <a:t> </a:t>
            </a:r>
            <a:r>
              <a:rPr lang="en-US" sz="2000" dirty="0" err="1">
                <a:solidFill>
                  <a:schemeClr val="tx1"/>
                </a:solidFill>
              </a:rPr>
              <a:t>como</a:t>
            </a:r>
            <a:r>
              <a:rPr lang="en-US" sz="2000" dirty="0">
                <a:solidFill>
                  <a:schemeClr val="tx1"/>
                </a:solidFill>
              </a:rPr>
              <a:t> </a:t>
            </a:r>
            <a:r>
              <a:rPr lang="en-US" sz="2000" dirty="0" err="1">
                <a:solidFill>
                  <a:schemeClr val="tx1"/>
                </a:solidFill>
              </a:rPr>
              <a:t>los</a:t>
            </a:r>
            <a:r>
              <a:rPr lang="en-US" sz="2000" dirty="0">
                <a:solidFill>
                  <a:schemeClr val="tx1"/>
                </a:solidFill>
              </a:rPr>
              <a:t> </a:t>
            </a:r>
            <a:r>
              <a:rPr lang="en-US" sz="2000" dirty="0" err="1">
                <a:solidFill>
                  <a:schemeClr val="tx1"/>
                </a:solidFill>
              </a:rPr>
              <a:t>pesticidas</a:t>
            </a:r>
            <a:r>
              <a:rPr lang="en-US" sz="2000" dirty="0">
                <a:solidFill>
                  <a:schemeClr val="tx1"/>
                </a:solidFill>
              </a:rPr>
              <a:t> se </a:t>
            </a:r>
            <a:r>
              <a:rPr lang="en-US" sz="2000" dirty="0" err="1">
                <a:solidFill>
                  <a:schemeClr val="tx1"/>
                </a:solidFill>
              </a:rPr>
              <a:t>vuelven</a:t>
            </a:r>
            <a:r>
              <a:rPr lang="en-US" sz="2000" dirty="0">
                <a:solidFill>
                  <a:schemeClr val="tx1"/>
                </a:solidFill>
              </a:rPr>
              <a:t> </a:t>
            </a:r>
            <a:r>
              <a:rPr lang="en-US" sz="2000" dirty="0" err="1">
                <a:solidFill>
                  <a:schemeClr val="tx1"/>
                </a:solidFill>
              </a:rPr>
              <a:t>menos</a:t>
            </a:r>
            <a:r>
              <a:rPr lang="en-US" sz="2000" dirty="0">
                <a:solidFill>
                  <a:schemeClr val="tx1"/>
                </a:solidFill>
              </a:rPr>
              <a:t> </a:t>
            </a:r>
            <a:r>
              <a:rPr lang="en-US" sz="2000" dirty="0" err="1">
                <a:solidFill>
                  <a:schemeClr val="tx1"/>
                </a:solidFill>
              </a:rPr>
              <a:t>eficaces</a:t>
            </a:r>
            <a:r>
              <a:rPr lang="en-US" sz="2000" dirty="0">
                <a:solidFill>
                  <a:schemeClr val="tx1"/>
                </a:solidFill>
              </a:rPr>
              <a:t>, </a:t>
            </a:r>
            <a:r>
              <a:rPr lang="en-US" sz="2000" dirty="0" err="1">
                <a:solidFill>
                  <a:schemeClr val="tx1"/>
                </a:solidFill>
              </a:rPr>
              <a:t>también</a:t>
            </a:r>
            <a:r>
              <a:rPr lang="en-US" sz="2000" dirty="0">
                <a:solidFill>
                  <a:schemeClr val="tx1"/>
                </a:solidFill>
              </a:rPr>
              <a:t> lo </a:t>
            </a:r>
            <a:r>
              <a:rPr lang="en-US" sz="2000" dirty="0" err="1">
                <a:solidFill>
                  <a:schemeClr val="tx1"/>
                </a:solidFill>
              </a:rPr>
              <a:t>hacen</a:t>
            </a:r>
            <a:r>
              <a:rPr lang="en-US" sz="2000" dirty="0">
                <a:solidFill>
                  <a:schemeClr val="tx1"/>
                </a:solidFill>
              </a:rPr>
              <a:t> las </a:t>
            </a:r>
            <a:r>
              <a:rPr lang="en-US" sz="2000" dirty="0" err="1">
                <a:solidFill>
                  <a:schemeClr val="tx1"/>
                </a:solidFill>
              </a:rPr>
              <a:t>pruebas</a:t>
            </a:r>
            <a:endParaRPr lang="en-US" sz="2000" dirty="0">
              <a:solidFill>
                <a:schemeClr val="tx1"/>
              </a:solidFill>
            </a:endParaRPr>
          </a:p>
          <a:p>
            <a:pPr indent="-228600" algn="just">
              <a:lnSpc>
                <a:spcPct val="90000"/>
              </a:lnSpc>
              <a:buFont typeface="Arial" panose="020B0604020202020204" pitchFamily="34" charset="0"/>
              <a:buChar char="•"/>
            </a:pPr>
            <a:r>
              <a:rPr lang="en-US" sz="2000" dirty="0">
                <a:solidFill>
                  <a:schemeClr val="tx1"/>
                </a:solidFill>
              </a:rPr>
              <a:t>Las </a:t>
            </a:r>
            <a:r>
              <a:rPr lang="en-US" sz="2000" dirty="0" err="1">
                <a:solidFill>
                  <a:schemeClr val="tx1"/>
                </a:solidFill>
              </a:rPr>
              <a:t>pruebas</a:t>
            </a:r>
            <a:r>
              <a:rPr lang="en-US" sz="2000" dirty="0">
                <a:solidFill>
                  <a:schemeClr val="tx1"/>
                </a:solidFill>
              </a:rPr>
              <a:t> </a:t>
            </a:r>
            <a:r>
              <a:rPr lang="en-US" sz="2000" dirty="0" err="1">
                <a:solidFill>
                  <a:schemeClr val="tx1"/>
                </a:solidFill>
              </a:rPr>
              <a:t>funcionales</a:t>
            </a:r>
            <a:r>
              <a:rPr lang="en-US" sz="2000" dirty="0">
                <a:solidFill>
                  <a:schemeClr val="tx1"/>
                </a:solidFill>
              </a:rPr>
              <a:t> no </a:t>
            </a:r>
            <a:r>
              <a:rPr lang="en-US" sz="2000" dirty="0" err="1">
                <a:solidFill>
                  <a:schemeClr val="tx1"/>
                </a:solidFill>
              </a:rPr>
              <a:t>pueden</a:t>
            </a:r>
            <a:r>
              <a:rPr lang="en-US" sz="2000" dirty="0">
                <a:solidFill>
                  <a:schemeClr val="tx1"/>
                </a:solidFill>
              </a:rPr>
              <a:t> </a:t>
            </a:r>
            <a:r>
              <a:rPr lang="en-US" sz="2000" dirty="0" err="1">
                <a:solidFill>
                  <a:schemeClr val="tx1"/>
                </a:solidFill>
              </a:rPr>
              <a:t>encontrar</a:t>
            </a:r>
            <a:r>
              <a:rPr lang="en-US" sz="2000" dirty="0">
                <a:solidFill>
                  <a:schemeClr val="tx1"/>
                </a:solidFill>
              </a:rPr>
              <a:t> </a:t>
            </a:r>
            <a:r>
              <a:rPr lang="en-US" sz="2000" dirty="0" err="1">
                <a:solidFill>
                  <a:schemeClr val="tx1"/>
                </a:solidFill>
              </a:rPr>
              <a:t>defectos</a:t>
            </a:r>
            <a:r>
              <a:rPr lang="en-US" sz="2000" dirty="0">
                <a:solidFill>
                  <a:schemeClr val="tx1"/>
                </a:solidFill>
              </a:rPr>
              <a:t> de </a:t>
            </a:r>
            <a:r>
              <a:rPr lang="en-US" sz="2000" dirty="0" err="1">
                <a:solidFill>
                  <a:schemeClr val="tx1"/>
                </a:solidFill>
              </a:rPr>
              <a:t>rendimiento</a:t>
            </a:r>
            <a:endParaRPr lang="en-US" sz="2000" dirty="0">
              <a:solidFill>
                <a:schemeClr val="tx1"/>
              </a:solidFill>
            </a:endParaRPr>
          </a:p>
          <a:p>
            <a:pPr indent="-228600" algn="just">
              <a:lnSpc>
                <a:spcPct val="90000"/>
              </a:lnSpc>
              <a:buFont typeface="Arial" panose="020B0604020202020204" pitchFamily="34" charset="0"/>
              <a:buChar char="•"/>
            </a:pPr>
            <a:r>
              <a:rPr lang="en-US" sz="2000" dirty="0" err="1">
                <a:solidFill>
                  <a:schemeClr val="tx1"/>
                </a:solidFill>
              </a:rPr>
              <a:t>Intente</a:t>
            </a:r>
            <a:r>
              <a:rPr lang="en-US" sz="2000" dirty="0">
                <a:solidFill>
                  <a:schemeClr val="tx1"/>
                </a:solidFill>
              </a:rPr>
              <a:t> </a:t>
            </a:r>
            <a:r>
              <a:rPr lang="en-US" sz="2000" dirty="0" err="1">
                <a:solidFill>
                  <a:schemeClr val="tx1"/>
                </a:solidFill>
              </a:rPr>
              <a:t>nuevas</a:t>
            </a:r>
            <a:r>
              <a:rPr lang="en-US" sz="2000" dirty="0">
                <a:solidFill>
                  <a:schemeClr val="tx1"/>
                </a:solidFill>
              </a:rPr>
              <a:t> </a:t>
            </a:r>
            <a:r>
              <a:rPr lang="en-US" sz="2000" dirty="0" err="1">
                <a:solidFill>
                  <a:schemeClr val="tx1"/>
                </a:solidFill>
              </a:rPr>
              <a:t>técnicas</a:t>
            </a:r>
            <a:r>
              <a:rPr lang="en-US" sz="2000" dirty="0">
                <a:solidFill>
                  <a:schemeClr val="tx1"/>
                </a:solidFill>
              </a:rPr>
              <a:t> de </a:t>
            </a:r>
            <a:r>
              <a:rPr lang="en-US" sz="2000" dirty="0" err="1">
                <a:solidFill>
                  <a:schemeClr val="tx1"/>
                </a:solidFill>
              </a:rPr>
              <a:t>pruebas</a:t>
            </a:r>
            <a:r>
              <a:rPr lang="en-US" sz="2000" dirty="0">
                <a:solidFill>
                  <a:schemeClr val="tx1"/>
                </a:solidFill>
              </a:rPr>
              <a:t>, </a:t>
            </a:r>
            <a:r>
              <a:rPr lang="en-US" sz="2000" dirty="0" err="1">
                <a:solidFill>
                  <a:schemeClr val="tx1"/>
                </a:solidFill>
              </a:rPr>
              <a:t>si</a:t>
            </a:r>
            <a:r>
              <a:rPr lang="en-US" sz="2000" dirty="0">
                <a:solidFill>
                  <a:schemeClr val="tx1"/>
                </a:solidFill>
              </a:rPr>
              <a:t> </a:t>
            </a:r>
            <a:r>
              <a:rPr lang="en-US" sz="2000" dirty="0" err="1">
                <a:solidFill>
                  <a:schemeClr val="tx1"/>
                </a:solidFill>
              </a:rPr>
              <a:t>el</a:t>
            </a:r>
            <a:r>
              <a:rPr lang="en-US" sz="2000" dirty="0">
                <a:solidFill>
                  <a:schemeClr val="tx1"/>
                </a:solidFill>
              </a:rPr>
              <a:t> </a:t>
            </a:r>
            <a:r>
              <a:rPr lang="en-US" sz="2000" dirty="0" err="1">
                <a:solidFill>
                  <a:schemeClr val="tx1"/>
                </a:solidFill>
              </a:rPr>
              <a:t>objetivo</a:t>
            </a:r>
            <a:r>
              <a:rPr lang="en-US" sz="2000" dirty="0">
                <a:solidFill>
                  <a:schemeClr val="tx1"/>
                </a:solidFill>
              </a:rPr>
              <a:t> es </a:t>
            </a:r>
            <a:r>
              <a:rPr lang="en-US" sz="2000" dirty="0" err="1">
                <a:solidFill>
                  <a:schemeClr val="tx1"/>
                </a:solidFill>
              </a:rPr>
              <a:t>encontrar</a:t>
            </a:r>
            <a:r>
              <a:rPr lang="en-US" sz="2000" dirty="0">
                <a:solidFill>
                  <a:schemeClr val="tx1"/>
                </a:solidFill>
              </a:rPr>
              <a:t> </a:t>
            </a:r>
            <a:r>
              <a:rPr lang="en-US" sz="2000" dirty="0" err="1">
                <a:solidFill>
                  <a:schemeClr val="tx1"/>
                </a:solidFill>
              </a:rPr>
              <a:t>defectos</a:t>
            </a:r>
            <a:endParaRPr lang="en-US" sz="2000" dirty="0">
              <a:solidFill>
                <a:schemeClr val="tx1"/>
              </a:solidFill>
            </a:endParaRPr>
          </a:p>
        </p:txBody>
      </p:sp>
      <p:pic>
        <p:nvPicPr>
          <p:cNvPr id="6146" name="Picture 2" descr="https://wesfiles.wesleyan.edu/home/fstarr/web/publications/images/phys-rev-focus-june200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898" r="10612"/>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spTree>
    <p:extLst>
      <p:ext uri="{BB962C8B-B14F-4D97-AF65-F5344CB8AC3E}">
        <p14:creationId xmlns:p14="http://schemas.microsoft.com/office/powerpoint/2010/main" val="414615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ítulo 4"/>
          <p:cNvSpPr>
            <a:spLocks noGrp="1"/>
          </p:cNvSpPr>
          <p:nvPr>
            <p:ph type="title"/>
          </p:nvPr>
        </p:nvSpPr>
        <p:spPr>
          <a:xfrm>
            <a:off x="147194" y="221693"/>
            <a:ext cx="6665982" cy="1325563"/>
          </a:xfrm>
        </p:spPr>
        <p:txBody>
          <a:bodyPr>
            <a:normAutofit/>
          </a:bodyPr>
          <a:lstStyle/>
          <a:p>
            <a:pPr lvl="0"/>
            <a:r>
              <a:rPr lang="es-CR" sz="3600" b="1"/>
              <a:t>Las pruebas deberían adaptarse a necesidades específicas</a:t>
            </a:r>
            <a:endParaRPr lang="es-CR" sz="3600" b="1" dirty="0"/>
          </a:p>
        </p:txBody>
      </p:sp>
      <p:sp>
        <p:nvSpPr>
          <p:cNvPr id="6" name="Marcador de contenido 5"/>
          <p:cNvSpPr>
            <a:spLocks noGrp="1"/>
          </p:cNvSpPr>
          <p:nvPr>
            <p:ph idx="1"/>
          </p:nvPr>
        </p:nvSpPr>
        <p:spPr>
          <a:xfrm>
            <a:off x="147194" y="1547503"/>
            <a:ext cx="6084367" cy="5122238"/>
          </a:xfrm>
        </p:spPr>
        <p:txBody>
          <a:bodyPr>
            <a:normAutofit fontScale="92500" lnSpcReduction="20000"/>
          </a:bodyPr>
          <a:lstStyle/>
          <a:p>
            <a:pPr algn="just" fontAlgn="base"/>
            <a:r>
              <a:rPr lang="es-CR" sz="2000" dirty="0"/>
              <a:t>Las pruebas se realizan de manera diferente en diferentes contextos. Por ejemplo, la seguridad del software será testeada de forma diferente en un sitio de comercio electrónico que uno donde se comparten fotografías.</a:t>
            </a:r>
          </a:p>
          <a:p>
            <a:pPr algn="just" fontAlgn="base"/>
            <a:r>
              <a:rPr lang="es-CR" sz="2000" dirty="0"/>
              <a:t>No todos los sistemas de software llevan el mismo nivel de riesgo y no todos los problemas tienen el mismo impacto cuando se producen. Algunos de los problemas que encontramos en el uso de software son bastante triviales, pero otros pueden ser costosos y perjudiciales – provocando pérdida de reputación, de dinero, tiempo o de negocios – e incluso puede resultar en lesiones o la muerte.</a:t>
            </a:r>
          </a:p>
          <a:p>
            <a:pPr algn="just" fontAlgn="base"/>
            <a:r>
              <a:rPr lang="es-CR" sz="2000" dirty="0"/>
              <a:t>A continuación, se detallan algunos ejemplos de fallos de media por KLOC que confirman que las pruebas son dependientes del contexto:</a:t>
            </a:r>
          </a:p>
          <a:p>
            <a:pPr lvl="1" algn="just" fontAlgn="base">
              <a:buFont typeface="Wingdings" panose="05000000000000000000" pitchFamily="2" charset="2"/>
              <a:buChar char="ü"/>
            </a:pPr>
            <a:r>
              <a:rPr lang="es-CR" sz="2000" dirty="0"/>
              <a:t>3 a 10 fallas por cada mil líneas de código (KLOC) típico de software comercial</a:t>
            </a:r>
          </a:p>
          <a:p>
            <a:pPr lvl="1" algn="just" fontAlgn="base">
              <a:buFont typeface="Wingdings" panose="05000000000000000000" pitchFamily="2" charset="2"/>
              <a:buChar char="ü"/>
            </a:pPr>
            <a:r>
              <a:rPr lang="es-CR" sz="2000" dirty="0"/>
              <a:t>1 a 3 fallos por KLOC típico de software industrial</a:t>
            </a:r>
          </a:p>
          <a:p>
            <a:pPr lvl="1" algn="just" fontAlgn="base">
              <a:buFont typeface="Wingdings" panose="05000000000000000000" pitchFamily="2" charset="2"/>
              <a:buChar char="ü"/>
            </a:pPr>
            <a:r>
              <a:rPr lang="es-CR" sz="2000" dirty="0"/>
              <a:t>0,01 fallos por KLOC para el código de lanzamiento de la NASA.</a:t>
            </a:r>
          </a:p>
          <a:p>
            <a:pPr algn="just"/>
            <a:endParaRPr lang="es-CR" sz="2000" dirty="0"/>
          </a:p>
        </p:txBody>
      </p:sp>
      <p:pic>
        <p:nvPicPr>
          <p:cNvPr id="8" name="Picture 7" descr="Diagramas y gráficos vistosos">
            <a:extLst>
              <a:ext uri="{FF2B5EF4-FFF2-40B4-BE49-F238E27FC236}">
                <a16:creationId xmlns:a16="http://schemas.microsoft.com/office/drawing/2014/main" id="{FEAD8A25-93B5-8907-511E-B05FBD28420B}"/>
              </a:ext>
            </a:extLst>
          </p:cNvPr>
          <p:cNvPicPr>
            <a:picLocks noChangeAspect="1"/>
          </p:cNvPicPr>
          <p:nvPr/>
        </p:nvPicPr>
        <p:blipFill rotWithShape="1">
          <a:blip r:embed="rId3"/>
          <a:srcRect l="18729" r="14520"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7"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6156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3664C1-BB29-A447-141D-D80825D4BBFA}"/>
              </a:ext>
            </a:extLst>
          </p:cNvPr>
          <p:cNvSpPr>
            <a:spLocks noGrp="1"/>
          </p:cNvSpPr>
          <p:nvPr>
            <p:ph type="title"/>
          </p:nvPr>
        </p:nvSpPr>
        <p:spPr>
          <a:xfrm>
            <a:off x="635000" y="640823"/>
            <a:ext cx="3418659" cy="5583148"/>
          </a:xfrm>
        </p:spPr>
        <p:txBody>
          <a:bodyPr anchor="ctr">
            <a:normAutofit/>
          </a:bodyPr>
          <a:lstStyle/>
          <a:p>
            <a:r>
              <a:rPr lang="es-CR" sz="5400" b="1" dirty="0"/>
              <a:t>Falacia de la ausencia de errores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4D7F4124-5460-1253-FE2A-DC6AF66D0851}"/>
              </a:ext>
            </a:extLst>
          </p:cNvPr>
          <p:cNvGraphicFramePr>
            <a:graphicFrameLocks noGrp="1"/>
          </p:cNvGraphicFramePr>
          <p:nvPr>
            <p:ph idx="1"/>
            <p:extLst>
              <p:ext uri="{D42A27DB-BD31-4B8C-83A1-F6EECF244321}">
                <p14:modId xmlns:p14="http://schemas.microsoft.com/office/powerpoint/2010/main" val="3185586612"/>
              </p:ext>
            </p:extLst>
          </p:nvPr>
        </p:nvGraphicFramePr>
        <p:xfrm>
          <a:off x="4612159" y="394448"/>
          <a:ext cx="7274682" cy="6275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904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47">
            <a:extLst>
              <a:ext uri="{FF2B5EF4-FFF2-40B4-BE49-F238E27FC236}">
                <a16:creationId xmlns:a16="http://schemas.microsoft.com/office/drawing/2014/main" id="{78FD1E94-B12F-434F-8027-5DBEAC55A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1BC8109F-B452-45EE-8BB3-65433C039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4" name="Título 13">
            <a:extLst>
              <a:ext uri="{FF2B5EF4-FFF2-40B4-BE49-F238E27FC236}">
                <a16:creationId xmlns:a16="http://schemas.microsoft.com/office/drawing/2014/main" id="{119C4446-BAF4-8B5C-7DD2-769B54435163}"/>
              </a:ext>
            </a:extLst>
          </p:cNvPr>
          <p:cNvSpPr>
            <a:spLocks noGrp="1"/>
          </p:cNvSpPr>
          <p:nvPr>
            <p:ph type="title"/>
          </p:nvPr>
        </p:nvSpPr>
        <p:spPr>
          <a:xfrm>
            <a:off x="838200" y="365125"/>
            <a:ext cx="10515600" cy="1325563"/>
          </a:xfrm>
        </p:spPr>
        <p:txBody>
          <a:bodyPr>
            <a:normAutofit/>
          </a:bodyPr>
          <a:lstStyle/>
          <a:p>
            <a:r>
              <a:rPr lang="es-CR" b="1" dirty="0"/>
              <a:t>Psicología de las pruebas</a:t>
            </a:r>
          </a:p>
        </p:txBody>
      </p:sp>
      <p:graphicFrame>
        <p:nvGraphicFramePr>
          <p:cNvPr id="17" name="Marcador de contenido 14">
            <a:extLst>
              <a:ext uri="{FF2B5EF4-FFF2-40B4-BE49-F238E27FC236}">
                <a16:creationId xmlns:a16="http://schemas.microsoft.com/office/drawing/2014/main" id="{38A2F4C9-F26D-6753-2062-4D92E3536752}"/>
              </a:ext>
            </a:extLst>
          </p:cNvPr>
          <p:cNvGraphicFramePr>
            <a:graphicFrameLocks noGrp="1"/>
          </p:cNvGraphicFramePr>
          <p:nvPr>
            <p:ph idx="1"/>
            <p:extLst>
              <p:ext uri="{D42A27DB-BD31-4B8C-83A1-F6EECF244321}">
                <p14:modId xmlns:p14="http://schemas.microsoft.com/office/powerpoint/2010/main" val="3472907556"/>
              </p:ext>
            </p:extLst>
          </p:nvPr>
        </p:nvGraphicFramePr>
        <p:xfrm>
          <a:off x="461680" y="1165410"/>
          <a:ext cx="11264155" cy="4684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3167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ECCC6B2-6765-74D2-00C7-42D061B8B692}"/>
              </a:ext>
            </a:extLst>
          </p:cNvPr>
          <p:cNvPicPr>
            <a:picLocks noChangeAspect="1"/>
          </p:cNvPicPr>
          <p:nvPr/>
        </p:nvPicPr>
        <p:blipFill rotWithShape="1">
          <a:blip r:embed="rId3">
            <a:duotone>
              <a:schemeClr val="bg2">
                <a:shade val="45000"/>
                <a:satMod val="135000"/>
              </a:schemeClr>
              <a:prstClr val="white"/>
            </a:duotone>
          </a:blip>
          <a:srcRect t="14122"/>
          <a:stretch/>
        </p:blipFill>
        <p:spPr>
          <a:xfrm>
            <a:off x="20" y="10"/>
            <a:ext cx="12191980" cy="6857990"/>
          </a:xfrm>
          <a:prstGeom prst="rect">
            <a:avLst/>
          </a:prstGeom>
        </p:spPr>
      </p:pic>
      <p:sp>
        <p:nvSpPr>
          <p:cNvPr id="35" name="Rectangle 3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ítulo 25">
            <a:extLst>
              <a:ext uri="{FF2B5EF4-FFF2-40B4-BE49-F238E27FC236}">
                <a16:creationId xmlns:a16="http://schemas.microsoft.com/office/drawing/2014/main" id="{2D611CB6-3204-97D1-7875-CD53BC9B583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dirty="0"/>
              <a:t>Código de </a:t>
            </a:r>
            <a:r>
              <a:rPr lang="en-US" b="1" dirty="0" err="1"/>
              <a:t>ética</a:t>
            </a:r>
            <a:r>
              <a:rPr lang="en-US" b="1" dirty="0"/>
              <a:t> de las </a:t>
            </a:r>
            <a:r>
              <a:rPr lang="en-US" b="1" dirty="0" err="1"/>
              <a:t>pruebas</a:t>
            </a:r>
            <a:endParaRPr lang="en-US" b="1" dirty="0"/>
          </a:p>
        </p:txBody>
      </p:sp>
      <p:sp>
        <p:nvSpPr>
          <p:cNvPr id="29" name="CuadroTexto 28">
            <a:extLst>
              <a:ext uri="{FF2B5EF4-FFF2-40B4-BE49-F238E27FC236}">
                <a16:creationId xmlns:a16="http://schemas.microsoft.com/office/drawing/2014/main" id="{0A03C042-D13F-AC39-C888-2221949EB7C0}"/>
              </a:ext>
            </a:extLst>
          </p:cNvPr>
          <p:cNvSpPr txBox="1"/>
          <p:nvPr/>
        </p:nvSpPr>
        <p:spPr>
          <a:xfrm>
            <a:off x="474785" y="1497645"/>
            <a:ext cx="11279065" cy="923330"/>
          </a:xfrm>
          <a:prstGeom prst="rect">
            <a:avLst/>
          </a:prstGeom>
          <a:noFill/>
        </p:spPr>
        <p:txBody>
          <a:bodyPr wrap="square">
            <a:spAutoFit/>
          </a:bodyPr>
          <a:lstStyle/>
          <a:p>
            <a:pPr algn="just">
              <a:spcAft>
                <a:spcPts val="600"/>
              </a:spcAft>
            </a:pPr>
            <a:r>
              <a:rPr lang="es-CR" dirty="0"/>
              <a:t>La ética es una serie de reglas de conducta reconocidas con respecto a una clase particular de acciones humanas o un grupo en particular, una cultura, etc. Hay que recordar que los probadores tienen acceso a información confidencial y privilegiada, las guías éticas les ayudan a utilizar dicha información adecuadamente.</a:t>
            </a:r>
          </a:p>
        </p:txBody>
      </p:sp>
      <p:graphicFrame>
        <p:nvGraphicFramePr>
          <p:cNvPr id="25" name="Diagrama 24">
            <a:extLst>
              <a:ext uri="{FF2B5EF4-FFF2-40B4-BE49-F238E27FC236}">
                <a16:creationId xmlns:a16="http://schemas.microsoft.com/office/drawing/2014/main" id="{5326C6EA-EA44-9FF1-756D-609C46EEF828}"/>
              </a:ext>
            </a:extLst>
          </p:cNvPr>
          <p:cNvGraphicFramePr/>
          <p:nvPr>
            <p:extLst>
              <p:ext uri="{D42A27DB-BD31-4B8C-83A1-F6EECF244321}">
                <p14:modId xmlns:p14="http://schemas.microsoft.com/office/powerpoint/2010/main" val="177947145"/>
              </p:ext>
            </p:extLst>
          </p:nvPr>
        </p:nvGraphicFramePr>
        <p:xfrm>
          <a:off x="354104" y="2435224"/>
          <a:ext cx="11586884"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39647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Freeform: Shape 3082">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Título 15">
            <a:extLst>
              <a:ext uri="{FF2B5EF4-FFF2-40B4-BE49-F238E27FC236}">
                <a16:creationId xmlns:a16="http://schemas.microsoft.com/office/drawing/2014/main" id="{B9BE78A8-006B-58A3-5C06-2BE49478E975}"/>
              </a:ext>
            </a:extLst>
          </p:cNvPr>
          <p:cNvSpPr>
            <a:spLocks noGrp="1"/>
          </p:cNvSpPr>
          <p:nvPr>
            <p:ph type="title"/>
          </p:nvPr>
        </p:nvSpPr>
        <p:spPr>
          <a:xfrm>
            <a:off x="1184744" y="5198168"/>
            <a:ext cx="9859618" cy="642797"/>
          </a:xfrm>
        </p:spPr>
        <p:txBody>
          <a:bodyPr vert="horz" lIns="91440" tIns="45720" rIns="91440" bIns="45720" rtlCol="0" anchor="b">
            <a:normAutofit/>
          </a:bodyPr>
          <a:lstStyle/>
          <a:p>
            <a:pPr algn="ctr"/>
            <a:r>
              <a:rPr lang="en-US" sz="3600" b="1"/>
              <a:t>QA vs Testing</a:t>
            </a:r>
          </a:p>
        </p:txBody>
      </p:sp>
      <p:sp>
        <p:nvSpPr>
          <p:cNvPr id="3085" name="Freeform: Shape 3084">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6" name="Picture 4" descr="What is the difference between Testing and Quality Assurance? And, does it  matter?">
            <a:extLst>
              <a:ext uri="{FF2B5EF4-FFF2-40B4-BE49-F238E27FC236}">
                <a16:creationId xmlns:a16="http://schemas.microsoft.com/office/drawing/2014/main" id="{8340B76B-1CA5-9C33-90D6-D64B90CD6CE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3305" b="-3305"/>
          <a:stretch/>
        </p:blipFill>
        <p:spPr bwMode="auto">
          <a:xfrm>
            <a:off x="2079812" y="805516"/>
            <a:ext cx="8032376" cy="4074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443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8518FE-CB2C-76FB-4DC8-B334C6E15D87}"/>
              </a:ext>
            </a:extLst>
          </p:cNvPr>
          <p:cNvSpPr>
            <a:spLocks noGrp="1"/>
          </p:cNvSpPr>
          <p:nvPr>
            <p:ph type="title"/>
          </p:nvPr>
        </p:nvSpPr>
        <p:spPr>
          <a:xfrm>
            <a:off x="1255060" y="5279510"/>
            <a:ext cx="9681882" cy="1318513"/>
          </a:xfrm>
        </p:spPr>
        <p:txBody>
          <a:bodyPr vert="horz" lIns="91440" tIns="45720" rIns="91440" bIns="45720" rtlCol="0" anchor="b">
            <a:normAutofit/>
          </a:bodyPr>
          <a:lstStyle/>
          <a:p>
            <a:pPr algn="ctr"/>
            <a:r>
              <a:rPr lang="en-US" sz="5400" b="1" kern="1200" dirty="0">
                <a:solidFill>
                  <a:schemeClr val="tx1">
                    <a:lumMod val="85000"/>
                    <a:lumOff val="15000"/>
                  </a:schemeClr>
                </a:solidFill>
                <a:latin typeface="+mj-lt"/>
                <a:ea typeface="+mj-ea"/>
                <a:cs typeface="+mj-cs"/>
              </a:rPr>
              <a:t>QA vs Testing</a:t>
            </a:r>
          </a:p>
        </p:txBody>
      </p:sp>
      <p:pic>
        <p:nvPicPr>
          <p:cNvPr id="5" name="Marcador de contenido 4">
            <a:extLst>
              <a:ext uri="{FF2B5EF4-FFF2-40B4-BE49-F238E27FC236}">
                <a16:creationId xmlns:a16="http://schemas.microsoft.com/office/drawing/2014/main" id="{D1451100-A466-7299-A83B-32D492D81060}"/>
              </a:ext>
            </a:extLst>
          </p:cNvPr>
          <p:cNvPicPr>
            <a:picLocks noGrp="1" noChangeAspect="1"/>
          </p:cNvPicPr>
          <p:nvPr>
            <p:ph idx="1"/>
          </p:nvPr>
        </p:nvPicPr>
        <p:blipFill rotWithShape="1">
          <a:blip r:embed="rId2"/>
          <a:srcRect t="-1" b="1037"/>
          <a:stretch/>
        </p:blipFill>
        <p:spPr>
          <a:xfrm>
            <a:off x="852828" y="507757"/>
            <a:ext cx="10492083" cy="4361019"/>
          </a:xfrm>
          <a:prstGeom prst="rect">
            <a:avLst/>
          </a:prstGeom>
        </p:spPr>
      </p:pic>
    </p:spTree>
    <p:extLst>
      <p:ext uri="{BB962C8B-B14F-4D97-AF65-F5344CB8AC3E}">
        <p14:creationId xmlns:p14="http://schemas.microsoft.com/office/powerpoint/2010/main" val="909304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20B3626-5577-0827-6BD9-9E19C6472100}"/>
              </a:ext>
            </a:extLst>
          </p:cNvPr>
          <p:cNvSpPr>
            <a:spLocks noGrp="1"/>
          </p:cNvSpPr>
          <p:nvPr>
            <p:ph type="title"/>
          </p:nvPr>
        </p:nvSpPr>
        <p:spPr>
          <a:xfrm>
            <a:off x="640080" y="325369"/>
            <a:ext cx="4368602" cy="1956841"/>
          </a:xfrm>
        </p:spPr>
        <p:txBody>
          <a:bodyPr anchor="b">
            <a:normAutofit/>
          </a:bodyPr>
          <a:lstStyle/>
          <a:p>
            <a:r>
              <a:rPr lang="es-CR" sz="6000" b="1" dirty="0"/>
              <a:t>Actividad</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69B46A2-BECC-425A-9C97-006DB78677B2}"/>
              </a:ext>
            </a:extLst>
          </p:cNvPr>
          <p:cNvSpPr>
            <a:spLocks noGrp="1"/>
          </p:cNvSpPr>
          <p:nvPr>
            <p:ph idx="1"/>
          </p:nvPr>
        </p:nvSpPr>
        <p:spPr>
          <a:xfrm>
            <a:off x="640080" y="2872899"/>
            <a:ext cx="4243589" cy="3320668"/>
          </a:xfrm>
        </p:spPr>
        <p:txBody>
          <a:bodyPr>
            <a:normAutofit/>
          </a:bodyPr>
          <a:lstStyle/>
          <a:p>
            <a:r>
              <a:rPr lang="es-CR" dirty="0"/>
              <a:t>Telaraña conceptual</a:t>
            </a:r>
          </a:p>
          <a:p>
            <a:r>
              <a:rPr lang="es-CR" b="1" dirty="0"/>
              <a:t>Configuración Jira + TCMS</a:t>
            </a:r>
          </a:p>
        </p:txBody>
      </p:sp>
      <p:pic>
        <p:nvPicPr>
          <p:cNvPr id="5" name="Picture 4" descr="Red de alambres que conectan pasadores">
            <a:extLst>
              <a:ext uri="{FF2B5EF4-FFF2-40B4-BE49-F238E27FC236}">
                <a16:creationId xmlns:a16="http://schemas.microsoft.com/office/drawing/2014/main" id="{38B52DA6-1DBF-4E31-AE5E-FA4B9923C128}"/>
              </a:ext>
            </a:extLst>
          </p:cNvPr>
          <p:cNvPicPr>
            <a:picLocks noChangeAspect="1"/>
          </p:cNvPicPr>
          <p:nvPr/>
        </p:nvPicPr>
        <p:blipFill>
          <a:blip r:embed="rId2"/>
          <a:srcRect l="9695" r="23352"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5978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4" descr="Apr 28: Virtual Kahoot Trivia Game Series - Youth Assisting Youth">
            <a:extLst>
              <a:ext uri="{FF2B5EF4-FFF2-40B4-BE49-F238E27FC236}">
                <a16:creationId xmlns:a16="http://schemas.microsoft.com/office/drawing/2014/main" id="{BCD94252-370A-81D7-C037-CC27CCB62D38}"/>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a:stretch/>
        </p:blipFill>
        <p:spPr bwMode="auto">
          <a:xfrm>
            <a:off x="1" y="1"/>
            <a:ext cx="12191999"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a:noFill/>
          <a:extLst>
            <a:ext uri="{909E8E84-426E-40DD-AFC4-6F175D3DCCD1}">
              <a14:hiddenFill xmlns:a14="http://schemas.microsoft.com/office/drawing/2010/main">
                <a:solidFill>
                  <a:srgbClr val="FFFFFF"/>
                </a:solidFill>
              </a14:hiddenFill>
            </a:ext>
          </a:extLst>
        </p:spPr>
      </p:pic>
      <p:sp>
        <p:nvSpPr>
          <p:cNvPr id="8" name="Título 7">
            <a:extLst>
              <a:ext uri="{FF2B5EF4-FFF2-40B4-BE49-F238E27FC236}">
                <a16:creationId xmlns:a16="http://schemas.microsoft.com/office/drawing/2014/main" id="{18939AB8-3EFE-4A64-A512-13E40F6C593C}"/>
              </a:ext>
            </a:extLst>
          </p:cNvPr>
          <p:cNvSpPr>
            <a:spLocks noGrp="1"/>
          </p:cNvSpPr>
          <p:nvPr>
            <p:ph type="title"/>
          </p:nvPr>
        </p:nvSpPr>
        <p:spPr>
          <a:xfrm>
            <a:off x="599818" y="5234320"/>
            <a:ext cx="6931319" cy="752217"/>
          </a:xfrm>
        </p:spPr>
        <p:txBody>
          <a:bodyPr vert="horz" lIns="91440" tIns="45720" rIns="91440" bIns="45720" rtlCol="0" anchor="b">
            <a:normAutofit/>
          </a:bodyPr>
          <a:lstStyle/>
          <a:p>
            <a:r>
              <a:rPr lang="en-US" sz="4800" b="1" dirty="0" err="1">
                <a:solidFill>
                  <a:schemeClr val="tx1">
                    <a:lumMod val="85000"/>
                    <a:lumOff val="15000"/>
                  </a:schemeClr>
                </a:solidFill>
              </a:rPr>
              <a:t>Repaso</a:t>
            </a:r>
            <a:endParaRPr lang="en-US" sz="4800" b="1" dirty="0">
              <a:solidFill>
                <a:schemeClr val="tx1">
                  <a:lumMod val="85000"/>
                  <a:lumOff val="15000"/>
                </a:schemeClr>
              </a:solidFill>
            </a:endParaRPr>
          </a:p>
        </p:txBody>
      </p:sp>
    </p:spTree>
    <p:extLst>
      <p:ext uri="{BB962C8B-B14F-4D97-AF65-F5344CB8AC3E}">
        <p14:creationId xmlns:p14="http://schemas.microsoft.com/office/powerpoint/2010/main" val="289039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EA61DBE9-E3AE-41CE-93CF-118422F293AC}"/>
              </a:ext>
            </a:extLst>
          </p:cNvPr>
          <p:cNvPicPr>
            <a:picLocks noChangeAspect="1"/>
          </p:cNvPicPr>
          <p:nvPr/>
        </p:nvPicPr>
        <p:blipFill>
          <a:blip r:embed="rId2"/>
          <a:stretch>
            <a:fillRect/>
          </a:stretch>
        </p:blipFill>
        <p:spPr>
          <a:xfrm>
            <a:off x="-14000" y="64262"/>
            <a:ext cx="12192000" cy="4369482"/>
          </a:xfrm>
          <a:prstGeom prst="rect">
            <a:avLst/>
          </a:prstGeom>
        </p:spPr>
      </p:pic>
      <p:sp>
        <p:nvSpPr>
          <p:cNvPr id="5" name="Marcador de fecha 4">
            <a:extLst>
              <a:ext uri="{FF2B5EF4-FFF2-40B4-BE49-F238E27FC236}">
                <a16:creationId xmlns:a16="http://schemas.microsoft.com/office/drawing/2014/main" id="{F04C794C-35CB-4BE1-AABC-07B1FE0A8B73}"/>
              </a:ext>
            </a:extLst>
          </p:cNvPr>
          <p:cNvSpPr>
            <a:spLocks noGrp="1"/>
          </p:cNvSpPr>
          <p:nvPr>
            <p:ph type="dt" sz="half" idx="4294967295"/>
          </p:nvPr>
        </p:nvSpPr>
        <p:spPr>
          <a:xfrm>
            <a:off x="838200" y="6356350"/>
            <a:ext cx="2743200" cy="365125"/>
          </a:xfrm>
        </p:spPr>
        <p:txBody>
          <a:bodyPr/>
          <a:lstStyle/>
          <a:p>
            <a:fld id="{1F00D1C7-7A4C-4E05-A045-DBCFCE212430}" type="datetime1">
              <a:rPr lang="es-CR" smtClean="0"/>
              <a:t>19/8/2026</a:t>
            </a:fld>
            <a:endParaRPr lang="es-CR"/>
          </a:p>
        </p:txBody>
      </p:sp>
      <p:sp>
        <p:nvSpPr>
          <p:cNvPr id="6" name="Marcador de pie de página 5">
            <a:extLst>
              <a:ext uri="{FF2B5EF4-FFF2-40B4-BE49-F238E27FC236}">
                <a16:creationId xmlns:a16="http://schemas.microsoft.com/office/drawing/2014/main" id="{F8C20358-8FF4-4A54-84DB-B0CF47B85DFB}"/>
              </a:ext>
            </a:extLst>
          </p:cNvPr>
          <p:cNvSpPr>
            <a:spLocks noGrp="1"/>
          </p:cNvSpPr>
          <p:nvPr>
            <p:ph type="ftr" sz="quarter" idx="4294967295"/>
          </p:nvPr>
        </p:nvSpPr>
        <p:spPr>
          <a:xfrm>
            <a:off x="4038600" y="6356350"/>
            <a:ext cx="4114800" cy="365125"/>
          </a:xfrm>
        </p:spPr>
        <p:txBody>
          <a:bodyPr/>
          <a:lstStyle/>
          <a:p>
            <a:r>
              <a:rPr lang="es-CR"/>
              <a:t>Ing. Marlen Treviño</a:t>
            </a:r>
          </a:p>
        </p:txBody>
      </p:sp>
      <p:sp>
        <p:nvSpPr>
          <p:cNvPr id="7" name="Marcador de número de diapositiva 6">
            <a:extLst>
              <a:ext uri="{FF2B5EF4-FFF2-40B4-BE49-F238E27FC236}">
                <a16:creationId xmlns:a16="http://schemas.microsoft.com/office/drawing/2014/main" id="{4066838A-457F-49B3-B6FE-746A95C40B7E}"/>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41</a:t>
            </a:fld>
            <a:endParaRPr lang="es-CR"/>
          </a:p>
        </p:txBody>
      </p:sp>
      <p:sp>
        <p:nvSpPr>
          <p:cNvPr id="23" name="CuadroTexto 22">
            <a:extLst>
              <a:ext uri="{FF2B5EF4-FFF2-40B4-BE49-F238E27FC236}">
                <a16:creationId xmlns:a16="http://schemas.microsoft.com/office/drawing/2014/main" id="{23337E59-18EB-45A5-9BEE-FCE3BA08CDC6}"/>
              </a:ext>
            </a:extLst>
          </p:cNvPr>
          <p:cNvSpPr txBox="1"/>
          <p:nvPr/>
        </p:nvSpPr>
        <p:spPr>
          <a:xfrm>
            <a:off x="2632473" y="2669532"/>
            <a:ext cx="7534032" cy="4124206"/>
          </a:xfrm>
          <a:prstGeom prst="rect">
            <a:avLst/>
          </a:prstGeom>
          <a:noFill/>
        </p:spPr>
        <p:txBody>
          <a:bodyPr wrap="square" rtlCol="0">
            <a:spAutoFit/>
          </a:bodyPr>
          <a:lstStyle/>
          <a:p>
            <a:r>
              <a:rPr lang="es-CR" sz="4800" b="1" dirty="0">
                <a:latin typeface="Roboto Light" charset="0"/>
                <a:ea typeface="Roboto Light" charset="0"/>
                <a:cs typeface="Roboto Light" charset="0"/>
              </a:rPr>
              <a:t>Gracias por su atención</a:t>
            </a:r>
            <a:endParaRPr lang="es-CR" sz="2000" b="1" dirty="0">
              <a:latin typeface="Roboto" charset="0"/>
              <a:ea typeface="Roboto" charset="0"/>
              <a:cs typeface="Roboto" charset="0"/>
            </a:endParaRPr>
          </a:p>
          <a:p>
            <a:endParaRPr lang="es-CR" sz="2400" dirty="0">
              <a:latin typeface="Roboto Light" charset="0"/>
              <a:ea typeface="Roboto Light" charset="0"/>
              <a:cs typeface="Roboto Light" charset="0"/>
            </a:endParaRPr>
          </a:p>
          <a:p>
            <a:pPr>
              <a:spcAft>
                <a:spcPts val="600"/>
              </a:spcAft>
            </a:pPr>
            <a:r>
              <a:rPr lang="es-CR" sz="2400" b="1" dirty="0">
                <a:latin typeface="Roboto Light" charset="0"/>
                <a:ea typeface="Roboto Light" charset="0"/>
                <a:cs typeface="Roboto Light" charset="0"/>
              </a:rPr>
              <a:t>Elaborado por:</a:t>
            </a:r>
          </a:p>
          <a:p>
            <a:pPr marL="636588"/>
            <a:r>
              <a:rPr lang="es-CR" sz="2000" dirty="0">
                <a:latin typeface="Roboto Light" charset="0"/>
              </a:rPr>
              <a:t>Marlen Treviño</a:t>
            </a:r>
          </a:p>
          <a:p>
            <a:pPr marL="636588"/>
            <a:r>
              <a:rPr lang="es-CR" sz="2000" dirty="0">
                <a:latin typeface="Roboto Light" charset="0"/>
                <a:hlinkClick r:id="rId3"/>
              </a:rPr>
              <a:t>mtrevino@itcr.ac.cr</a:t>
            </a:r>
            <a:r>
              <a:rPr lang="es-CR" sz="2000" dirty="0">
                <a:latin typeface="Roboto Light" charset="0"/>
              </a:rPr>
              <a:t> </a:t>
            </a:r>
          </a:p>
          <a:p>
            <a:pPr marL="636588"/>
            <a:endParaRPr lang="es-CR" sz="2000" dirty="0">
              <a:latin typeface="Roboto Light" charset="0"/>
            </a:endParaRPr>
          </a:p>
          <a:p>
            <a:pPr>
              <a:spcAft>
                <a:spcPts val="600"/>
              </a:spcAft>
            </a:pPr>
            <a:r>
              <a:rPr lang="es-CR" sz="2400" b="1" dirty="0">
                <a:latin typeface="Roboto Light" charset="0"/>
                <a:ea typeface="Roboto Light" charset="0"/>
                <a:cs typeface="Roboto Light" charset="0"/>
              </a:rPr>
              <a:t>Elaborado por:</a:t>
            </a:r>
          </a:p>
          <a:p>
            <a:pPr marL="636588"/>
            <a:r>
              <a:rPr lang="es-CR" sz="2000" dirty="0">
                <a:latin typeface="Roboto Light" charset="0"/>
              </a:rPr>
              <a:t>Marcos Rodríguez</a:t>
            </a:r>
          </a:p>
          <a:p>
            <a:pPr marL="636588"/>
            <a:r>
              <a:rPr lang="es-CR" sz="2000" dirty="0">
                <a:latin typeface="Roboto Light" charset="0"/>
                <a:hlinkClick r:id="rId4"/>
              </a:rPr>
              <a:t>ma.rodriguez@itcr.ac.cr</a:t>
            </a:r>
            <a:endParaRPr lang="es-CR" sz="2400" dirty="0">
              <a:latin typeface="Roboto Light" charset="0"/>
              <a:ea typeface="Roboto Light" charset="0"/>
              <a:cs typeface="Roboto Light" charset="0"/>
            </a:endParaRPr>
          </a:p>
          <a:p>
            <a:endParaRPr lang="es-ES_tradnl" sz="3200" dirty="0">
              <a:latin typeface="Roboto Light" charset="0"/>
              <a:ea typeface="Roboto Light" charset="0"/>
              <a:cs typeface="Roboto Light" charset="0"/>
            </a:endParaRPr>
          </a:p>
        </p:txBody>
      </p:sp>
    </p:spTree>
    <p:extLst>
      <p:ext uri="{BB962C8B-B14F-4D97-AF65-F5344CB8AC3E}">
        <p14:creationId xmlns:p14="http://schemas.microsoft.com/office/powerpoint/2010/main" val="1608301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540f1d0-9e09-4ee1-af1a-40e8f5a5830d">
      <Terms xmlns="http://schemas.microsoft.com/office/infopath/2007/PartnerControls"/>
    </lcf76f155ced4ddcb4097134ff3c332f>
    <TaxCatchAll xmlns="7862606f-3335-4726-8ea7-7d6574bc1e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B9CE79E1917CA44A8D700A68A55BF3A1" ma:contentTypeVersion="13" ma:contentTypeDescription="Crear nuevo documento." ma:contentTypeScope="" ma:versionID="4e82126ebb2de31684cdbef0b37540f4">
  <xsd:schema xmlns:xsd="http://www.w3.org/2001/XMLSchema" xmlns:xs="http://www.w3.org/2001/XMLSchema" xmlns:p="http://schemas.microsoft.com/office/2006/metadata/properties" xmlns:ns2="b540f1d0-9e09-4ee1-af1a-40e8f5a5830d" xmlns:ns3="7862606f-3335-4726-8ea7-7d6574bc1ea5" targetNamespace="http://schemas.microsoft.com/office/2006/metadata/properties" ma:root="true" ma:fieldsID="5b6dffde20e6c1961197702f3b254c21" ns2:_="" ns3:_="">
    <xsd:import namespace="b540f1d0-9e09-4ee1-af1a-40e8f5a5830d"/>
    <xsd:import namespace="7862606f-3335-4726-8ea7-7d6574bc1ea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TaxCatchAll" minOccurs="0"/>
                <xsd:element ref="ns2:MediaServiceOCR"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40f1d0-9e09-4ee1-af1a-40e8f5a58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Etiquetas de imagen" ma:readOnly="false" ma:fieldId="{5cf76f15-5ced-4ddc-b409-7134ff3c332f}" ma:taxonomyMulti="true" ma:sspId="526b8547-2968-49f4-998e-dc1b97ecf89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862606f-3335-4726-8ea7-7d6574bc1ea5"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0128fd7-4d0d-4a54-91e1-6e82d79d7633}" ma:internalName="TaxCatchAll" ma:showField="CatchAllData" ma:web="7862606f-3335-4726-8ea7-7d6574bc1e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E75D48-B897-40BA-9C35-14A78639F13B}">
  <ds:schemaRefs>
    <ds:schemaRef ds:uri="http://schemas.microsoft.com/office/2006/metadata/properties"/>
    <ds:schemaRef ds:uri="http://schemas.microsoft.com/office/infopath/2007/PartnerControls"/>
    <ds:schemaRef ds:uri="b540f1d0-9e09-4ee1-af1a-40e8f5a5830d"/>
    <ds:schemaRef ds:uri="7862606f-3335-4726-8ea7-7d6574bc1ea5"/>
  </ds:schemaRefs>
</ds:datastoreItem>
</file>

<file path=customXml/itemProps2.xml><?xml version="1.0" encoding="utf-8"?>
<ds:datastoreItem xmlns:ds="http://schemas.openxmlformats.org/officeDocument/2006/customXml" ds:itemID="{707C5F3D-B124-4313-8795-9B169064FA56}">
  <ds:schemaRefs>
    <ds:schemaRef ds:uri="http://schemas.microsoft.com/sharepoint/v3/contenttype/forms"/>
  </ds:schemaRefs>
</ds:datastoreItem>
</file>

<file path=customXml/itemProps3.xml><?xml version="1.0" encoding="utf-8"?>
<ds:datastoreItem xmlns:ds="http://schemas.openxmlformats.org/officeDocument/2006/customXml" ds:itemID="{B25079AD-7654-47C9-8E8E-F250610C95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540f1d0-9e09-4ee1-af1a-40e8f5a5830d"/>
    <ds:schemaRef ds:uri="7862606f-3335-4726-8ea7-7d6574bc1e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119bb90-88ba-4894-b7f1-de26e129d977}" enabled="0" method="" siteId="{1119bb90-88ba-4894-b7f1-de26e129d977}" removed="1"/>
</clbl:labelList>
</file>

<file path=docProps/app.xml><?xml version="1.0" encoding="utf-8"?>
<Properties xmlns="http://schemas.openxmlformats.org/officeDocument/2006/extended-properties" xmlns:vt="http://schemas.openxmlformats.org/officeDocument/2006/docPropsVTypes">
  <Template>Office Theme 2013 - 2022</Template>
  <TotalTime>20731</TotalTime>
  <Words>3143</Words>
  <Application>Microsoft Office PowerPoint</Application>
  <PresentationFormat>Widescreen</PresentationFormat>
  <Paragraphs>299</Paragraphs>
  <Slides>41</Slides>
  <Notes>18</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Roboto</vt:lpstr>
      <vt:lpstr>Roboto Light</vt:lpstr>
      <vt:lpstr>Wingdings</vt:lpstr>
      <vt:lpstr>Tema de Office</vt:lpstr>
      <vt:lpstr>Control de calidad del software</vt:lpstr>
      <vt:lpstr>Agenda</vt:lpstr>
      <vt:lpstr>Verificación y validación</vt:lpstr>
      <vt:lpstr>Verificación</vt:lpstr>
      <vt:lpstr>Validación</vt:lpstr>
      <vt:lpstr>VyV en el ciclo de vida</vt:lpstr>
      <vt:lpstr>VyV en el ciclo de vida</vt:lpstr>
      <vt:lpstr>VyV en el ciclo de vida</vt:lpstr>
      <vt:lpstr>VyV en el ciclo de vida</vt:lpstr>
      <vt:lpstr>VyV en el ciclo de vida</vt:lpstr>
      <vt:lpstr>VyV en el ciclo de vida</vt:lpstr>
      <vt:lpstr>VyV en el ciclo de vida</vt:lpstr>
      <vt:lpstr>Actividades de Verificación y Validación</vt:lpstr>
      <vt:lpstr>¿Qué son las pruebas?</vt:lpstr>
      <vt:lpstr>¿Qué son las pruebas?</vt:lpstr>
      <vt:lpstr>Objetivos de las pruebas</vt:lpstr>
      <vt:lpstr>Caso de prueba</vt:lpstr>
      <vt:lpstr>Ciclo de vida de un caso de prueba</vt:lpstr>
      <vt:lpstr>Proceso de pruebas</vt:lpstr>
      <vt:lpstr>Proceso de pruebas: Salidas</vt:lpstr>
      <vt:lpstr>Proceso de pruebas</vt:lpstr>
      <vt:lpstr>Proceso de pruebas</vt:lpstr>
      <vt:lpstr>Productos del proceso de pruebas</vt:lpstr>
      <vt:lpstr>Sistema de pruebas: Componentes</vt:lpstr>
      <vt:lpstr>Sistema de pruebas:  Relación entre los componentes</vt:lpstr>
      <vt:lpstr>Sistema de pruebas</vt:lpstr>
      <vt:lpstr>Pruebas: Principios</vt:lpstr>
      <vt:lpstr>Las pruebas revelan la presencia de defectos</vt:lpstr>
      <vt:lpstr>Imposibilidad de pruebas exhaustivas</vt:lpstr>
      <vt:lpstr>Beneficios de las pruebas tempranas</vt:lpstr>
      <vt:lpstr>Agrupamiento de defectos</vt:lpstr>
      <vt:lpstr>Paradoja del pesticida</vt:lpstr>
      <vt:lpstr>Las pruebas deberían adaptarse a necesidades específicas</vt:lpstr>
      <vt:lpstr>Falacia de la ausencia de errores</vt:lpstr>
      <vt:lpstr>Psicología de las pruebas</vt:lpstr>
      <vt:lpstr>Código de ética de las pruebas</vt:lpstr>
      <vt:lpstr>QA vs Testing</vt:lpstr>
      <vt:lpstr>QA vs Testing</vt:lpstr>
      <vt:lpstr>Actividad</vt:lpstr>
      <vt:lpstr>Repaso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Marlen Treviño Villalobos</dc:creator>
  <cp:lastModifiedBy>Marcos Antonio Rodriguez Ovares</cp:lastModifiedBy>
  <cp:revision>177</cp:revision>
  <dcterms:created xsi:type="dcterms:W3CDTF">2022-07-22T18:40:50Z</dcterms:created>
  <dcterms:modified xsi:type="dcterms:W3CDTF">2026-08-19T14:26:44Z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0x010100B9CE79E1917CA44A8D700A68A55BF3A1</vt:lpwstr>
  </property>
</Properties>
</file>