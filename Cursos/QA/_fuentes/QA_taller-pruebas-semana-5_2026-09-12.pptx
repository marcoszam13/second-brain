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Viv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0" y="3780000"/>
            <a:ext cx="10079280" cy="1889280"/>
          </a:xfrm>
          <a:prstGeom prst="rect">
            <a:avLst/>
          </a:prstGeom>
          <a:pattFill prst="lgGrid">
            <a:fgClr>
              <a:srgbClr val="3465A4"/>
            </a:fgClr>
            <a:bgClr>
              <a:srgbClr val="009EDA"/>
            </a:bgClr>
          </a:pattFill>
          <a:ln w="18000">
            <a:noFill/>
          </a:ln>
          <a:effectLst>
            <a:outerShdw dir="16200000" dist="25200" rotWithShape="0">
              <a:srgbClr val="F4910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36000" tIns="36000" rIns="36000" bIns="36000" anchor="ctr">
            <a:noAutofit/>
          </a:bodyPr>
          <a:p>
            <a:endParaRPr lang="en-US" sz="22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dt" idx="1"/>
          </p:nvPr>
        </p:nvSpPr>
        <p:spPr>
          <a:xfrm>
            <a:off x="504000" y="5130000"/>
            <a:ext cx="2339280" cy="2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DBF5F9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 </a:t>
            </a:r>
            <a:endParaRPr lang="es-C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ftr" idx="2"/>
          </p:nvPr>
        </p:nvSpPr>
        <p:spPr>
          <a:xfrm>
            <a:off x="3420000" y="5130000"/>
            <a:ext cx="3239280" cy="2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DBF5F9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 </a:t>
            </a:r>
            <a:endParaRPr lang="es-C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sldNum" idx="3"/>
          </p:nvPr>
        </p:nvSpPr>
        <p:spPr>
          <a:xfrm>
            <a:off x="7236000" y="5130000"/>
            <a:ext cx="2339280" cy="213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DBF5F9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1D75487-3B91-4E86-A63E-F00968B577F9}" type="slidenum">
              <a:rPr lang="en-US" sz="14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17</a:t>
            </a:fld>
            <a:endParaRPr lang="es-C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title"/>
          </p:nvPr>
        </p:nvSpPr>
        <p:spPr>
          <a:xfrm>
            <a:off x="504000" y="270000"/>
            <a:ext cx="9071280" cy="323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6000" b="0" u="none" strike="noStrike">
                <a:solidFill>
                  <a:srgbClr val="04617B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60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body"/>
          </p:nvPr>
        </p:nvSpPr>
        <p:spPr>
          <a:xfrm>
            <a:off x="504000" y="3870000"/>
            <a:ext cx="9071280" cy="116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5000" lnSpcReduction="19999"/>
          </a:bodyPr>
          <a:lstStyle>
            <a:lvl1pPr algn="l">
              <a:lnSpc>
                <a:spcPct val="100000"/>
              </a:lnSpc>
              <a:spcAft>
                <a:spcPts val="924"/>
              </a:spcAft>
              <a:buClr>
                <a:srgbClr val="F49100"/>
              </a:buClr>
              <a:buSzPct val="45000"/>
              <a:buFont typeface="Wingdings" charset="2"/>
              <a:buChar char=""/>
              <a:defRPr lang="en-US" sz="2100" b="0" u="none" strike="noStrike">
                <a:solidFill>
                  <a:srgbClr val="DBF5F9"/>
                </a:solidFill>
                <a:effectLst/>
                <a:uFillTx/>
                <a:latin typeface="Noto Sans"/>
              </a:defRPr>
            </a:lvl1pPr>
            <a:lvl2pPr lvl="1" algn="l">
              <a:lnSpc>
                <a:spcPct val="100000"/>
              </a:lnSpc>
              <a:spcAft>
                <a:spcPts val="842"/>
              </a:spcAft>
              <a:buClr>
                <a:srgbClr val="F49100"/>
              </a:buClr>
              <a:buSzPct val="75000"/>
              <a:buFont typeface="Symbol" charset="2"/>
              <a:buChar char=""/>
              <a:defRPr lang="en-US" sz="1650" b="0" u="none" strike="noStrike">
                <a:solidFill>
                  <a:srgbClr val="DBF5F9"/>
                </a:solidFill>
                <a:effectLst/>
                <a:uFillTx/>
                <a:latin typeface="Noto Sans"/>
              </a:defRPr>
            </a:lvl2pPr>
            <a:lvl3pPr lvl="2" algn="l">
              <a:lnSpc>
                <a:spcPct val="100000"/>
              </a:lnSpc>
              <a:spcAft>
                <a:spcPts val="635"/>
              </a:spcAft>
              <a:buClr>
                <a:srgbClr val="F491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DBF5F9"/>
                </a:solidFill>
                <a:effectLst/>
                <a:uFillTx/>
                <a:latin typeface="Noto Sans"/>
              </a:defRPr>
            </a:lvl3pPr>
            <a:lvl4pPr lvl="3" algn="l">
              <a:lnSpc>
                <a:spcPct val="100000"/>
              </a:lnSpc>
              <a:spcAft>
                <a:spcPts val="422"/>
              </a:spcAft>
              <a:buClr>
                <a:srgbClr val="F49100"/>
              </a:buClr>
              <a:buSzPct val="75000"/>
              <a:buFont typeface="Symbol" charset="2"/>
              <a:buChar char=""/>
              <a:defRPr lang="en-US" sz="1500" b="0" u="none" strike="noStrike">
                <a:solidFill>
                  <a:srgbClr val="DBF5F9"/>
                </a:solidFill>
                <a:effectLst/>
                <a:uFillTx/>
                <a:latin typeface="Noto Sans"/>
              </a:defRPr>
            </a:lvl4pPr>
            <a:lvl5pPr lvl="4" algn="l">
              <a:lnSpc>
                <a:spcPct val="100000"/>
              </a:lnSpc>
              <a:spcAft>
                <a:spcPts val="210"/>
              </a:spcAft>
              <a:buClr>
                <a:srgbClr val="F49100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DBF5F9"/>
                </a:solidFill>
                <a:effectLst/>
                <a:uFillTx/>
                <a:latin typeface="Noto Sans"/>
              </a:defRPr>
            </a:lvl5pPr>
            <a:lvl6pPr lvl="5" algn="l">
              <a:lnSpc>
                <a:spcPct val="100000"/>
              </a:lnSpc>
              <a:spcAft>
                <a:spcPts val="210"/>
              </a:spcAft>
              <a:buClr>
                <a:srgbClr val="F49100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DBF5F9"/>
                </a:solidFill>
                <a:effectLst/>
                <a:uFillTx/>
                <a:latin typeface="Noto Sans"/>
              </a:defRPr>
            </a:lvl6pPr>
            <a:lvl7pPr lvl="6" algn="l">
              <a:lnSpc>
                <a:spcPct val="100000"/>
              </a:lnSpc>
              <a:spcAft>
                <a:spcPts val="210"/>
              </a:spcAft>
              <a:buClr>
                <a:srgbClr val="F49100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DBF5F9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lnSpc>
                <a:spcPct val="100000"/>
              </a:lnSpc>
              <a:spcAft>
                <a:spcPts val="924"/>
              </a:spcAft>
              <a:buClr>
                <a:srgbClr val="F49100"/>
              </a:buClr>
              <a:buSzPct val="45000"/>
              <a:buFont typeface="Wingdings" charset="2"/>
              <a:buChar char=""/>
            </a:pPr>
            <a:r>
              <a:rPr lang="en-US" sz="21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21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lnSpc>
                <a:spcPct val="100000"/>
              </a:lnSpc>
              <a:spcAft>
                <a:spcPts val="842"/>
              </a:spcAft>
              <a:buClr>
                <a:srgbClr val="F49100"/>
              </a:buClr>
              <a:buSzPct val="75000"/>
              <a:buFont typeface="Symbol" charset="2"/>
              <a:buChar char=""/>
            </a:pPr>
            <a:r>
              <a:rPr lang="en-US" sz="165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Second Outline Level</a:t>
            </a:r>
            <a:endParaRPr lang="en-US" sz="165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lnSpc>
                <a:spcPct val="100000"/>
              </a:lnSpc>
              <a:spcAft>
                <a:spcPts val="635"/>
              </a:spcAft>
              <a:buClr>
                <a:srgbClr val="F491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Third Outline Level</a:t>
            </a:r>
            <a:endParaRPr lang="en-US" sz="18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lnSpc>
                <a:spcPct val="100000"/>
              </a:lnSpc>
              <a:spcAft>
                <a:spcPts val="422"/>
              </a:spcAft>
              <a:buClr>
                <a:srgbClr val="F49100"/>
              </a:buClr>
              <a:buSzPct val="75000"/>
              <a:buFont typeface="Symbol" charset="2"/>
              <a:buChar char=""/>
            </a:pPr>
            <a:r>
              <a:rPr lang="en-US" sz="15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Fourth Outline Level</a:t>
            </a:r>
            <a:endParaRPr lang="en-US" sz="15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lnSpc>
                <a:spcPct val="100000"/>
              </a:lnSpc>
              <a:spcAft>
                <a:spcPts val="210"/>
              </a:spcAft>
              <a:buClr>
                <a:srgbClr val="F491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Fifth Outline Level</a:t>
            </a:r>
            <a:endParaRPr lang="en-US" sz="15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lnSpc>
                <a:spcPct val="100000"/>
              </a:lnSpc>
              <a:spcAft>
                <a:spcPts val="210"/>
              </a:spcAft>
              <a:buClr>
                <a:srgbClr val="F491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Sixth Outline Level</a:t>
            </a:r>
            <a:endParaRPr lang="en-US" sz="15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lnSpc>
                <a:spcPct val="100000"/>
              </a:lnSpc>
              <a:spcAft>
                <a:spcPts val="210"/>
              </a:spcAft>
              <a:buClr>
                <a:srgbClr val="F491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Seventh Outline Level</a:t>
            </a:r>
            <a:endParaRPr lang="en-US" sz="15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redetermin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"/>
          <p:cNvSpPr/>
          <p:nvPr/>
        </p:nvSpPr>
        <p:spPr>
          <a:xfrm>
            <a:off x="0" y="3780000"/>
            <a:ext cx="10079280" cy="1889280"/>
          </a:xfrm>
          <a:prstGeom prst="rect">
            <a:avLst/>
          </a:prstGeom>
          <a:pattFill prst="lgGrid">
            <a:fgClr>
              <a:srgbClr val="3465A4"/>
            </a:fgClr>
            <a:bgClr>
              <a:srgbClr val="009EDA"/>
            </a:bgClr>
          </a:pattFill>
          <a:ln w="18000">
            <a:noFill/>
          </a:ln>
          <a:effectLst>
            <a:outerShdw dir="16200000" dist="25200" rotWithShape="0">
              <a:srgbClr val="F4910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36000" tIns="36000" rIns="36000" bIns="36000" anchor="ctr">
            <a:noAutofit/>
          </a:bodyPr>
          <a:p>
            <a:endParaRPr lang="en-US" sz="22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9" name="PlaceHolder 1"/>
          <p:cNvSpPr>
            <a:spLocks noGrp="1"/>
          </p:cNvSpPr>
          <p:nvPr>
            <p:ph type="dt" idx="4"/>
          </p:nvPr>
        </p:nvSpPr>
        <p:spPr>
          <a:xfrm>
            <a:off x="504000" y="5130000"/>
            <a:ext cx="2339280" cy="2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DBF5F9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&lt;date/time&gt;</a:t>
            </a:r>
            <a:endParaRPr lang="es-C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ftr" idx="5"/>
          </p:nvPr>
        </p:nvSpPr>
        <p:spPr>
          <a:xfrm>
            <a:off x="3420000" y="5130000"/>
            <a:ext cx="3239280" cy="2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DBF5F9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&lt;footer&gt;</a:t>
            </a:r>
            <a:endParaRPr lang="es-C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sldNum" idx="6"/>
          </p:nvPr>
        </p:nvSpPr>
        <p:spPr>
          <a:xfrm>
            <a:off x="7236000" y="5130000"/>
            <a:ext cx="2339280" cy="213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DBF5F9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E54A556-F8D3-480B-9508-2B370BEDACD2}" type="slidenum">
              <a:rPr lang="en-US" sz="14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&lt;number&gt;</a:t>
            </a:fld>
            <a:endParaRPr lang="es-C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title"/>
          </p:nvPr>
        </p:nvSpPr>
        <p:spPr>
          <a:xfrm>
            <a:off x="504000" y="270000"/>
            <a:ext cx="9071280" cy="323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6000" b="0" u="none" strike="noStrike">
                <a:solidFill>
                  <a:srgbClr val="04617B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60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body"/>
          </p:nvPr>
        </p:nvSpPr>
        <p:spPr>
          <a:xfrm>
            <a:off x="504000" y="3870000"/>
            <a:ext cx="9071280" cy="116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5000" lnSpcReduction="19999"/>
          </a:bodyPr>
          <a:lstStyle>
            <a:lvl1pPr algn="l">
              <a:lnSpc>
                <a:spcPct val="100000"/>
              </a:lnSpc>
              <a:spcAft>
                <a:spcPts val="924"/>
              </a:spcAft>
              <a:buClr>
                <a:srgbClr val="F49100"/>
              </a:buClr>
              <a:buSzPct val="45000"/>
              <a:buFont typeface="Wingdings" charset="2"/>
              <a:buChar char=""/>
              <a:defRPr lang="en-US" sz="2100" b="0" u="none" strike="noStrike">
                <a:solidFill>
                  <a:srgbClr val="DBF5F9"/>
                </a:solidFill>
                <a:effectLst/>
                <a:uFillTx/>
                <a:latin typeface="Noto Sans"/>
              </a:defRPr>
            </a:lvl1pPr>
            <a:lvl2pPr lvl="1" algn="l">
              <a:lnSpc>
                <a:spcPct val="100000"/>
              </a:lnSpc>
              <a:spcAft>
                <a:spcPts val="842"/>
              </a:spcAft>
              <a:buClr>
                <a:srgbClr val="F49100"/>
              </a:buClr>
              <a:buSzPct val="75000"/>
              <a:buFont typeface="Symbol" charset="2"/>
              <a:buChar char=""/>
              <a:defRPr lang="en-US" sz="1650" b="0" u="none" strike="noStrike">
                <a:solidFill>
                  <a:srgbClr val="DBF5F9"/>
                </a:solidFill>
                <a:effectLst/>
                <a:uFillTx/>
                <a:latin typeface="Noto Sans"/>
              </a:defRPr>
            </a:lvl2pPr>
            <a:lvl3pPr lvl="2" algn="l">
              <a:lnSpc>
                <a:spcPct val="100000"/>
              </a:lnSpc>
              <a:spcAft>
                <a:spcPts val="635"/>
              </a:spcAft>
              <a:buClr>
                <a:srgbClr val="F491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DBF5F9"/>
                </a:solidFill>
                <a:effectLst/>
                <a:uFillTx/>
                <a:latin typeface="Noto Sans"/>
              </a:defRPr>
            </a:lvl3pPr>
            <a:lvl4pPr lvl="3" algn="l">
              <a:lnSpc>
                <a:spcPct val="100000"/>
              </a:lnSpc>
              <a:spcAft>
                <a:spcPts val="422"/>
              </a:spcAft>
              <a:buClr>
                <a:srgbClr val="F49100"/>
              </a:buClr>
              <a:buSzPct val="75000"/>
              <a:buFont typeface="Symbol" charset="2"/>
              <a:buChar char=""/>
              <a:defRPr lang="en-US" sz="1500" b="0" u="none" strike="noStrike">
                <a:solidFill>
                  <a:srgbClr val="DBF5F9"/>
                </a:solidFill>
                <a:effectLst/>
                <a:uFillTx/>
                <a:latin typeface="Noto Sans"/>
              </a:defRPr>
            </a:lvl4pPr>
            <a:lvl5pPr lvl="4" algn="l">
              <a:lnSpc>
                <a:spcPct val="100000"/>
              </a:lnSpc>
              <a:spcAft>
                <a:spcPts val="210"/>
              </a:spcAft>
              <a:buClr>
                <a:srgbClr val="F49100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DBF5F9"/>
                </a:solidFill>
                <a:effectLst/>
                <a:uFillTx/>
                <a:latin typeface="Noto Sans"/>
              </a:defRPr>
            </a:lvl5pPr>
            <a:lvl6pPr lvl="5" algn="l">
              <a:lnSpc>
                <a:spcPct val="100000"/>
              </a:lnSpc>
              <a:spcAft>
                <a:spcPts val="210"/>
              </a:spcAft>
              <a:buClr>
                <a:srgbClr val="F49100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DBF5F9"/>
                </a:solidFill>
                <a:effectLst/>
                <a:uFillTx/>
                <a:latin typeface="Noto Sans"/>
              </a:defRPr>
            </a:lvl6pPr>
            <a:lvl7pPr lvl="6" algn="l">
              <a:lnSpc>
                <a:spcPct val="100000"/>
              </a:lnSpc>
              <a:spcAft>
                <a:spcPts val="210"/>
              </a:spcAft>
              <a:buClr>
                <a:srgbClr val="F49100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DBF5F9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lnSpc>
                <a:spcPct val="100000"/>
              </a:lnSpc>
              <a:spcAft>
                <a:spcPts val="924"/>
              </a:spcAft>
              <a:buClr>
                <a:srgbClr val="F49100"/>
              </a:buClr>
              <a:buSzPct val="45000"/>
              <a:buFont typeface="Wingdings" charset="2"/>
              <a:buChar char=""/>
            </a:pPr>
            <a:r>
              <a:rPr lang="en-US" sz="21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21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lnSpc>
                <a:spcPct val="100000"/>
              </a:lnSpc>
              <a:spcAft>
                <a:spcPts val="842"/>
              </a:spcAft>
              <a:buClr>
                <a:srgbClr val="F49100"/>
              </a:buClr>
              <a:buSzPct val="75000"/>
              <a:buFont typeface="Symbol" charset="2"/>
              <a:buChar char=""/>
            </a:pPr>
            <a:r>
              <a:rPr lang="en-US" sz="165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Second Outline Level</a:t>
            </a:r>
            <a:endParaRPr lang="en-US" sz="165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lnSpc>
                <a:spcPct val="100000"/>
              </a:lnSpc>
              <a:spcAft>
                <a:spcPts val="635"/>
              </a:spcAft>
              <a:buClr>
                <a:srgbClr val="F491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Third Outline Level</a:t>
            </a:r>
            <a:endParaRPr lang="en-US" sz="18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lnSpc>
                <a:spcPct val="100000"/>
              </a:lnSpc>
              <a:spcAft>
                <a:spcPts val="422"/>
              </a:spcAft>
              <a:buClr>
                <a:srgbClr val="F49100"/>
              </a:buClr>
              <a:buSzPct val="75000"/>
              <a:buFont typeface="Symbol" charset="2"/>
              <a:buChar char=""/>
            </a:pPr>
            <a:r>
              <a:rPr lang="en-US" sz="15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Fourth Outline Level</a:t>
            </a:r>
            <a:endParaRPr lang="en-US" sz="15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lnSpc>
                <a:spcPct val="100000"/>
              </a:lnSpc>
              <a:spcAft>
                <a:spcPts val="210"/>
              </a:spcAft>
              <a:buClr>
                <a:srgbClr val="F491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Fifth Outline Level</a:t>
            </a:r>
            <a:endParaRPr lang="en-US" sz="15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lnSpc>
                <a:spcPct val="100000"/>
              </a:lnSpc>
              <a:spcAft>
                <a:spcPts val="210"/>
              </a:spcAft>
              <a:buClr>
                <a:srgbClr val="F491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Sixth Outline Level</a:t>
            </a:r>
            <a:endParaRPr lang="en-US" sz="15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lnSpc>
                <a:spcPct val="100000"/>
              </a:lnSpc>
              <a:spcAft>
                <a:spcPts val="210"/>
              </a:spcAft>
              <a:buClr>
                <a:srgbClr val="F491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Seventh Outline Level</a:t>
            </a:r>
            <a:endParaRPr lang="en-US" sz="15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Vivid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"/>
          <p:cNvSpPr/>
          <p:nvPr/>
        </p:nvSpPr>
        <p:spPr>
          <a:xfrm flipV="1">
            <a:off x="0" y="-720"/>
            <a:ext cx="10079280" cy="1079280"/>
          </a:xfrm>
          <a:prstGeom prst="rect">
            <a:avLst/>
          </a:prstGeom>
          <a:pattFill prst="lgGrid">
            <a:fgClr>
              <a:srgbClr val="3465A4"/>
            </a:fgClr>
            <a:bgClr>
              <a:srgbClr val="009EDA"/>
            </a:bgClr>
          </a:pattFill>
          <a:ln w="18000">
            <a:noFill/>
          </a:ln>
          <a:effectLst>
            <a:outerShdw dir="5400000" dist="25200" rotWithShape="0">
              <a:srgbClr val="F4910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36000" tIns="36000" rIns="36000" bIns="36000" anchor="ctr">
            <a:noAutofit/>
          </a:bodyPr>
          <a:p>
            <a:endParaRPr lang="en-US" sz="22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504000" y="90000"/>
            <a:ext cx="9071280" cy="98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4500" b="0" u="none" strike="noStrike">
                <a:solidFill>
                  <a:srgbClr val="DBF5F9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5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45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504000" y="1440000"/>
            <a:ext cx="9071280" cy="350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4617B"/>
                </a:solidFill>
                <a:effectLst/>
                <a:uFillTx/>
                <a:latin typeface="Noto Sans"/>
              </a:defRPr>
            </a:lvl1pPr>
            <a:lvl2pPr lvl="1" algn="l">
              <a:lnSpc>
                <a:spcPct val="100000"/>
              </a:lnSpc>
              <a:spcAft>
                <a:spcPts val="842"/>
              </a:spcAft>
              <a:buClr>
                <a:srgbClr val="009EDA"/>
              </a:buClr>
              <a:buSzPct val="45000"/>
              <a:buFont typeface="Wingdings" charset="2"/>
              <a:buChar char=""/>
              <a:defRPr lang="en-US" sz="2100" b="0" u="none" strike="noStrike">
                <a:solidFill>
                  <a:srgbClr val="04617B"/>
                </a:solidFill>
                <a:effectLst/>
                <a:uFillTx/>
                <a:latin typeface="Noto Sans"/>
              </a:defRPr>
            </a:lvl2pPr>
            <a:lvl3pPr lvl="2" algn="l">
              <a:lnSpc>
                <a:spcPct val="100000"/>
              </a:lnSpc>
              <a:spcAft>
                <a:spcPts val="635"/>
              </a:spcAft>
              <a:buClr>
                <a:srgbClr val="009EDA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defRPr>
            </a:lvl3pPr>
            <a:lvl4pPr lvl="3" algn="l">
              <a:lnSpc>
                <a:spcPct val="100000"/>
              </a:lnSpc>
              <a:spcAft>
                <a:spcPts val="422"/>
              </a:spcAft>
              <a:buClr>
                <a:srgbClr val="009EDA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defRPr>
            </a:lvl4pPr>
            <a:lvl5pPr lvl="4" algn="l">
              <a:lnSpc>
                <a:spcPct val="100000"/>
              </a:lnSpc>
              <a:spcAft>
                <a:spcPts val="210"/>
              </a:spcAft>
              <a:buClr>
                <a:srgbClr val="009EDA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defRPr>
            </a:lvl5pPr>
            <a:lvl6pPr lvl="5" algn="l">
              <a:lnSpc>
                <a:spcPct val="100000"/>
              </a:lnSpc>
              <a:spcAft>
                <a:spcPts val="210"/>
              </a:spcAft>
              <a:buClr>
                <a:srgbClr val="009EDA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defRPr>
            </a:lvl6pPr>
            <a:lvl7pPr lvl="6" algn="l">
              <a:lnSpc>
                <a:spcPct val="100000"/>
              </a:lnSpc>
              <a:spcAft>
                <a:spcPts val="210"/>
              </a:spcAft>
              <a:buClr>
                <a:srgbClr val="009EDA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lnSpc>
                <a:spcPct val="100000"/>
              </a:lnSpc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2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lnSpc>
                <a:spcPct val="100000"/>
              </a:lnSpc>
              <a:spcAft>
                <a:spcPts val="842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21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Second Outline Level</a:t>
            </a:r>
            <a:endParaRPr lang="en-US" sz="21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lnSpc>
                <a:spcPct val="100000"/>
              </a:lnSpc>
              <a:spcAft>
                <a:spcPts val="635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Third Outline Level</a:t>
            </a:r>
            <a:endParaRPr lang="en-US" sz="18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lnSpc>
                <a:spcPct val="100000"/>
              </a:lnSpc>
              <a:spcAft>
                <a:spcPts val="422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Fourth Outline Level</a:t>
            </a:r>
            <a:endParaRPr lang="en-US" sz="18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lnSpc>
                <a:spcPct val="100000"/>
              </a:lnSpc>
              <a:spcAft>
                <a:spcPts val="210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Fifth Outline Level</a:t>
            </a:r>
            <a:endParaRPr lang="en-US" sz="18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lnSpc>
                <a:spcPct val="100000"/>
              </a:lnSpc>
              <a:spcAft>
                <a:spcPts val="210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Sixth Outline Level</a:t>
            </a:r>
            <a:endParaRPr lang="en-US" sz="18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lnSpc>
                <a:spcPct val="100000"/>
              </a:lnSpc>
              <a:spcAft>
                <a:spcPts val="210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Seventh Outline Level</a:t>
            </a:r>
            <a:endParaRPr lang="en-US" sz="18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dt" idx="7"/>
          </p:nvPr>
        </p:nvSpPr>
        <p:spPr>
          <a:xfrm>
            <a:off x="504000" y="5130000"/>
            <a:ext cx="2339280" cy="2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484848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484848"/>
                </a:solidFill>
                <a:effectLst/>
                <a:uFillTx/>
                <a:latin typeface="Noto Sans"/>
              </a:rPr>
              <a:t>&lt;date/time&gt;</a:t>
            </a:r>
            <a:endParaRPr lang="es-C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ftr" idx="8"/>
          </p:nvPr>
        </p:nvSpPr>
        <p:spPr>
          <a:xfrm>
            <a:off x="3420000" y="5130000"/>
            <a:ext cx="3239280" cy="2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484848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484848"/>
                </a:solidFill>
                <a:effectLst/>
                <a:uFillTx/>
                <a:latin typeface="Noto Sans"/>
              </a:rPr>
              <a:t>&lt;footer&gt;</a:t>
            </a:r>
            <a:endParaRPr lang="es-C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9"/>
          </p:nvPr>
        </p:nvSpPr>
        <p:spPr>
          <a:xfrm>
            <a:off x="7236000" y="5130000"/>
            <a:ext cx="2339280" cy="213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484848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D64D512-3750-430A-99C1-6EDE99CE5DB9}" type="slidenum">
              <a:rPr lang="en-US" sz="1400" b="0" u="none" strike="noStrike">
                <a:solidFill>
                  <a:srgbClr val="484848"/>
                </a:solidFill>
                <a:effectLst/>
                <a:uFillTx/>
                <a:latin typeface="Noto Sans"/>
              </a:rPr>
              <a:t>&lt;number&gt;</a:t>
            </a:fld>
            <a:endParaRPr lang="es-C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redetermina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"/>
          <p:cNvSpPr/>
          <p:nvPr/>
        </p:nvSpPr>
        <p:spPr>
          <a:xfrm flipV="1">
            <a:off x="0" y="-720"/>
            <a:ext cx="10079280" cy="1079280"/>
          </a:xfrm>
          <a:prstGeom prst="rect">
            <a:avLst/>
          </a:prstGeom>
          <a:pattFill prst="lgGrid">
            <a:fgClr>
              <a:srgbClr val="3465A4"/>
            </a:fgClr>
            <a:bgClr>
              <a:srgbClr val="009EDA"/>
            </a:bgClr>
          </a:pattFill>
          <a:ln w="18000">
            <a:noFill/>
          </a:ln>
          <a:effectLst>
            <a:outerShdw dir="5400000" dist="25200" rotWithShape="0">
              <a:srgbClr val="F4910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36000" tIns="36000" rIns="36000" bIns="36000" anchor="ctr">
            <a:noAutofit/>
          </a:bodyPr>
          <a:p>
            <a:endParaRPr lang="en-US" sz="22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504000" y="90000"/>
            <a:ext cx="9071280" cy="98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4500" b="0" u="none" strike="noStrike">
                <a:solidFill>
                  <a:srgbClr val="DBF5F9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5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45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504000" y="1440000"/>
            <a:ext cx="9071280" cy="350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4617B"/>
                </a:solidFill>
                <a:effectLst/>
                <a:uFillTx/>
                <a:latin typeface="Noto Sans"/>
              </a:defRPr>
            </a:lvl1pPr>
            <a:lvl2pPr lvl="1" algn="l">
              <a:lnSpc>
                <a:spcPct val="100000"/>
              </a:lnSpc>
              <a:spcAft>
                <a:spcPts val="842"/>
              </a:spcAft>
              <a:buClr>
                <a:srgbClr val="009EDA"/>
              </a:buClr>
              <a:buSzPct val="45000"/>
              <a:buFont typeface="Wingdings" charset="2"/>
              <a:buChar char=""/>
              <a:defRPr lang="en-US" sz="2100" b="0" u="none" strike="noStrike">
                <a:solidFill>
                  <a:srgbClr val="04617B"/>
                </a:solidFill>
                <a:effectLst/>
                <a:uFillTx/>
                <a:latin typeface="Noto Sans"/>
              </a:defRPr>
            </a:lvl2pPr>
            <a:lvl3pPr lvl="2" algn="l">
              <a:lnSpc>
                <a:spcPct val="100000"/>
              </a:lnSpc>
              <a:spcAft>
                <a:spcPts val="635"/>
              </a:spcAft>
              <a:buClr>
                <a:srgbClr val="009EDA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defRPr>
            </a:lvl3pPr>
            <a:lvl4pPr lvl="3" algn="l">
              <a:lnSpc>
                <a:spcPct val="100000"/>
              </a:lnSpc>
              <a:spcAft>
                <a:spcPts val="422"/>
              </a:spcAft>
              <a:buClr>
                <a:srgbClr val="009EDA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defRPr>
            </a:lvl4pPr>
            <a:lvl5pPr lvl="4" algn="l">
              <a:lnSpc>
                <a:spcPct val="100000"/>
              </a:lnSpc>
              <a:spcAft>
                <a:spcPts val="210"/>
              </a:spcAft>
              <a:buClr>
                <a:srgbClr val="009EDA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defRPr>
            </a:lvl5pPr>
            <a:lvl6pPr lvl="5" algn="l">
              <a:lnSpc>
                <a:spcPct val="100000"/>
              </a:lnSpc>
              <a:spcAft>
                <a:spcPts val="210"/>
              </a:spcAft>
              <a:buClr>
                <a:srgbClr val="009EDA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defRPr>
            </a:lvl6pPr>
            <a:lvl7pPr lvl="6" algn="l">
              <a:lnSpc>
                <a:spcPct val="100000"/>
              </a:lnSpc>
              <a:spcAft>
                <a:spcPts val="210"/>
              </a:spcAft>
              <a:buClr>
                <a:srgbClr val="009EDA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lnSpc>
                <a:spcPct val="100000"/>
              </a:lnSpc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2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lnSpc>
                <a:spcPct val="100000"/>
              </a:lnSpc>
              <a:spcAft>
                <a:spcPts val="842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21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Second Outline Level</a:t>
            </a:r>
            <a:endParaRPr lang="en-US" sz="21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lnSpc>
                <a:spcPct val="100000"/>
              </a:lnSpc>
              <a:spcAft>
                <a:spcPts val="635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Third Outline Level</a:t>
            </a:r>
            <a:endParaRPr lang="en-US" sz="18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lnSpc>
                <a:spcPct val="100000"/>
              </a:lnSpc>
              <a:spcAft>
                <a:spcPts val="422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Fourth Outline Level</a:t>
            </a:r>
            <a:endParaRPr lang="en-US" sz="18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lnSpc>
                <a:spcPct val="100000"/>
              </a:lnSpc>
              <a:spcAft>
                <a:spcPts val="210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Fifth Outline Level</a:t>
            </a:r>
            <a:endParaRPr lang="en-US" sz="18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lnSpc>
                <a:spcPct val="100000"/>
              </a:lnSpc>
              <a:spcAft>
                <a:spcPts val="210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Sixth Outline Level</a:t>
            </a:r>
            <a:endParaRPr lang="en-US" sz="18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lnSpc>
                <a:spcPct val="100000"/>
              </a:lnSpc>
              <a:spcAft>
                <a:spcPts val="210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Seventh Outline Level</a:t>
            </a:r>
            <a:endParaRPr lang="en-US" sz="18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0"/>
          </p:nvPr>
        </p:nvSpPr>
        <p:spPr>
          <a:xfrm>
            <a:off x="504000" y="5130000"/>
            <a:ext cx="2339280" cy="2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484848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484848"/>
                </a:solidFill>
                <a:effectLst/>
                <a:uFillTx/>
                <a:latin typeface="Noto Sans"/>
              </a:rPr>
              <a:t>&lt;date/time&gt;</a:t>
            </a:r>
            <a:endParaRPr lang="es-C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1"/>
          </p:nvPr>
        </p:nvSpPr>
        <p:spPr>
          <a:xfrm>
            <a:off x="3420000" y="5130000"/>
            <a:ext cx="3239280" cy="2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484848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484848"/>
                </a:solidFill>
                <a:effectLst/>
                <a:uFillTx/>
                <a:latin typeface="Noto Sans"/>
              </a:rPr>
              <a:t>&lt;footer&gt;</a:t>
            </a:r>
            <a:endParaRPr lang="es-C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2"/>
          </p:nvPr>
        </p:nvSpPr>
        <p:spPr>
          <a:xfrm>
            <a:off x="7236000" y="5130000"/>
            <a:ext cx="2339280" cy="213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484848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518D31A-7413-45BB-86CE-D0F0C1684E16}" type="slidenum">
              <a:rPr lang="en-US" sz="1400" b="0" u="none" strike="noStrike">
                <a:solidFill>
                  <a:srgbClr val="484848"/>
                </a:solidFill>
                <a:effectLst/>
                <a:uFillTx/>
                <a:latin typeface="Noto Sans"/>
              </a:rPr>
              <a:t>&lt;number&gt;</a:t>
            </a:fld>
            <a:endParaRPr lang="es-C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Vivid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"/>
          <p:cNvSpPr/>
          <p:nvPr/>
        </p:nvSpPr>
        <p:spPr>
          <a:xfrm flipV="1">
            <a:off x="0" y="-720"/>
            <a:ext cx="10079280" cy="179280"/>
          </a:xfrm>
          <a:prstGeom prst="rect">
            <a:avLst/>
          </a:prstGeom>
          <a:pattFill prst="lgGrid">
            <a:fgClr>
              <a:srgbClr val="3465A4"/>
            </a:fgClr>
            <a:bgClr>
              <a:srgbClr val="009EDA"/>
            </a:bgClr>
          </a:pattFill>
          <a:ln w="18000">
            <a:noFill/>
          </a:ln>
          <a:effectLst>
            <a:outerShdw dir="5400000" dist="25200" rotWithShape="0">
              <a:srgbClr val="F4910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36000" tIns="36000" rIns="36000" bIns="36000" anchor="ctr">
            <a:noAutofit/>
          </a:bodyPr>
          <a:p>
            <a:endParaRPr lang="en-US" sz="22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504000" y="270000"/>
            <a:ext cx="9071280" cy="98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4500" b="0" u="none" strike="noStrike">
                <a:solidFill>
                  <a:srgbClr val="04617B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5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45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504000" y="1440000"/>
            <a:ext cx="9071280" cy="368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Aft>
                <a:spcPts val="1057"/>
              </a:spcAft>
              <a:buClr>
                <a:srgbClr val="04617B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4617B"/>
                </a:solidFill>
                <a:effectLst/>
                <a:uFillTx/>
                <a:latin typeface="Noto Sans"/>
              </a:defRPr>
            </a:lvl1pPr>
            <a:lvl2pPr lvl="1" algn="l">
              <a:lnSpc>
                <a:spcPct val="100000"/>
              </a:lnSpc>
              <a:spcAft>
                <a:spcPts val="842"/>
              </a:spcAft>
              <a:buClr>
                <a:srgbClr val="04617B"/>
              </a:buClr>
              <a:buSzPct val="75000"/>
              <a:buFont typeface="Symbol" charset="2"/>
              <a:buChar char=""/>
              <a:defRPr lang="en-US" sz="2100" b="0" u="none" strike="noStrike">
                <a:solidFill>
                  <a:srgbClr val="04617B"/>
                </a:solidFill>
                <a:effectLst/>
                <a:uFillTx/>
                <a:latin typeface="Noto Sans"/>
              </a:defRPr>
            </a:lvl2pPr>
            <a:lvl3pPr lvl="2" algn="l">
              <a:lnSpc>
                <a:spcPct val="100000"/>
              </a:lnSpc>
              <a:spcAft>
                <a:spcPts val="635"/>
              </a:spcAft>
              <a:buClr>
                <a:srgbClr val="04617B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defRPr>
            </a:lvl3pPr>
            <a:lvl4pPr lvl="3" algn="l">
              <a:lnSpc>
                <a:spcPct val="100000"/>
              </a:lnSpc>
              <a:spcAft>
                <a:spcPts val="422"/>
              </a:spcAft>
              <a:buClr>
                <a:srgbClr val="04617B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defRPr>
            </a:lvl4pPr>
            <a:lvl5pPr lvl="4" algn="l">
              <a:lnSpc>
                <a:spcPct val="100000"/>
              </a:lnSpc>
              <a:spcAft>
                <a:spcPts val="210"/>
              </a:spcAft>
              <a:buClr>
                <a:srgbClr val="04617B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defRPr>
            </a:lvl5pPr>
            <a:lvl6pPr lvl="5" algn="l">
              <a:lnSpc>
                <a:spcPct val="100000"/>
              </a:lnSpc>
              <a:spcAft>
                <a:spcPts val="210"/>
              </a:spcAft>
              <a:buClr>
                <a:srgbClr val="04617B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defRPr>
            </a:lvl6pPr>
            <a:lvl7pPr lvl="6" algn="l">
              <a:lnSpc>
                <a:spcPct val="100000"/>
              </a:lnSpc>
              <a:spcAft>
                <a:spcPts val="210"/>
              </a:spcAft>
              <a:buClr>
                <a:srgbClr val="04617B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lnSpc>
                <a:spcPct val="100000"/>
              </a:lnSpc>
              <a:spcAft>
                <a:spcPts val="1057"/>
              </a:spcAft>
              <a:buClr>
                <a:srgbClr val="04617B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2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lnSpc>
                <a:spcPct val="100000"/>
              </a:lnSpc>
              <a:spcAft>
                <a:spcPts val="842"/>
              </a:spcAft>
              <a:buClr>
                <a:srgbClr val="04617B"/>
              </a:buClr>
              <a:buSzPct val="75000"/>
              <a:buFont typeface="Symbol" charset="2"/>
              <a:buChar char=""/>
            </a:pPr>
            <a:r>
              <a:rPr lang="en-US" sz="21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Second Outline Level</a:t>
            </a:r>
            <a:endParaRPr lang="en-US" sz="21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lnSpc>
                <a:spcPct val="100000"/>
              </a:lnSpc>
              <a:spcAft>
                <a:spcPts val="635"/>
              </a:spcAft>
              <a:buClr>
                <a:srgbClr val="04617B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Third Outline Level</a:t>
            </a:r>
            <a:endParaRPr lang="en-US" sz="18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lnSpc>
                <a:spcPct val="100000"/>
              </a:lnSpc>
              <a:spcAft>
                <a:spcPts val="422"/>
              </a:spcAft>
              <a:buClr>
                <a:srgbClr val="04617B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Fourth Outline Level</a:t>
            </a:r>
            <a:endParaRPr lang="en-US" sz="18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lnSpc>
                <a:spcPct val="100000"/>
              </a:lnSpc>
              <a:spcAft>
                <a:spcPts val="210"/>
              </a:spcAft>
              <a:buClr>
                <a:srgbClr val="04617B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Fifth Outline Level</a:t>
            </a:r>
            <a:endParaRPr lang="en-US" sz="18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lnSpc>
                <a:spcPct val="100000"/>
              </a:lnSpc>
              <a:spcAft>
                <a:spcPts val="210"/>
              </a:spcAft>
              <a:buClr>
                <a:srgbClr val="04617B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Sixth Outline Level</a:t>
            </a:r>
            <a:endParaRPr lang="en-US" sz="18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lnSpc>
                <a:spcPct val="100000"/>
              </a:lnSpc>
              <a:spcAft>
                <a:spcPts val="210"/>
              </a:spcAft>
              <a:buClr>
                <a:srgbClr val="04617B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Seventh Outline Level</a:t>
            </a:r>
            <a:endParaRPr lang="en-US" sz="18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dt" idx="13"/>
          </p:nvPr>
        </p:nvSpPr>
        <p:spPr>
          <a:xfrm>
            <a:off x="504000" y="5130000"/>
            <a:ext cx="2339280" cy="2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484848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484848"/>
                </a:solidFill>
                <a:effectLst/>
                <a:uFillTx/>
                <a:latin typeface="Noto Sans"/>
              </a:rPr>
              <a:t>&lt;date/time&gt;</a:t>
            </a:r>
            <a:endParaRPr lang="es-C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ftr" idx="14"/>
          </p:nvPr>
        </p:nvSpPr>
        <p:spPr>
          <a:xfrm>
            <a:off x="3420000" y="5130000"/>
            <a:ext cx="3239280" cy="2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484848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484848"/>
                </a:solidFill>
                <a:effectLst/>
                <a:uFillTx/>
                <a:latin typeface="Noto Sans"/>
              </a:rPr>
              <a:t>&lt;footer&gt;</a:t>
            </a:r>
            <a:endParaRPr lang="es-C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sldNum" idx="15"/>
          </p:nvPr>
        </p:nvSpPr>
        <p:spPr>
          <a:xfrm>
            <a:off x="7236000" y="5130000"/>
            <a:ext cx="2339280" cy="213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484848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14039A1-685F-4B63-8ADC-47FBDD75E666}" type="slidenum">
              <a:rPr lang="en-US" sz="1400" b="0" u="none" strike="noStrike">
                <a:solidFill>
                  <a:srgbClr val="484848"/>
                </a:solidFill>
                <a:effectLst/>
                <a:uFillTx/>
                <a:latin typeface="Noto Sans"/>
              </a:rPr>
              <a:t>&lt;number&gt;</a:t>
            </a:fld>
            <a:endParaRPr lang="es-C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"/>
          <p:cNvSpPr/>
          <p:nvPr/>
        </p:nvSpPr>
        <p:spPr>
          <a:xfrm>
            <a:off x="0" y="5580000"/>
            <a:ext cx="10079280" cy="89280"/>
          </a:xfrm>
          <a:prstGeom prst="rect">
            <a:avLst/>
          </a:prstGeom>
          <a:pattFill prst="lgGrid">
            <a:fgClr>
              <a:srgbClr val="3465A4"/>
            </a:fgClr>
            <a:bgClr>
              <a:srgbClr val="009EDA"/>
            </a:bgClr>
          </a:pattFill>
          <a:ln w="18000">
            <a:noFill/>
          </a:ln>
          <a:effectLst>
            <a:outerShdw dir="16200000" dist="25200" rotWithShape="0">
              <a:srgbClr val="F4910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36000" tIns="36000" rIns="36000" bIns="36000" anchor="ctr">
            <a:noAutofit/>
          </a:bodyPr>
          <a:p>
            <a:endParaRPr lang="en-US" sz="22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hyperlink" Target="https://www.saucedemo.com/" TargetMode="External"/><Relationship Id="rId2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504000" y="270000"/>
            <a:ext cx="9071280" cy="323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rm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R" sz="60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Taller de pruebas: SauceDemo</a:t>
            </a:r>
            <a:endParaRPr lang="en-US" sz="60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subTitle"/>
          </p:nvPr>
        </p:nvSpPr>
        <p:spPr>
          <a:xfrm>
            <a:off x="504000" y="3870000"/>
            <a:ext cx="9071280" cy="1170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 algn="l">
              <a:lnSpc>
                <a:spcPct val="100000"/>
              </a:lnSpc>
              <a:spcAft>
                <a:spcPts val="924"/>
              </a:spcAft>
              <a:buNone/>
              <a:tabLst>
                <a:tab pos="0" algn="l"/>
              </a:tabLst>
            </a:pPr>
            <a:r>
              <a:rPr lang="es-CR" sz="3600" b="1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Semana #5</a:t>
            </a:r>
            <a:endParaRPr lang="es-C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504000" y="90000"/>
            <a:ext cx="9071280" cy="98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rm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R" sz="45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Taller de pruebas: SauceDemo</a:t>
            </a:r>
            <a:endParaRPr lang="en-US" sz="45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504000" y="1440000"/>
            <a:ext cx="9071280" cy="350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9999"/>
          </a:bodyPr>
          <a:p>
            <a:pPr marL="432000" indent="-32400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El grupo 50 de Aseguramiento de la Calidad del Software ha sido contratado para ofrecer el servicio de testing de software y tiene como objetivo  determinar si una funcionalidad está lista para producción.</a:t>
            </a:r>
            <a:endParaRPr lang="en-US" sz="2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432000" indent="-32400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Duración: 3 horas</a:t>
            </a:r>
            <a:endParaRPr lang="en-US" sz="2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432000" indent="-32400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Modalidad: grupos de 3 estudiantes</a:t>
            </a:r>
            <a:endParaRPr lang="en-US" sz="2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432000" indent="-32400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Tipo: Testing funcional manual de aplicación web</a:t>
            </a:r>
            <a:endParaRPr lang="en-US" sz="2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432000" indent="-32400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Aplicación: SauceDemo</a:t>
            </a:r>
            <a:endParaRPr lang="en-US" sz="2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504000" y="90000"/>
            <a:ext cx="9071280" cy="98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  <a:tabLst>
                <a:tab pos="0" algn="l"/>
              </a:tabLst>
            </a:pPr>
            <a:r>
              <a:rPr lang="en-US" sz="45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Objetivo</a:t>
            </a:r>
            <a:endParaRPr lang="en-US" sz="45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504000" y="1440000"/>
            <a:ext cx="9071280" cy="350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-324000" algn="l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Analizar un requerimiento, identificar condiciones de prueba, diseñar casos de prueba, ejecutarlos, recopilar evidencia, determinar el resultado y reportar defectos.</a:t>
            </a:r>
            <a:endParaRPr lang="en-US" sz="2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504000" y="90000"/>
            <a:ext cx="9071280" cy="98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  <a:tabLst>
                <a:tab pos="0" algn="l"/>
              </a:tabLst>
            </a:pPr>
            <a:r>
              <a:rPr lang="en-US" sz="45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DISEÑO DE CASOS DE PRUEBA</a:t>
            </a:r>
            <a:endParaRPr lang="en-US" sz="45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504000" y="1440000"/>
            <a:ext cx="9071280" cy="350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5000" lnSpcReduction="19999"/>
          </a:bodyPr>
          <a:p>
            <a:pPr indent="-324000" algn="l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42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REQUERIMIENTO →  ANÁLISIS → CONDICIONES DE PRUEBA </a:t>
            </a:r>
            <a:endParaRPr lang="en-US" sz="42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indent="-324000" algn="l">
              <a:lnSpc>
                <a:spcPct val="100000"/>
              </a:lnSpc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42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      ↓</a:t>
            </a:r>
            <a:endParaRPr lang="en-US" sz="42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indent="-324000" algn="l">
              <a:lnSpc>
                <a:spcPct val="100000"/>
              </a:lnSpc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42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CASOS DE PRUEBA → DATOS DE PRUEBA → EJECUCIÓN</a:t>
            </a:r>
            <a:endParaRPr lang="en-US" sz="42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indent="-324000" algn="l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42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      ↓</a:t>
            </a:r>
            <a:endParaRPr lang="en-US" sz="42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indent="-324000" algn="l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42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EVIDENCIA → PASS / FAIL / BLOCKED</a:t>
            </a:r>
            <a:endParaRPr lang="en-US" sz="42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indent="-324000" algn="l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42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      ↓</a:t>
            </a:r>
            <a:endParaRPr lang="en-US" sz="42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indent="-324000" algn="l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42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REPORTE DE DEFECTO</a:t>
            </a:r>
            <a:endParaRPr lang="en-US" sz="42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504000" y="90000"/>
            <a:ext cx="9071280" cy="98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  <a:tabLst>
                <a:tab pos="0" algn="l"/>
              </a:tabLst>
            </a:pPr>
            <a:r>
              <a:rPr lang="en-US" sz="45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1. Contexto</a:t>
            </a:r>
            <a:endParaRPr lang="en-US" sz="45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504000" y="1440000"/>
            <a:ext cx="9071280" cy="350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9999"/>
          </a:bodyPr>
          <a:p>
            <a:pPr indent="-324000" algn="l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La empresa DemoShop está desarrollando una aplicación web de comercio electrónico. Antes de liberar una nueva versión a producción, el equipo de QA debe verificar que las funcionalidades principales cumplan con los requerimientos establecidos.</a:t>
            </a:r>
            <a:endParaRPr lang="en-US" sz="2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indent="-324000" algn="l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Usted forma parte del equipo de QA encargado de realizar las pruebas funcionales.</a:t>
            </a:r>
            <a:endParaRPr lang="en-US" sz="2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indent="-324000" algn="l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La aplicación a probar es: </a:t>
            </a:r>
            <a:r>
              <a:rPr lang="en-US" sz="2400" b="0" u="none" strike="noStrike">
                <a:solidFill>
                  <a:srgbClr val="04617B"/>
                </a:solidFill>
                <a:effectLst/>
                <a:uFillTx/>
                <a:latin typeface="Noto Sans"/>
                <a:hlinkClick r:id="rId1"/>
              </a:rPr>
              <a:t>https://www.saucedemo.com/</a:t>
            </a:r>
            <a:endParaRPr lang="en-US" sz="2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indent="-324000" algn="l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El objetivo del taller es verificar el cumplimiento de los requerimientos mediante pruebas funcionales manuales.</a:t>
            </a:r>
            <a:endParaRPr lang="en-US" sz="2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504000" y="90000"/>
            <a:ext cx="9071280" cy="98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  <a:tabLst>
                <a:tab pos="0" algn="l"/>
              </a:tabLst>
            </a:pPr>
            <a:r>
              <a:rPr lang="en-US" sz="45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2. Ambiente de prueba</a:t>
            </a:r>
            <a:endParaRPr lang="en-US" sz="45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/>
          </p:nvPr>
        </p:nvSpPr>
        <p:spPr>
          <a:xfrm>
            <a:off x="504000" y="1440000"/>
            <a:ext cx="9071280" cy="350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-324000" algn="l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Usuario principal:</a:t>
            </a:r>
            <a:endParaRPr lang="en-US" sz="2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Aft>
                <a:spcPts val="842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1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Username: </a:t>
            </a:r>
            <a:r>
              <a:rPr lang="en-US" sz="2100" b="1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standard_user</a:t>
            </a:r>
            <a:endParaRPr lang="en-US" sz="21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Aft>
                <a:spcPts val="842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1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Password: </a:t>
            </a:r>
            <a:r>
              <a:rPr lang="en-US" sz="2100" b="1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secret_sauce</a:t>
            </a:r>
            <a:endParaRPr lang="en-US" sz="21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indent="-324000" algn="l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Navegadores: </a:t>
            </a:r>
            <a:r>
              <a:rPr lang="en-US" sz="2400" b="1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Google Chrome / Firefox / Edge.</a:t>
            </a:r>
            <a:endParaRPr lang="en-US" sz="2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indent="-324000" algn="l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Evidencia: </a:t>
            </a:r>
            <a:r>
              <a:rPr lang="en-US" sz="2400" b="1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Cada ejecución (y cada paso) que permita demostrar el resultado debe incluir captura de pantalla.</a:t>
            </a:r>
            <a:endParaRPr lang="en-US" sz="2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504000" y="90000"/>
            <a:ext cx="9071280" cy="98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  <a:tabLst>
                <a:tab pos="0" algn="l"/>
              </a:tabLst>
            </a:pPr>
            <a:r>
              <a:rPr lang="en-US" sz="45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3. Requisitos</a:t>
            </a:r>
            <a:endParaRPr lang="en-US" sz="45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/>
          </p:nvPr>
        </p:nvSpPr>
        <p:spPr>
          <a:xfrm>
            <a:off x="504000" y="1440000"/>
            <a:ext cx="9071280" cy="350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-324000" algn="l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Ver Adjunto:</a:t>
            </a:r>
            <a:endParaRPr lang="en-US" sz="2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504000" y="90000"/>
            <a:ext cx="9071280" cy="98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  <a:tabLst>
                <a:tab pos="0" algn="l"/>
              </a:tabLst>
            </a:pPr>
            <a:r>
              <a:rPr lang="en-US" sz="45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4. Fase 1 — Analizar requisitos</a:t>
            </a:r>
            <a:endParaRPr lang="en-US" sz="45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504000" y="1440000"/>
            <a:ext cx="9071280" cy="350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-324000" algn="l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Para cada requerimiento deben identificar:</a:t>
            </a:r>
            <a:endParaRPr lang="en-US" sz="2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indent="-324000" algn="l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Condiciones de prueba (escenarios), por ejemplo:</a:t>
            </a:r>
            <a:endParaRPr lang="en-US" sz="2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indent="0" algn="l">
              <a:spcAft>
                <a:spcPts val="1054"/>
              </a:spcAft>
              <a:buNone/>
            </a:pPr>
            <a:endParaRPr lang="en-US" sz="2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2940840" y="2700000"/>
            <a:ext cx="3179160" cy="2650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s-C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REQ-LOGIN-003</a:t>
            </a:r>
            <a:endParaRPr lang="es-C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s-C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s-C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Condición 1:</a:t>
            </a:r>
            <a:endParaRPr lang="es-C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s-C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Username vacío</a:t>
            </a:r>
            <a:endParaRPr lang="es-C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s-C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s-C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Condición 2:</a:t>
            </a:r>
            <a:endParaRPr lang="es-C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s-C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Password vacío</a:t>
            </a:r>
            <a:endParaRPr lang="es-C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s-C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s-C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Condición 3:</a:t>
            </a:r>
            <a:endParaRPr lang="es-C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s-C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Username y password vacíos</a:t>
            </a:r>
            <a:endParaRPr lang="es-C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504000" y="90000"/>
            <a:ext cx="9071280" cy="98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5. Fase 2 — Crear casos de prueba</a:t>
            </a:r>
            <a:endParaRPr lang="en-US" sz="44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504000" y="1440000"/>
            <a:ext cx="9071280" cy="350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-324000" algn="l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Cada grupo debe crear casos utilizando esta estructura de qatlas (ir a la página):</a:t>
            </a:r>
            <a:endParaRPr lang="en-US" sz="2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indent="0" algn="l">
              <a:spcAft>
                <a:spcPts val="1054"/>
              </a:spcAft>
              <a:buNone/>
            </a:pPr>
            <a:r>
              <a:rPr lang="en-US" sz="24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 </a:t>
            </a:r>
            <a:endParaRPr lang="en-US" sz="2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</p:txBody>
      </p:sp>
      <p:graphicFrame>
        <p:nvGraphicFramePr>
          <p:cNvPr id="52" name=""/>
          <p:cNvGraphicFramePr/>
          <p:nvPr/>
        </p:nvGraphicFramePr>
        <p:xfrm>
          <a:off x="4038120" y="2033280"/>
          <a:ext cx="1428840" cy="3362040"/>
        </p:xfrm>
        <a:graphic>
          <a:graphicData uri="http://schemas.openxmlformats.org/drawingml/2006/table">
            <a:tbl>
              <a:tblPr/>
              <a:tblGrid>
                <a:gridCol w="714600"/>
                <a:gridCol w="714600"/>
              </a:tblGrid>
              <a:tr h="642240"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s-CR" sz="57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Campo</a:t>
                      </a:r>
                      <a:endParaRPr lang="es-CR" sz="5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s-CR" sz="57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Descripción</a:t>
                      </a:r>
                      <a:endParaRPr lang="es-CR" sz="5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83680"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s-CR" sz="57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Test Case ID</a:t>
                      </a:r>
                      <a:endParaRPr lang="es-CR" sz="5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s-CR" sz="57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Identificador único</a:t>
                      </a:r>
                      <a:endParaRPr lang="es-CR" sz="5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33440"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s-CR" sz="57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Requirement ID</a:t>
                      </a:r>
                      <a:endParaRPr lang="es-CR" sz="5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s-CR" sz="57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Requerimiento asociado</a:t>
                      </a:r>
                      <a:endParaRPr lang="es-CR" sz="5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83680"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s-CR" sz="57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Title</a:t>
                      </a:r>
                      <a:endParaRPr lang="es-CR" sz="5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s-CR" sz="57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Nombre del caso</a:t>
                      </a:r>
                      <a:endParaRPr lang="es-CR" sz="5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33440"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s-CR" sz="57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Priority</a:t>
                      </a:r>
                      <a:endParaRPr lang="es-CR" sz="5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s-CR" sz="57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High / Medium / Low</a:t>
                      </a:r>
                      <a:endParaRPr lang="es-CR" sz="5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33440"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s-CR" sz="57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Preconditions</a:t>
                      </a:r>
                      <a:endParaRPr lang="es-CR" sz="5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s-CR" sz="57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Condiciones previas</a:t>
                      </a:r>
                      <a:endParaRPr lang="es-CR" sz="5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83680"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s-CR" sz="57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Test Data</a:t>
                      </a:r>
                      <a:endParaRPr lang="es-CR" sz="5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s-CR" sz="57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Datos utilizados</a:t>
                      </a:r>
                      <a:endParaRPr lang="es-CR" sz="5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83680"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s-CR" sz="57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Steps</a:t>
                      </a:r>
                      <a:endParaRPr lang="es-CR" sz="5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s-CR" sz="57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Pasos</a:t>
                      </a:r>
                      <a:endParaRPr lang="es-CR" sz="5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85120"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s-CR" sz="57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Expected Result</a:t>
                      </a:r>
                      <a:endParaRPr lang="es-CR" sz="5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s-CR" sz="57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Resultado esperado</a:t>
                      </a:r>
                      <a:endParaRPr lang="es-CR" sz="5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53" name=""/>
          <p:cNvGraphicFramePr/>
          <p:nvPr/>
        </p:nvGraphicFramePr>
        <p:xfrm>
          <a:off x="5697360" y="1821240"/>
          <a:ext cx="1388880" cy="3693960"/>
        </p:xfrm>
        <a:graphic>
          <a:graphicData uri="http://schemas.openxmlformats.org/drawingml/2006/table">
            <a:tbl>
              <a:tblPr/>
              <a:tblGrid>
                <a:gridCol w="694440"/>
                <a:gridCol w="694440"/>
              </a:tblGrid>
              <a:tr h="596880"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s-CR" sz="57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Campo</a:t>
                      </a:r>
                      <a:endParaRPr lang="es-CR" sz="5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s-CR" sz="57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Valor</a:t>
                      </a:r>
                      <a:endParaRPr lang="es-CR" sz="5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63520"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s-CR" sz="57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Requirement</a:t>
                      </a:r>
                      <a:endParaRPr lang="es-CR" sz="5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s-CR" sz="57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REQ-LOGIN-001</a:t>
                      </a:r>
                      <a:endParaRPr lang="es-CR" sz="5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41440"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s-CR" sz="57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Title</a:t>
                      </a:r>
                      <a:endParaRPr lang="es-CR" sz="5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s-CR" sz="57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Login con credenciales válidas</a:t>
                      </a:r>
                      <a:endParaRPr lang="es-CR" sz="5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63520"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s-CR" sz="57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Priority</a:t>
                      </a:r>
                      <a:endParaRPr lang="es-CR" sz="5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s-CR" sz="57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High</a:t>
                      </a:r>
                      <a:endParaRPr lang="es-CR" sz="5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63520"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s-CR" sz="57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Preconditions</a:t>
                      </a:r>
                      <a:endParaRPr lang="es-CR" sz="5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s-CR" sz="57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Usuario registrado</a:t>
                      </a:r>
                      <a:endParaRPr lang="es-CR" sz="5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02480"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s-CR" sz="57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Data</a:t>
                      </a:r>
                      <a:endParaRPr lang="es-CR" sz="5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s-CR" sz="57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standard_user / secret_sauce</a:t>
                      </a:r>
                      <a:endParaRPr lang="es-CR" sz="5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819360"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s-CR" sz="57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Steps</a:t>
                      </a:r>
                      <a:endParaRPr lang="es-CR" sz="5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s-CR" sz="57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Abrir aplicación → introducir username → introducir password → Login</a:t>
                      </a:r>
                      <a:endParaRPr lang="es-CR" sz="5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43240"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s-CR" sz="57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Expected</a:t>
                      </a:r>
                      <a:endParaRPr lang="es-CR" sz="5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s-CR" sz="57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Se muestra la página de productos</a:t>
                      </a:r>
                      <a:endParaRPr lang="es-CR" sz="5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504000" y="90000"/>
            <a:ext cx="9071280" cy="98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  <a:tabLst>
                <a:tab pos="0" algn="l"/>
              </a:tabLst>
            </a:pPr>
            <a:r>
              <a:rPr lang="en-US" sz="45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6. Regla de oro</a:t>
            </a:r>
            <a:endParaRPr lang="en-US" sz="45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504000" y="1440000"/>
            <a:ext cx="9071280" cy="350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 anchorCtr="1">
            <a:normAutofit lnSpcReduction="9999"/>
          </a:bodyPr>
          <a:p>
            <a:pPr indent="-324000" algn="ctr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2400" b="1" u="none" strike="noStrike">
                <a:solidFill>
                  <a:srgbClr val="FF4000"/>
                </a:solidFill>
                <a:effectLst/>
                <a:uFillTx/>
                <a:latin typeface="Noto Sans"/>
              </a:rPr>
              <a:t>EL RESULTADO ESPERADO SE DEFINE ANTES DE EJECUTAR LA PRUEBA.</a:t>
            </a:r>
            <a:endParaRPr lang="en-US" sz="2400" b="1" u="none" strike="noStrike">
              <a:solidFill>
                <a:srgbClr val="FF4000"/>
              </a:solidFill>
              <a:effectLst/>
              <a:uFillTx/>
              <a:latin typeface="Noto Sans"/>
            </a:endParaRPr>
          </a:p>
          <a:p>
            <a:pPr indent="0" algn="l">
              <a:spcAft>
                <a:spcPts val="1054"/>
              </a:spcAft>
              <a:buNone/>
            </a:pPr>
            <a:r>
              <a:rPr lang="en-US" sz="2400" b="1" u="none" strike="noStrike">
                <a:solidFill>
                  <a:srgbClr val="FF4000"/>
                </a:solidFill>
                <a:effectLst/>
                <a:uFillTx/>
                <a:latin typeface="Noto Sans"/>
              </a:rPr>
              <a:t>EVITAR: Ejecutar</a:t>
            </a:r>
            <a:endParaRPr lang="en-US" sz="2400" b="1" u="none" strike="noStrike">
              <a:solidFill>
                <a:srgbClr val="FF4000"/>
              </a:solidFill>
              <a:effectLst/>
              <a:uFillTx/>
              <a:latin typeface="Noto Sans"/>
            </a:endParaRPr>
          </a:p>
          <a:p>
            <a:pPr indent="0" algn="l">
              <a:spcAft>
                <a:spcPts val="1054"/>
              </a:spcAft>
              <a:buNone/>
            </a:pPr>
            <a:r>
              <a:rPr lang="en-US" sz="2400" b="1" u="none" strike="noStrike">
                <a:solidFill>
                  <a:srgbClr val="FF4000"/>
                </a:solidFill>
                <a:effectLst/>
                <a:uFillTx/>
                <a:latin typeface="Noto Sans"/>
              </a:rPr>
              <a:t>   ↓</a:t>
            </a:r>
            <a:endParaRPr lang="en-US" sz="2400" b="1" u="none" strike="noStrike">
              <a:solidFill>
                <a:srgbClr val="FF4000"/>
              </a:solidFill>
              <a:effectLst/>
              <a:uFillTx/>
              <a:latin typeface="Noto Sans"/>
            </a:endParaRPr>
          </a:p>
          <a:p>
            <a:pPr indent="0" algn="l">
              <a:spcAft>
                <a:spcPts val="1054"/>
              </a:spcAft>
              <a:buNone/>
            </a:pPr>
            <a:r>
              <a:rPr lang="en-US" sz="2400" b="1" u="none" strike="noStrike">
                <a:solidFill>
                  <a:srgbClr val="FF4000"/>
                </a:solidFill>
                <a:effectLst/>
                <a:uFillTx/>
                <a:latin typeface="Noto Sans"/>
              </a:rPr>
              <a:t>Ver qué pasó</a:t>
            </a:r>
            <a:endParaRPr lang="en-US" sz="2400" b="1" u="none" strike="noStrike">
              <a:solidFill>
                <a:srgbClr val="FF4000"/>
              </a:solidFill>
              <a:effectLst/>
              <a:uFillTx/>
              <a:latin typeface="Noto Sans"/>
            </a:endParaRPr>
          </a:p>
          <a:p>
            <a:pPr indent="0" algn="l">
              <a:spcAft>
                <a:spcPts val="1054"/>
              </a:spcAft>
              <a:buNone/>
            </a:pPr>
            <a:r>
              <a:rPr lang="en-US" sz="2400" b="1" u="none" strike="noStrike">
                <a:solidFill>
                  <a:srgbClr val="FF4000"/>
                </a:solidFill>
                <a:effectLst/>
                <a:uFillTx/>
                <a:latin typeface="Noto Sans"/>
              </a:rPr>
              <a:t>   ↓</a:t>
            </a:r>
            <a:endParaRPr lang="en-US" sz="2400" b="1" u="none" strike="noStrike">
              <a:solidFill>
                <a:srgbClr val="FF4000"/>
              </a:solidFill>
              <a:effectLst/>
              <a:uFillTx/>
              <a:latin typeface="Noto Sans"/>
            </a:endParaRPr>
          </a:p>
          <a:p>
            <a:pPr indent="0" algn="l">
              <a:spcAft>
                <a:spcPts val="1054"/>
              </a:spcAft>
              <a:buNone/>
            </a:pPr>
            <a:r>
              <a:rPr lang="en-US" sz="2400" b="1" u="none" strike="noStrike">
                <a:solidFill>
                  <a:srgbClr val="FF4000"/>
                </a:solidFill>
                <a:effectLst/>
                <a:uFillTx/>
                <a:latin typeface="Noto Sans"/>
              </a:rPr>
              <a:t>Escribir "Expected Result"</a:t>
            </a:r>
            <a:endParaRPr lang="en-US" sz="2400" b="1" u="none" strike="noStrike">
              <a:solidFill>
                <a:srgbClr val="FF4000"/>
              </a:solidFill>
              <a:effectLst/>
              <a:uFillTx/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504000" y="-194400"/>
            <a:ext cx="9071280" cy="155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  <a:tabLst>
                <a:tab pos="0" algn="l"/>
              </a:tabLst>
            </a:pPr>
            <a:r>
              <a:rPr lang="en-US" sz="36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7. Fase 3 — Diseñar pruebas negativas</a:t>
            </a:r>
            <a:endParaRPr lang="en-US" sz="36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504000" y="1440000"/>
            <a:ext cx="9071280" cy="350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-324000" algn="l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Para cada requerimiento identificar situaciones válidas y situaciones inválida cuando sea aplicable.</a:t>
            </a:r>
            <a:endParaRPr lang="en-US" sz="2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indent="-324000" algn="l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Login: Válido</a:t>
            </a:r>
            <a:endParaRPr lang="en-US" sz="2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Aft>
                <a:spcPts val="842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1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standard_user / secret_sauce</a:t>
            </a:r>
            <a:endParaRPr lang="en-US" sz="21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indent="0" algn="l">
              <a:spcAft>
                <a:spcPts val="1054"/>
              </a:spcAft>
              <a:buNone/>
            </a:pPr>
            <a:endParaRPr lang="en-US" sz="2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indent="-324000" algn="l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Inválido</a:t>
            </a:r>
            <a:endParaRPr lang="en-US" sz="2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Aft>
                <a:spcPts val="842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1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standard_user / contraseña_incorrecta</a:t>
            </a:r>
            <a:endParaRPr lang="en-US" sz="21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504000" y="90000"/>
            <a:ext cx="9071280" cy="98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  <a:tabLst>
                <a:tab pos="0" algn="l"/>
              </a:tabLst>
            </a:pPr>
            <a:r>
              <a:rPr lang="en-US" sz="45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8. Fase 4 — Ejecución</a:t>
            </a:r>
            <a:endParaRPr lang="en-US" sz="45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504000" y="1440000"/>
            <a:ext cx="9071280" cy="350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-324000" algn="l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2400" b="1" i="1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“Dejen de ser diseñadores de pruebas. Ahora son testers.”</a:t>
            </a:r>
            <a:endParaRPr lang="en-US" sz="2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indent="-324000" algn="l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Cada grupo se intercambia con otro para ejecutar sus casos.</a:t>
            </a:r>
            <a:endParaRPr lang="en-US" sz="2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</p:txBody>
      </p:sp>
      <p:graphicFrame>
        <p:nvGraphicFramePr>
          <p:cNvPr id="60" name=""/>
          <p:cNvGraphicFramePr/>
          <p:nvPr/>
        </p:nvGraphicFramePr>
        <p:xfrm>
          <a:off x="2381040" y="2896560"/>
          <a:ext cx="5714640" cy="2131200"/>
        </p:xfrm>
        <a:graphic>
          <a:graphicData uri="http://schemas.openxmlformats.org/drawingml/2006/table">
            <a:tbl>
              <a:tblPr/>
              <a:tblGrid>
                <a:gridCol w="2856960"/>
                <a:gridCol w="2857680"/>
              </a:tblGrid>
              <a:tr h="916200"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s-CR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Campo</a:t>
                      </a:r>
                      <a:endParaRPr lang="es-CR" sz="18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s-CR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Valor</a:t>
                      </a:r>
                      <a:endParaRPr lang="es-CR" sz="18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04640"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s-CR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Actual Result</a:t>
                      </a:r>
                      <a:endParaRPr lang="es-C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s-CR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Lo que realmente ocurrió</a:t>
                      </a:r>
                      <a:endParaRPr lang="es-C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04640"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s-CR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Status</a:t>
                      </a:r>
                      <a:endParaRPr lang="es-C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s-CR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PASS / FAIL / BLOCKED</a:t>
                      </a:r>
                      <a:endParaRPr lang="es-C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05720"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s-CR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Evidence</a:t>
                      </a:r>
                      <a:endParaRPr lang="es-C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s-CR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Screenshot</a:t>
                      </a:r>
                      <a:endParaRPr lang="es-C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504000" y="90000"/>
            <a:ext cx="9071280" cy="98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  <a:tabLst>
                <a:tab pos="0" algn="l"/>
              </a:tabLst>
            </a:pPr>
            <a:r>
              <a:rPr lang="en-US" sz="45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9. Definición de resultados</a:t>
            </a:r>
            <a:endParaRPr lang="en-US" sz="45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504000" y="1440000"/>
            <a:ext cx="9071280" cy="350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-324000" algn="l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2400" b="1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PASS</a:t>
            </a:r>
            <a:r>
              <a:rPr lang="en-US" sz="24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: Expected = Actual</a:t>
            </a:r>
            <a:endParaRPr lang="en-US" sz="2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indent="-324000" algn="l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2400" b="1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FAIL</a:t>
            </a:r>
            <a:r>
              <a:rPr lang="en-US" sz="24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: Expected ≠ Actual</a:t>
            </a:r>
            <a:endParaRPr lang="en-US" sz="2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indent="-324000" algn="l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2400" b="1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BLOCKED</a:t>
            </a:r>
            <a:r>
              <a:rPr lang="en-US" sz="24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: El caso no puede ejecutarse debido a un impedimento. (Ej: La aplicación no permite iniciar sesión.)</a:t>
            </a:r>
            <a:endParaRPr lang="en-US" sz="2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indent="0" algn="l">
              <a:spcAft>
                <a:spcPts val="1054"/>
              </a:spcAft>
              <a:buNone/>
            </a:pPr>
            <a:endParaRPr lang="en-US" sz="2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504000" y="90000"/>
            <a:ext cx="9071280" cy="98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  <a:tabLst>
                <a:tab pos="0" algn="l"/>
              </a:tabLst>
            </a:pPr>
            <a:r>
              <a:rPr lang="en-US" sz="45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10. Evidencia</a:t>
            </a:r>
            <a:endParaRPr lang="en-US" sz="45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504000" y="1440000"/>
            <a:ext cx="9071280" cy="350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-324000" algn="l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2400" b="1" i="1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Una captura debe demostrar el resultado de la prueba </a:t>
            </a:r>
            <a:r>
              <a:rPr lang="en-US" sz="2400" b="0" i="1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(y de preferencia el paso a paso para replicar y dar valor al equipo Dev)</a:t>
            </a:r>
            <a:endParaRPr lang="en-US" sz="2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504000" y="90000"/>
            <a:ext cx="9071280" cy="98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  <a:tabLst>
                <a:tab pos="0" algn="l"/>
              </a:tabLst>
            </a:pPr>
            <a:r>
              <a:rPr lang="en-US" sz="45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11. Fase 5 — Encontrar defectos</a:t>
            </a:r>
            <a:endParaRPr lang="en-US" sz="45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504000" y="1440000"/>
            <a:ext cx="9071280" cy="350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-324000" algn="l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2400" b="1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Expected ≠ Actual</a:t>
            </a:r>
            <a:endParaRPr lang="en-US" sz="2400" b="1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indent="-324000" algn="l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2400" b="0" i="1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Deben crear un defecto.</a:t>
            </a:r>
            <a:endParaRPr lang="en-US" sz="2400" b="1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504000" y="90000"/>
            <a:ext cx="9071280" cy="98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  <a:tabLst>
                <a:tab pos="0" algn="l"/>
              </a:tabLst>
            </a:pPr>
            <a:r>
              <a:rPr lang="en-US" sz="45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12. La trazabilidad</a:t>
            </a:r>
            <a:endParaRPr lang="en-US" sz="45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504000" y="1440000"/>
            <a:ext cx="9071280" cy="350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-324000" algn="l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Importante poder entregar:</a:t>
            </a:r>
            <a:endParaRPr lang="en-US" sz="2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</p:txBody>
      </p:sp>
      <p:graphicFrame>
        <p:nvGraphicFramePr>
          <p:cNvPr id="69" name=""/>
          <p:cNvGraphicFramePr/>
          <p:nvPr/>
        </p:nvGraphicFramePr>
        <p:xfrm>
          <a:off x="2704320" y="2368080"/>
          <a:ext cx="4854600" cy="3107160"/>
        </p:xfrm>
        <a:graphic>
          <a:graphicData uri="http://schemas.openxmlformats.org/drawingml/2006/table">
            <a:tbl>
              <a:tblPr/>
              <a:tblGrid>
                <a:gridCol w="1213560"/>
                <a:gridCol w="1213560"/>
                <a:gridCol w="1213560"/>
                <a:gridCol w="1213920"/>
              </a:tblGrid>
              <a:tr h="728280"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s-CR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Requirement</a:t>
                      </a:r>
                      <a:endParaRPr lang="es-CR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s-CR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Test Case</a:t>
                      </a:r>
                      <a:endParaRPr lang="es-CR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s-CR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Result</a:t>
                      </a:r>
                      <a:endParaRPr lang="es-CR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s-CR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Bug</a:t>
                      </a:r>
                      <a:endParaRPr lang="es-CR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21560"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s-CR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REQ-LOGIN-001</a:t>
                      </a:r>
                      <a:endParaRPr lang="es-CR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s-CR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TC-LOGIN-001</a:t>
                      </a:r>
                      <a:endParaRPr lang="es-CR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s-CR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PASS</a:t>
                      </a:r>
                      <a:endParaRPr lang="es-CR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s-CR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—</a:t>
                      </a:r>
                      <a:endParaRPr lang="es-CR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21560"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s-CR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REQ-LOGIN-002</a:t>
                      </a:r>
                      <a:endParaRPr lang="es-CR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s-CR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TC-LOGIN-002</a:t>
                      </a:r>
                      <a:endParaRPr lang="es-CR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s-CR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PASS</a:t>
                      </a:r>
                      <a:endParaRPr lang="es-CR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s-CR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—</a:t>
                      </a:r>
                      <a:endParaRPr lang="es-CR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21560"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s-CR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REQ-PRODUCT-001</a:t>
                      </a:r>
                      <a:endParaRPr lang="es-CR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s-CR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TC-PRODUCT-001</a:t>
                      </a:r>
                      <a:endParaRPr lang="es-CR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s-CR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FAIL</a:t>
                      </a:r>
                      <a:endParaRPr lang="es-CR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s-CR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BUG-001</a:t>
                      </a:r>
                      <a:endParaRPr lang="es-CR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21560"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s-CR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REQ-CART-001</a:t>
                      </a:r>
                      <a:endParaRPr lang="es-CR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s-CR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TC-CART-001</a:t>
                      </a:r>
                      <a:endParaRPr lang="es-CR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s-CR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PASS</a:t>
                      </a:r>
                      <a:endParaRPr lang="es-CR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s-CR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—</a:t>
                      </a:r>
                      <a:endParaRPr lang="es-CR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92640"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s-CR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REQ-CHECKOUT-001</a:t>
                      </a:r>
                      <a:endParaRPr lang="es-CR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s-CR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TC-CHECKOUT-001</a:t>
                      </a:r>
                      <a:endParaRPr lang="es-CR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s-CR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PASS</a:t>
                      </a:r>
                      <a:endParaRPr lang="es-CR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s-CR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—</a:t>
                      </a:r>
                      <a:endParaRPr lang="es-CR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504000" y="90000"/>
            <a:ext cx="9071280" cy="98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  <a:tabLst>
                <a:tab pos="0" algn="l"/>
              </a:tabLst>
            </a:pPr>
            <a:r>
              <a:rPr lang="en-US" sz="45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13. Generar informes en QAtlas</a:t>
            </a:r>
            <a:endParaRPr lang="en-US" sz="45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504000" y="1440000"/>
            <a:ext cx="9071280" cy="350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-324000" algn="l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Gráficos del proyecto</a:t>
            </a:r>
            <a:endParaRPr lang="en-US" sz="2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</TotalTime>
  <Application>LibreOffice/26.2.5.2$Linux_X86_64 LibreOffice_project/620$Build-2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2026-09-02T08:14:35Z</dcterms:created>
  <dc:creator/>
  <dc:description>This work is licensed under a Creative Commons 0 License.
It makes use of the works of fsanchez.</dc:description>
  <dc:language>es-CR</dc:language>
  <cp:lastModifiedBy/>
  <dcterms:modified xsi:type="dcterms:W3CDTF">2026-09-02T09:04:07Z</dcterms:modified>
  <cp:revision>21</cp:revision>
  <dc:subject/>
  <dc:title>Vivid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