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s/docs/Learn/Common_questions/Web_mechanics/How_does_the_Internet_work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s/docs/Learn/Server-side/First_step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roadmap.sh/backend" TargetMode="External"/><Relationship Id="rId2" Type="http://schemas.openxmlformats.org/officeDocument/2006/relationships/hyperlink" Target="https://roadmap.sh/frontend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ngroup.com/articles/usability-101-introduction-to-usability/" TargetMode="External"/><Relationship Id="rId2" Type="http://schemas.openxmlformats.org/officeDocument/2006/relationships/hyperlink" Target="https://web.dev/learn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s" TargetMode="External"/><Relationship Id="rId2" Type="http://schemas.openxmlformats.org/officeDocument/2006/relationships/hyperlink" Target="https://code.visualstudio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Introducción al curso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Objetivo</a:t>
            </a:r>
            <a:r>
              <a:rPr dirty="0"/>
              <a:t>: </a:t>
            </a:r>
            <a:r>
              <a:rPr dirty="0" err="1"/>
              <a:t>Comprender</a:t>
            </a:r>
            <a:r>
              <a:rPr dirty="0"/>
              <a:t> </a:t>
            </a:r>
            <a:r>
              <a:rPr dirty="0" err="1"/>
              <a:t>cómo</a:t>
            </a:r>
            <a:r>
              <a:rPr dirty="0"/>
              <a:t> </a:t>
            </a:r>
            <a:r>
              <a:rPr dirty="0" err="1"/>
              <a:t>funciona</a:t>
            </a:r>
            <a:r>
              <a:rPr dirty="0"/>
              <a:t> la Web y </a:t>
            </a:r>
            <a:r>
              <a:rPr dirty="0" err="1"/>
              <a:t>crear</a:t>
            </a:r>
            <a:r>
              <a:rPr dirty="0"/>
              <a:t> </a:t>
            </a:r>
            <a:r>
              <a:rPr dirty="0" err="1"/>
              <a:t>aplicaciones</a:t>
            </a:r>
            <a:r>
              <a:rPr dirty="0"/>
              <a:t> </a:t>
            </a:r>
            <a:r>
              <a:rPr dirty="0" err="1"/>
              <a:t>modernas</a:t>
            </a:r>
            <a:endParaRPr dirty="0"/>
          </a:p>
          <a:p>
            <a:pPr lvl="1"/>
            <a:r>
              <a:rPr dirty="0" err="1"/>
              <a:t>Enfoque</a:t>
            </a:r>
            <a:r>
              <a:rPr dirty="0"/>
              <a:t> </a:t>
            </a:r>
            <a:r>
              <a:rPr dirty="0" err="1"/>
              <a:t>práctico</a:t>
            </a:r>
            <a:r>
              <a:rPr dirty="0"/>
              <a:t>: </a:t>
            </a:r>
            <a:r>
              <a:rPr dirty="0" err="1"/>
              <a:t>aprender</a:t>
            </a:r>
            <a:r>
              <a:rPr dirty="0"/>
              <a:t> </a:t>
            </a:r>
            <a:r>
              <a:rPr dirty="0" err="1"/>
              <a:t>construyendo</a:t>
            </a:r>
            <a:endParaRPr dirty="0"/>
          </a:p>
          <a:p>
            <a:pPr lvl="1"/>
            <a:r>
              <a:rPr dirty="0"/>
              <a:t>Proyecto real con </a:t>
            </a:r>
            <a:r>
              <a:rPr dirty="0" err="1"/>
              <a:t>cliente</a:t>
            </a:r>
            <a:r>
              <a:rPr dirty="0"/>
              <a:t> (</a:t>
            </a:r>
            <a:r>
              <a:rPr dirty="0" err="1"/>
              <a:t>contexto</a:t>
            </a:r>
            <a:r>
              <a:rPr dirty="0"/>
              <a:t> </a:t>
            </a:r>
            <a:r>
              <a:rPr dirty="0" err="1"/>
              <a:t>académico</a:t>
            </a:r>
            <a:r>
              <a:rPr dirty="0"/>
              <a:t>)</a:t>
            </a:r>
          </a:p>
          <a:p>
            <a:pPr lvl="1"/>
            <a:r>
              <a:rPr dirty="0" err="1"/>
              <a:t>Tecnologías</a:t>
            </a:r>
            <a:r>
              <a:rPr dirty="0"/>
              <a:t>: HTML</a:t>
            </a:r>
            <a:r>
              <a:rPr lang="es-CR" dirty="0"/>
              <a:t>5</a:t>
            </a:r>
            <a:r>
              <a:rPr dirty="0"/>
              <a:t>, JavaScript, React, Next.js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409095-C3A8-041A-B8E0-71D926D09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Situación Actual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8232F1-835B-1307-C307-809DAB7C5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Realidad</a:t>
            </a:r>
          </a:p>
          <a:p>
            <a:endParaRPr lang="es-ES" dirty="0"/>
          </a:p>
          <a:p>
            <a:r>
              <a:rPr lang="es-ES" dirty="0"/>
              <a:t>Mitos</a:t>
            </a:r>
          </a:p>
        </p:txBody>
      </p:sp>
    </p:spTree>
    <p:extLst>
      <p:ext uri="{BB962C8B-B14F-4D97-AF65-F5344CB8AC3E}">
        <p14:creationId xmlns:p14="http://schemas.microsoft.com/office/powerpoint/2010/main" val="3058339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la Web?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Internet: infraestructura global de redes</a:t>
            </a:r>
          </a:p>
          <a:p>
            <a:pPr lvl="1"/>
            <a:r>
              <a:t>Web: servicio que usa Internet para compartir información</a:t>
            </a:r>
          </a:p>
          <a:p>
            <a:pPr lvl="1"/>
            <a:r>
              <a:t>La Web funciona con navegadores y servidores</a:t>
            </a:r>
          </a:p>
          <a:p>
            <a:pPr lvl="2"/>
            <a:r>
              <a:t>Más información: https://developer.mozilla.org/es/docs/Learn/Common_questions/Web_mechanics/What_is_the_Web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Cómo funciona una página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URL: </a:t>
            </a:r>
            <a:r>
              <a:rPr dirty="0" err="1"/>
              <a:t>dirección</a:t>
            </a:r>
            <a:r>
              <a:rPr dirty="0"/>
              <a:t> del </a:t>
            </a:r>
            <a:r>
              <a:rPr dirty="0" err="1"/>
              <a:t>recurso</a:t>
            </a:r>
            <a:endParaRPr dirty="0"/>
          </a:p>
          <a:p>
            <a:pPr lvl="1"/>
            <a:r>
              <a:rPr dirty="0"/>
              <a:t>DNS: traduce </a:t>
            </a:r>
            <a:r>
              <a:rPr dirty="0" err="1"/>
              <a:t>nombre</a:t>
            </a:r>
            <a:r>
              <a:rPr dirty="0"/>
              <a:t> a IP</a:t>
            </a:r>
          </a:p>
          <a:p>
            <a:pPr lvl="1"/>
            <a:r>
              <a:rPr dirty="0"/>
              <a:t>HTTP: </a:t>
            </a:r>
            <a:r>
              <a:rPr dirty="0" err="1"/>
              <a:t>protocolo</a:t>
            </a:r>
            <a:r>
              <a:rPr dirty="0"/>
              <a:t> de </a:t>
            </a:r>
            <a:r>
              <a:rPr dirty="0" err="1"/>
              <a:t>comunicación</a:t>
            </a:r>
            <a:endParaRPr dirty="0"/>
          </a:p>
          <a:p>
            <a:pPr lvl="1"/>
            <a:r>
              <a:rPr dirty="0"/>
              <a:t>Request: </a:t>
            </a:r>
            <a:r>
              <a:rPr dirty="0" err="1"/>
              <a:t>solicitud</a:t>
            </a:r>
            <a:r>
              <a:rPr dirty="0"/>
              <a:t> del </a:t>
            </a:r>
            <a:r>
              <a:rPr dirty="0" err="1"/>
              <a:t>navegador</a:t>
            </a:r>
            <a:endParaRPr dirty="0"/>
          </a:p>
          <a:p>
            <a:pPr lvl="1"/>
            <a:r>
              <a:rPr dirty="0"/>
              <a:t>Response: </a:t>
            </a:r>
            <a:r>
              <a:rPr dirty="0" err="1"/>
              <a:t>respuesta</a:t>
            </a:r>
            <a:r>
              <a:rPr dirty="0"/>
              <a:t> del </a:t>
            </a:r>
            <a:r>
              <a:rPr dirty="0" err="1"/>
              <a:t>servidor</a:t>
            </a:r>
            <a:endParaRPr dirty="0"/>
          </a:p>
          <a:p>
            <a:pPr lvl="2"/>
            <a:r>
              <a:rPr dirty="0"/>
              <a:t>Más </a:t>
            </a:r>
            <a:r>
              <a:rPr dirty="0" err="1"/>
              <a:t>información</a:t>
            </a:r>
            <a:r>
              <a:rPr dirty="0"/>
              <a:t>: </a:t>
            </a:r>
            <a:r>
              <a:rPr dirty="0">
                <a:hlinkClick r:id="rId2"/>
              </a:rPr>
              <a:t>https://developer.mozilla.org/es/docs/Learn/Common_questions/Web_mechanics/How_does_the_Internet_work</a:t>
            </a:r>
            <a:endParaRPr lang="es-ES" dirty="0"/>
          </a:p>
          <a:p>
            <a:pPr lvl="2"/>
            <a:r>
              <a:rPr lang="es-ES" dirty="0"/>
              <a:t>https://http.cat/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Arquitectura básica de una aplicación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Cliente</a:t>
            </a:r>
            <a:r>
              <a:rPr dirty="0"/>
              <a:t>: </a:t>
            </a:r>
            <a:r>
              <a:rPr dirty="0" err="1"/>
              <a:t>navegador</a:t>
            </a:r>
            <a:r>
              <a:rPr dirty="0"/>
              <a:t> del </a:t>
            </a:r>
            <a:r>
              <a:rPr dirty="0" err="1"/>
              <a:t>usuario</a:t>
            </a:r>
            <a:endParaRPr dirty="0"/>
          </a:p>
          <a:p>
            <a:pPr lvl="1"/>
            <a:r>
              <a:rPr dirty="0" err="1"/>
              <a:t>Servidor</a:t>
            </a:r>
            <a:r>
              <a:rPr dirty="0"/>
              <a:t>: </a:t>
            </a:r>
            <a:r>
              <a:rPr dirty="0" err="1"/>
              <a:t>procesa</a:t>
            </a:r>
            <a:r>
              <a:rPr dirty="0"/>
              <a:t> solicitudes</a:t>
            </a:r>
          </a:p>
          <a:p>
            <a:pPr lvl="1"/>
            <a:r>
              <a:rPr dirty="0"/>
              <a:t>Base de </a:t>
            </a:r>
            <a:r>
              <a:rPr dirty="0" err="1"/>
              <a:t>datos</a:t>
            </a:r>
            <a:r>
              <a:rPr dirty="0"/>
              <a:t>: </a:t>
            </a:r>
            <a:r>
              <a:rPr dirty="0" err="1"/>
              <a:t>almacena</a:t>
            </a:r>
            <a:r>
              <a:rPr dirty="0"/>
              <a:t> </a:t>
            </a:r>
            <a:r>
              <a:rPr dirty="0" err="1"/>
              <a:t>información</a:t>
            </a:r>
            <a:endParaRPr dirty="0"/>
          </a:p>
          <a:p>
            <a:pPr lvl="1"/>
            <a:r>
              <a:rPr dirty="0"/>
              <a:t>API: </a:t>
            </a:r>
            <a:r>
              <a:rPr dirty="0" err="1"/>
              <a:t>puente</a:t>
            </a:r>
            <a:r>
              <a:rPr dirty="0"/>
              <a:t> entre frontend y backend</a:t>
            </a:r>
          </a:p>
          <a:p>
            <a:pPr lvl="2"/>
            <a:r>
              <a:rPr dirty="0"/>
              <a:t>Más </a:t>
            </a:r>
            <a:r>
              <a:rPr dirty="0" err="1"/>
              <a:t>información</a:t>
            </a:r>
            <a:r>
              <a:rPr dirty="0"/>
              <a:t>: </a:t>
            </a:r>
            <a:r>
              <a:rPr dirty="0">
                <a:hlinkClick r:id="rId2"/>
              </a:rPr>
              <a:t>https://developer.mozilla.org/es/docs/Learn/Server-side/First_steps</a:t>
            </a:r>
            <a:endParaRPr lang="es-ES" dirty="0"/>
          </a:p>
          <a:p>
            <a:pPr lvl="2"/>
            <a:r>
              <a:rPr lang="es-ES" dirty="0"/>
              <a:t>https://www.redhat.com/es/topics/api/what-are-apis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Roles en desarrollo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Frontend: </a:t>
            </a:r>
            <a:r>
              <a:rPr dirty="0" err="1"/>
              <a:t>interfaz</a:t>
            </a:r>
            <a:r>
              <a:rPr dirty="0"/>
              <a:t> y </a:t>
            </a:r>
            <a:r>
              <a:rPr dirty="0" err="1"/>
              <a:t>experiencia</a:t>
            </a:r>
            <a:r>
              <a:rPr dirty="0"/>
              <a:t> del </a:t>
            </a:r>
            <a:r>
              <a:rPr dirty="0" err="1"/>
              <a:t>usuario</a:t>
            </a:r>
            <a:endParaRPr dirty="0"/>
          </a:p>
          <a:p>
            <a:pPr lvl="1"/>
            <a:r>
              <a:rPr dirty="0"/>
              <a:t>Backend: </a:t>
            </a:r>
            <a:r>
              <a:rPr dirty="0" err="1"/>
              <a:t>lógica</a:t>
            </a:r>
            <a:r>
              <a:rPr dirty="0"/>
              <a:t> y </a:t>
            </a:r>
            <a:r>
              <a:rPr dirty="0" err="1"/>
              <a:t>datos</a:t>
            </a:r>
            <a:endParaRPr dirty="0"/>
          </a:p>
          <a:p>
            <a:pPr lvl="1"/>
            <a:r>
              <a:rPr dirty="0" err="1"/>
              <a:t>Fullstack</a:t>
            </a:r>
            <a:r>
              <a:rPr dirty="0"/>
              <a:t>: frontend + backend</a:t>
            </a:r>
          </a:p>
          <a:p>
            <a:pPr lvl="1"/>
            <a:r>
              <a:rPr dirty="0"/>
              <a:t>UX/UI: </a:t>
            </a:r>
            <a:r>
              <a:rPr dirty="0" err="1"/>
              <a:t>diseño</a:t>
            </a:r>
            <a:r>
              <a:rPr dirty="0"/>
              <a:t> y </a:t>
            </a:r>
            <a:r>
              <a:rPr dirty="0" err="1"/>
              <a:t>usabilidad</a:t>
            </a:r>
            <a:endParaRPr dirty="0"/>
          </a:p>
          <a:p>
            <a:pPr lvl="1"/>
            <a:r>
              <a:rPr dirty="0"/>
              <a:t>QA: </a:t>
            </a:r>
            <a:r>
              <a:rPr dirty="0" err="1"/>
              <a:t>calidad</a:t>
            </a:r>
            <a:r>
              <a:rPr dirty="0"/>
              <a:t> y </a:t>
            </a:r>
            <a:r>
              <a:rPr dirty="0" err="1"/>
              <a:t>pruebas</a:t>
            </a:r>
            <a:endParaRPr dirty="0"/>
          </a:p>
          <a:p>
            <a:pPr lvl="2"/>
            <a:r>
              <a:rPr dirty="0"/>
              <a:t>Más </a:t>
            </a:r>
            <a:r>
              <a:rPr dirty="0" err="1"/>
              <a:t>información</a:t>
            </a:r>
            <a:r>
              <a:rPr dirty="0"/>
              <a:t>: </a:t>
            </a:r>
            <a:r>
              <a:rPr dirty="0">
                <a:hlinkClick r:id="rId2"/>
              </a:rPr>
              <a:t>https://roadmap.sh/frontend</a:t>
            </a:r>
            <a:endParaRPr lang="es-ES" dirty="0"/>
          </a:p>
          <a:p>
            <a:pPr lvl="2"/>
            <a:r>
              <a:rPr lang="es-ES" dirty="0">
                <a:hlinkClick r:id="rId3"/>
              </a:rPr>
              <a:t>https://roadmap.sh/backend</a:t>
            </a:r>
            <a:endParaRPr lang="es-ES" dirty="0"/>
          </a:p>
          <a:p>
            <a:pPr lvl="2"/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Calidad en aplicaciones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Usabilidad</a:t>
            </a:r>
            <a:r>
              <a:rPr dirty="0"/>
              <a:t>: </a:t>
            </a:r>
            <a:r>
              <a:rPr dirty="0" err="1"/>
              <a:t>fácil</a:t>
            </a:r>
            <a:r>
              <a:rPr dirty="0"/>
              <a:t> de usar</a:t>
            </a:r>
          </a:p>
          <a:p>
            <a:pPr lvl="1"/>
            <a:r>
              <a:rPr dirty="0" err="1"/>
              <a:t>Mantenibilidad</a:t>
            </a:r>
            <a:r>
              <a:rPr dirty="0"/>
              <a:t>: </a:t>
            </a:r>
            <a:r>
              <a:rPr dirty="0" err="1"/>
              <a:t>fácil</a:t>
            </a:r>
            <a:r>
              <a:rPr dirty="0"/>
              <a:t> de </a:t>
            </a:r>
            <a:r>
              <a:rPr dirty="0" err="1"/>
              <a:t>modificar</a:t>
            </a:r>
            <a:endParaRPr dirty="0"/>
          </a:p>
          <a:p>
            <a:pPr lvl="1"/>
            <a:r>
              <a:rPr dirty="0" err="1"/>
              <a:t>Rendimiento</a:t>
            </a:r>
            <a:r>
              <a:rPr dirty="0"/>
              <a:t>: carga </a:t>
            </a:r>
            <a:r>
              <a:rPr dirty="0" err="1"/>
              <a:t>rápida</a:t>
            </a:r>
            <a:endParaRPr dirty="0"/>
          </a:p>
          <a:p>
            <a:pPr lvl="1"/>
            <a:r>
              <a:rPr dirty="0" err="1"/>
              <a:t>Accesibilidad</a:t>
            </a:r>
            <a:r>
              <a:rPr dirty="0"/>
              <a:t>: usable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todos</a:t>
            </a:r>
            <a:endParaRPr dirty="0"/>
          </a:p>
          <a:p>
            <a:pPr lvl="2"/>
            <a:r>
              <a:rPr dirty="0"/>
              <a:t>Más </a:t>
            </a:r>
            <a:r>
              <a:rPr dirty="0" err="1"/>
              <a:t>información</a:t>
            </a:r>
            <a:r>
              <a:rPr dirty="0"/>
              <a:t>: </a:t>
            </a:r>
            <a:r>
              <a:rPr dirty="0">
                <a:hlinkClick r:id="rId2"/>
              </a:rPr>
              <a:t>https://web.dev/learn/</a:t>
            </a:r>
            <a:endParaRPr lang="es-ES" dirty="0"/>
          </a:p>
          <a:p>
            <a:pPr lvl="2"/>
            <a:r>
              <a:rPr lang="es-ES" dirty="0">
                <a:hlinkClick r:id="rId3"/>
              </a:rPr>
              <a:t>https://www.nngroup.com/articles/usability-101-introduction-to-usability/</a:t>
            </a:r>
            <a:endParaRPr lang="es-ES" dirty="0"/>
          </a:p>
          <a:p>
            <a:pPr lvl="2"/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Proyecto del curso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Trabajo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equipos</a:t>
            </a:r>
            <a:endParaRPr dirty="0"/>
          </a:p>
          <a:p>
            <a:pPr lvl="1"/>
            <a:r>
              <a:rPr dirty="0" err="1"/>
              <a:t>Cliente</a:t>
            </a:r>
            <a:r>
              <a:rPr dirty="0"/>
              <a:t> real con </a:t>
            </a:r>
            <a:r>
              <a:rPr dirty="0" err="1"/>
              <a:t>expectativas</a:t>
            </a:r>
            <a:r>
              <a:rPr dirty="0"/>
              <a:t> </a:t>
            </a:r>
            <a:r>
              <a:rPr dirty="0" err="1"/>
              <a:t>realistas</a:t>
            </a:r>
            <a:endParaRPr dirty="0"/>
          </a:p>
          <a:p>
            <a:pPr lvl="1"/>
            <a:r>
              <a:rPr dirty="0"/>
              <a:t>2 </a:t>
            </a:r>
            <a:r>
              <a:rPr dirty="0" err="1"/>
              <a:t>entregas</a:t>
            </a:r>
            <a:r>
              <a:rPr dirty="0"/>
              <a:t> </a:t>
            </a:r>
            <a:r>
              <a:rPr dirty="0" err="1"/>
              <a:t>durante</a:t>
            </a:r>
            <a:r>
              <a:rPr dirty="0"/>
              <a:t> el </a:t>
            </a:r>
            <a:r>
              <a:rPr dirty="0" err="1"/>
              <a:t>curso</a:t>
            </a:r>
            <a:endParaRPr dirty="0"/>
          </a:p>
          <a:p>
            <a:pPr lvl="1"/>
            <a:r>
              <a:rPr dirty="0" err="1"/>
              <a:t>Aprender</a:t>
            </a:r>
            <a:r>
              <a:rPr dirty="0"/>
              <a:t> a </a:t>
            </a:r>
            <a:r>
              <a:rPr dirty="0" err="1"/>
              <a:t>recibir</a:t>
            </a:r>
            <a:r>
              <a:rPr dirty="0"/>
              <a:t> feedback</a:t>
            </a:r>
            <a:endParaRPr lang="es-ES" dirty="0"/>
          </a:p>
          <a:p>
            <a:pPr lvl="1"/>
            <a:r>
              <a:rPr lang="es-ES" dirty="0"/>
              <a:t>Repositorios</a:t>
            </a:r>
          </a:p>
          <a:p>
            <a:pPr lvl="1"/>
            <a:r>
              <a:rPr lang="es-ES" dirty="0"/>
              <a:t>Buenas prácticas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Herramientas que usaremos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VS Code: editor de </a:t>
            </a:r>
            <a:r>
              <a:rPr dirty="0" err="1"/>
              <a:t>código</a:t>
            </a:r>
            <a:endParaRPr dirty="0"/>
          </a:p>
          <a:p>
            <a:pPr lvl="1"/>
            <a:r>
              <a:rPr dirty="0" err="1"/>
              <a:t>Navegador</a:t>
            </a:r>
            <a:r>
              <a:rPr dirty="0"/>
              <a:t>: </a:t>
            </a:r>
            <a:r>
              <a:rPr dirty="0" err="1"/>
              <a:t>pruebas</a:t>
            </a:r>
            <a:r>
              <a:rPr dirty="0"/>
              <a:t> y </a:t>
            </a:r>
            <a:r>
              <a:rPr dirty="0" err="1"/>
              <a:t>depuración</a:t>
            </a:r>
            <a:endParaRPr dirty="0"/>
          </a:p>
          <a:p>
            <a:pPr lvl="1"/>
            <a:r>
              <a:rPr dirty="0"/>
              <a:t>GitHub: control de </a:t>
            </a:r>
            <a:r>
              <a:rPr dirty="0" err="1"/>
              <a:t>versiones</a:t>
            </a:r>
            <a:endParaRPr dirty="0"/>
          </a:p>
          <a:p>
            <a:pPr lvl="1"/>
            <a:r>
              <a:rPr dirty="0"/>
              <a:t>Node.js: </a:t>
            </a:r>
            <a:r>
              <a:rPr dirty="0" err="1"/>
              <a:t>entorno</a:t>
            </a:r>
            <a:r>
              <a:rPr dirty="0"/>
              <a:t> de </a:t>
            </a:r>
            <a:r>
              <a:rPr dirty="0" err="1"/>
              <a:t>ejecución</a:t>
            </a:r>
            <a:endParaRPr dirty="0"/>
          </a:p>
          <a:p>
            <a:pPr lvl="2"/>
            <a:r>
              <a:rPr dirty="0"/>
              <a:t>Más </a:t>
            </a:r>
            <a:r>
              <a:rPr dirty="0" err="1"/>
              <a:t>información</a:t>
            </a:r>
            <a:r>
              <a:rPr dirty="0"/>
              <a:t>: </a:t>
            </a:r>
            <a:r>
              <a:rPr dirty="0">
                <a:hlinkClick r:id="rId2"/>
              </a:rPr>
              <a:t>https://code.visualstudio.com/</a:t>
            </a:r>
            <a:endParaRPr lang="es-ES" dirty="0"/>
          </a:p>
          <a:p>
            <a:pPr lvl="2"/>
            <a:r>
              <a:rPr lang="es-ES" dirty="0">
                <a:hlinkClick r:id="rId3"/>
              </a:rPr>
              <a:t>https://nodejs.org/es</a:t>
            </a:r>
            <a:endParaRPr lang="es-ES" dirty="0"/>
          </a:p>
          <a:p>
            <a:pPr lvl="2"/>
            <a:r>
              <a:rPr lang="es-ES" dirty="0">
                <a:hlinkClick r:id="rId4"/>
              </a:rPr>
              <a:t>https://github.com/</a:t>
            </a:r>
            <a:endParaRPr lang="es-ES" dirty="0"/>
          </a:p>
          <a:p>
            <a:pPr lvl="1"/>
            <a:r>
              <a:rPr lang="es-ES" dirty="0"/>
              <a:t>Firebase</a:t>
            </a:r>
          </a:p>
          <a:p>
            <a:pPr lvl="2"/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0D6926-7A04-39C6-1B94-18F8B8821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Flujo de trabajo en palabras sencillas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A97EB7-7084-7B76-BC4F-F96019005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10328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Agregar agentes a tu entorno</a:t>
            </a:r>
          </a:p>
          <a:p>
            <a:r>
              <a:rPr lang="es-ES" dirty="0"/>
              <a:t>Escribir </a:t>
            </a:r>
            <a:r>
              <a:rPr lang="es-ES" dirty="0" err="1"/>
              <a:t>Specs</a:t>
            </a:r>
            <a:r>
              <a:rPr lang="es-ES" dirty="0"/>
              <a:t> de la </a:t>
            </a:r>
            <a:r>
              <a:rPr lang="es-ES" dirty="0" err="1"/>
              <a:t>feature</a:t>
            </a:r>
            <a:r>
              <a:rPr lang="es-ES" dirty="0"/>
              <a:t> (describir componente, base de datos, backend, restricciones, </a:t>
            </a:r>
            <a:r>
              <a:rPr lang="es-ES" dirty="0" err="1"/>
              <a:t>etc</a:t>
            </a:r>
            <a:r>
              <a:rPr lang="es-ES" dirty="0"/>
              <a:t>), sin usar IA, 100% humano</a:t>
            </a:r>
          </a:p>
          <a:p>
            <a:r>
              <a:rPr lang="es-ES" dirty="0"/>
              <a:t>Entrevista con un agente, pasarle la </a:t>
            </a:r>
            <a:r>
              <a:rPr lang="es-ES" dirty="0" err="1"/>
              <a:t>Spec</a:t>
            </a:r>
            <a:r>
              <a:rPr lang="es-ES" dirty="0"/>
              <a:t> a la IA, nos hace preguntas y pule la </a:t>
            </a:r>
            <a:r>
              <a:rPr lang="es-ES" dirty="0" err="1"/>
              <a:t>spec</a:t>
            </a:r>
            <a:r>
              <a:rPr lang="es-ES" dirty="0"/>
              <a:t> con IA</a:t>
            </a:r>
          </a:p>
          <a:p>
            <a:r>
              <a:rPr lang="es-ES" dirty="0"/>
              <a:t>Le pides al agente crear el componente</a:t>
            </a:r>
          </a:p>
          <a:p>
            <a:r>
              <a:rPr lang="es-ES" dirty="0"/>
              <a:t>Aplicas la </a:t>
            </a:r>
            <a:r>
              <a:rPr lang="es-ES" dirty="0" err="1"/>
              <a:t>skill</a:t>
            </a:r>
            <a:r>
              <a:rPr lang="es-ES" dirty="0"/>
              <a:t> de </a:t>
            </a:r>
            <a:r>
              <a:rPr lang="es-ES" dirty="0" err="1"/>
              <a:t>unit</a:t>
            </a:r>
            <a:r>
              <a:rPr lang="es-ES" dirty="0"/>
              <a:t> testing</a:t>
            </a:r>
          </a:p>
          <a:p>
            <a:r>
              <a:rPr lang="es-ES" dirty="0"/>
              <a:t>Al terminar de aplicar </a:t>
            </a:r>
            <a:r>
              <a:rPr lang="es-ES" dirty="0" err="1"/>
              <a:t>feedback</a:t>
            </a:r>
            <a:r>
              <a:rPr lang="es-ES" dirty="0"/>
              <a:t> (si hubieron), pasas a QA la tarea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72670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</TotalTime>
  <Words>494</Words>
  <Application>Microsoft Office PowerPoint</Application>
  <PresentationFormat>Presentación en pantalla (4:3)</PresentationFormat>
  <Paragraphs>67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Introducción al curso</vt:lpstr>
      <vt:lpstr>Situación Actual</vt:lpstr>
      <vt:lpstr>¿Qué es la Web?</vt:lpstr>
      <vt:lpstr>Cómo funciona una página web</vt:lpstr>
      <vt:lpstr>Arquitectura básica de una aplicación web</vt:lpstr>
      <vt:lpstr>Roles en desarrollo web</vt:lpstr>
      <vt:lpstr>Calidad en aplicaciones web</vt:lpstr>
      <vt:lpstr>Proyecto del curso</vt:lpstr>
      <vt:lpstr>Herramientas que usaremos</vt:lpstr>
      <vt:lpstr>Flujo de trabajo en palabras sencillas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Diego Armando Rojas Vega</cp:lastModifiedBy>
  <cp:revision>12</cp:revision>
  <dcterms:created xsi:type="dcterms:W3CDTF">2013-01-27T09:14:16Z</dcterms:created>
  <dcterms:modified xsi:type="dcterms:W3CDTF">2026-08-04T20:43:44Z</dcterms:modified>
  <cp:category/>
</cp:coreProperties>
</file>