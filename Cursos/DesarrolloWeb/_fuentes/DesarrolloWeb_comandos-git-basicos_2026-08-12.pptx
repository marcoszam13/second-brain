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58" r:id="rId4"/>
    <p:sldId id="259" r:id="rId5"/>
    <p:sldId id="260" r:id="rId6"/>
    <p:sldId id="261" r:id="rId7"/>
    <p:sldId id="257" r:id="rId8"/>
    <p:sldId id="277" r:id="rId9"/>
    <p:sldId id="278" r:id="rId10"/>
    <p:sldId id="279" r:id="rId11"/>
    <p:sldId id="280" r:id="rId12"/>
    <p:sldId id="263" r:id="rId13"/>
    <p:sldId id="265" r:id="rId14"/>
    <p:sldId id="267" r:id="rId15"/>
    <p:sldId id="268" r:id="rId16"/>
    <p:sldId id="269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4593A-053F-4163-A626-6D0755F071CE}" type="datetimeFigureOut">
              <a:rPr lang="es-ES" smtClean="0"/>
              <a:t>11/08/2026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56C6E758-081E-4913-876A-8896E289442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4437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4593A-053F-4163-A626-6D0755F071CE}" type="datetimeFigureOut">
              <a:rPr lang="es-ES" smtClean="0"/>
              <a:t>11/08/2026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6E758-081E-4913-876A-8896E289442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2145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F8F4593A-053F-4163-A626-6D0755F071CE}" type="datetimeFigureOut">
              <a:rPr lang="es-ES" smtClean="0"/>
              <a:t>11/08/2026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s-E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56C6E758-081E-4913-876A-8896E289442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869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4593A-053F-4163-A626-6D0755F071CE}" type="datetimeFigureOut">
              <a:rPr lang="es-ES" smtClean="0"/>
              <a:t>11/08/2026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6E758-081E-4913-876A-8896E289442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0473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4593A-053F-4163-A626-6D0755F071CE}" type="datetimeFigureOut">
              <a:rPr lang="es-ES" smtClean="0"/>
              <a:t>11/08/2026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6E758-081E-4913-876A-8896E289442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8515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4593A-053F-4163-A626-6D0755F071CE}" type="datetimeFigureOut">
              <a:rPr lang="es-ES" smtClean="0"/>
              <a:t>11/08/2026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6E758-081E-4913-876A-8896E289442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2602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4593A-053F-4163-A626-6D0755F071CE}" type="datetimeFigureOut">
              <a:rPr lang="es-ES" smtClean="0"/>
              <a:t>11/08/2026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6E758-081E-4913-876A-8896E289442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0572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4593A-053F-4163-A626-6D0755F071CE}" type="datetimeFigureOut">
              <a:rPr lang="es-ES" smtClean="0"/>
              <a:t>11/08/2026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6E758-081E-4913-876A-8896E289442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2904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4593A-053F-4163-A626-6D0755F071CE}" type="datetimeFigureOut">
              <a:rPr lang="es-ES" smtClean="0"/>
              <a:t>11/08/2026</a:t>
            </a:fld>
            <a:endParaRPr lang="es-E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6E758-081E-4913-876A-8896E289442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2201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4593A-053F-4163-A626-6D0755F071CE}" type="datetimeFigureOut">
              <a:rPr lang="es-ES" smtClean="0"/>
              <a:t>11/08/2026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6E758-081E-4913-876A-8896E289442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7580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4593A-053F-4163-A626-6D0755F071CE}" type="datetimeFigureOut">
              <a:rPr lang="es-ES" smtClean="0"/>
              <a:t>11/08/2026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6E758-081E-4913-876A-8896E289442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29762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F8F4593A-053F-4163-A626-6D0755F071CE}" type="datetimeFigureOut">
              <a:rPr lang="es-ES" smtClean="0"/>
              <a:t>11/08/2026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s-E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56C6E758-081E-4913-876A-8896E289442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3268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uusuario/mi-proyecto.gi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6F5C92-92A3-F382-5289-90309DB561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Repo (Flujos Habituales)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AFC7863-5016-F452-9C69-930B3E4849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289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B1AF9E-F532-014D-76B2-726BB0406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Inicializar el proyecto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C7C82F8-809F-D5E7-199E-60F08AACCA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5275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73B1D2-2F08-5F53-8591-5EFB643DA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6400"/>
            <a:ext cx="10515600" cy="5770563"/>
          </a:xfrm>
        </p:spPr>
        <p:txBody>
          <a:bodyPr>
            <a:normAutofit/>
          </a:bodyPr>
          <a:lstStyle/>
          <a:p>
            <a:r>
              <a:rPr lang="es-ES" dirty="0"/>
              <a:t>Supongamos que tu proyecto está en:</a:t>
            </a:r>
          </a:p>
          <a:p>
            <a:pPr lvl="1"/>
            <a:r>
              <a:rPr lang="es-ES" dirty="0"/>
              <a:t>F:\React Curso\Practicando\mi-proyecto</a:t>
            </a:r>
          </a:p>
          <a:p>
            <a:pPr lvl="1"/>
            <a:r>
              <a:rPr lang="es-ES" dirty="0"/>
              <a:t>y que ya creaste un repositorio vacío en GitHub, por ejemplo:</a:t>
            </a:r>
          </a:p>
          <a:p>
            <a:pPr lvl="1"/>
            <a:r>
              <a:rPr lang="es-ES" dirty="0">
                <a:hlinkClick r:id="rId2"/>
              </a:rPr>
              <a:t>https://github.com/tuusuario/mi-proyecto.git</a:t>
            </a:r>
            <a:endParaRPr lang="es-ES" dirty="0"/>
          </a:p>
          <a:p>
            <a:pPr lvl="1"/>
            <a:endParaRPr lang="es-ES" dirty="0"/>
          </a:p>
          <a:p>
            <a:r>
              <a:rPr lang="es-ES" b="1" dirty="0"/>
              <a:t>1. Abre una terminal dentro del proyecto</a:t>
            </a:r>
          </a:p>
          <a:p>
            <a:pPr lvl="1"/>
            <a:r>
              <a:rPr lang="es-ES" dirty="0"/>
              <a:t>Puedes abrir PowerShell, CMD o la terminal de VS Code.</a:t>
            </a:r>
          </a:p>
          <a:p>
            <a:pPr lvl="1"/>
            <a:r>
              <a:rPr lang="es-ES" dirty="0"/>
              <a:t>Luego entra a la carpeta:</a:t>
            </a:r>
          </a:p>
          <a:p>
            <a:pPr lvl="2"/>
            <a:r>
              <a:rPr lang="es-ES" dirty="0"/>
              <a:t>cd "F:\React Curso\Practicando\mi-proyecto“</a:t>
            </a:r>
          </a:p>
          <a:p>
            <a:pPr lvl="1"/>
            <a:endParaRPr lang="es-ES" b="1" dirty="0"/>
          </a:p>
          <a:p>
            <a:r>
              <a:rPr lang="es-ES" b="1" dirty="0"/>
              <a:t>2. Inicializa Git</a:t>
            </a:r>
          </a:p>
          <a:p>
            <a:pPr lvl="1"/>
            <a:r>
              <a:rPr lang="es-ES" dirty="0"/>
              <a:t>Ejecuta:</a:t>
            </a:r>
          </a:p>
          <a:p>
            <a:pPr lvl="2"/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init</a:t>
            </a:r>
            <a:endParaRPr lang="es-ES" dirty="0"/>
          </a:p>
          <a:p>
            <a:pPr lvl="1"/>
            <a:r>
              <a:rPr lang="es-ES" dirty="0"/>
              <a:t>Esto convierte esa carpeta en un repositorio Git local.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65141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9162FB-B9B9-FF4A-197C-C8447C002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4650"/>
            <a:ext cx="10515600" cy="5802313"/>
          </a:xfrm>
        </p:spPr>
        <p:txBody>
          <a:bodyPr>
            <a:normAutofit fontScale="92500" lnSpcReduction="10000"/>
          </a:bodyPr>
          <a:lstStyle/>
          <a:p>
            <a:r>
              <a:rPr lang="es-ES" b="1" dirty="0"/>
              <a:t>3. Crea o revisa el .</a:t>
            </a:r>
            <a:r>
              <a:rPr lang="es-ES" b="1" dirty="0" err="1"/>
              <a:t>gitignore</a:t>
            </a:r>
            <a:endParaRPr lang="es-ES" b="1" dirty="0"/>
          </a:p>
          <a:p>
            <a:pPr lvl="1"/>
            <a:r>
              <a:rPr lang="es-ES" dirty="0"/>
              <a:t>Es muy importante </a:t>
            </a:r>
            <a:r>
              <a:rPr lang="es-ES" b="1" dirty="0"/>
              <a:t>no subir </a:t>
            </a:r>
            <a:r>
              <a:rPr lang="es-ES" b="1" dirty="0" err="1"/>
              <a:t>node_modules</a:t>
            </a:r>
            <a:r>
              <a:rPr lang="es-ES" dirty="0"/>
              <a:t>.</a:t>
            </a:r>
          </a:p>
          <a:p>
            <a:pPr lvl="1"/>
            <a:r>
              <a:rPr lang="es-ES" dirty="0"/>
              <a:t>Tu .</a:t>
            </a:r>
            <a:r>
              <a:rPr lang="es-ES" dirty="0" err="1"/>
              <a:t>gitignore</a:t>
            </a:r>
            <a:r>
              <a:rPr lang="es-ES" dirty="0"/>
              <a:t> debería tener al menos:</a:t>
            </a:r>
          </a:p>
          <a:p>
            <a:pPr lvl="2"/>
            <a:r>
              <a:rPr lang="es-ES" dirty="0" err="1"/>
              <a:t>node_modules</a:t>
            </a:r>
            <a:r>
              <a:rPr lang="es-ES" dirty="0"/>
              <a:t>/</a:t>
            </a:r>
          </a:p>
          <a:p>
            <a:pPr lvl="2"/>
            <a:r>
              <a:rPr lang="es-ES" dirty="0"/>
              <a:t>.</a:t>
            </a:r>
            <a:r>
              <a:rPr lang="es-ES" dirty="0" err="1"/>
              <a:t>env</a:t>
            </a:r>
            <a:endParaRPr lang="es-ES" dirty="0"/>
          </a:p>
          <a:p>
            <a:pPr lvl="2"/>
            <a:r>
              <a:rPr lang="es-ES" dirty="0" err="1"/>
              <a:t>dist</a:t>
            </a:r>
            <a:r>
              <a:rPr lang="es-ES" dirty="0"/>
              <a:t>/</a:t>
            </a:r>
          </a:p>
          <a:p>
            <a:pPr lvl="2"/>
            <a:r>
              <a:rPr lang="es-ES" dirty="0" err="1"/>
              <a:t>build</a:t>
            </a:r>
            <a:r>
              <a:rPr lang="es-ES" dirty="0"/>
              <a:t>/</a:t>
            </a:r>
          </a:p>
          <a:p>
            <a:endParaRPr lang="es-ES" dirty="0"/>
          </a:p>
          <a:p>
            <a:r>
              <a:rPr lang="es-ES" b="1" dirty="0"/>
              <a:t>4. Agrega los archivos</a:t>
            </a:r>
          </a:p>
          <a:p>
            <a:pPr lvl="1"/>
            <a:r>
              <a:rPr lang="es-ES" dirty="0"/>
              <a:t>Ejecuta:</a:t>
            </a:r>
          </a:p>
          <a:p>
            <a:pPr lvl="2"/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add</a:t>
            </a:r>
            <a:r>
              <a:rPr lang="es-ES" dirty="0"/>
              <a:t> .</a:t>
            </a:r>
          </a:p>
          <a:p>
            <a:pPr lvl="1"/>
            <a:r>
              <a:rPr lang="es-ES" dirty="0"/>
              <a:t>El . significa: Agregar todos los archivos de esta carpeta al área de preparación de Git.</a:t>
            </a:r>
          </a:p>
          <a:p>
            <a:pPr lvl="1"/>
            <a:r>
              <a:rPr lang="es-ES" dirty="0"/>
              <a:t>Puedes verificarlo con:</a:t>
            </a:r>
          </a:p>
          <a:p>
            <a:pPr lvl="2"/>
            <a:r>
              <a:rPr lang="es-ES" dirty="0" err="1"/>
              <a:t>git</a:t>
            </a:r>
            <a:r>
              <a:rPr lang="es-ES" dirty="0"/>
              <a:t> status</a:t>
            </a:r>
          </a:p>
          <a:p>
            <a:pPr lvl="1"/>
            <a:r>
              <a:rPr lang="es-ES" dirty="0"/>
              <a:t>Deberías ver algo parecido a:</a:t>
            </a:r>
          </a:p>
          <a:p>
            <a:pPr lvl="2"/>
            <a:r>
              <a:rPr lang="es-ES" dirty="0"/>
              <a:t>Changes to be </a:t>
            </a:r>
            <a:r>
              <a:rPr lang="es-ES" dirty="0" err="1"/>
              <a:t>committed</a:t>
            </a:r>
            <a:r>
              <a:rPr lang="es-ES" dirty="0"/>
              <a:t>:</a:t>
            </a:r>
          </a:p>
          <a:p>
            <a:pPr lvl="3"/>
            <a:r>
              <a:rPr lang="es-ES" dirty="0"/>
              <a:t>    new file: </a:t>
            </a:r>
            <a:r>
              <a:rPr lang="es-ES" dirty="0" err="1"/>
              <a:t>package.json</a:t>
            </a:r>
            <a:endParaRPr lang="es-ES" dirty="0"/>
          </a:p>
          <a:p>
            <a:pPr lvl="3"/>
            <a:r>
              <a:rPr lang="es-ES" dirty="0"/>
              <a:t>    new file: src/</a:t>
            </a:r>
            <a:r>
              <a:rPr lang="es-ES" dirty="0" err="1"/>
              <a:t>App.jsx</a:t>
            </a:r>
            <a:endParaRPr lang="es-ES" dirty="0"/>
          </a:p>
          <a:p>
            <a:pPr lvl="3"/>
            <a:r>
              <a:rPr lang="es-ES" dirty="0"/>
              <a:t>    new file: src/</a:t>
            </a:r>
            <a:r>
              <a:rPr lang="es-ES" dirty="0" err="1"/>
              <a:t>main.jsx</a:t>
            </a:r>
            <a:endParaRPr lang="es-ES" dirty="0"/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56311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B67D59-ADFA-D5B8-58EE-21C4173DD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8450"/>
            <a:ext cx="10515600" cy="6203950"/>
          </a:xfrm>
        </p:spPr>
        <p:txBody>
          <a:bodyPr>
            <a:normAutofit fontScale="92500" lnSpcReduction="10000"/>
          </a:bodyPr>
          <a:lstStyle/>
          <a:p>
            <a:r>
              <a:rPr lang="es-ES" b="1" dirty="0"/>
              <a:t>5. Haz el primer </a:t>
            </a:r>
            <a:r>
              <a:rPr lang="es-ES" b="1" dirty="0" err="1"/>
              <a:t>commit</a:t>
            </a:r>
            <a:endParaRPr lang="es-ES" b="1" dirty="0"/>
          </a:p>
          <a:p>
            <a:pPr lvl="1"/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commit</a:t>
            </a:r>
            <a:r>
              <a:rPr lang="es-ES" dirty="0"/>
              <a:t> -m "Primer </a:t>
            </a:r>
            <a:r>
              <a:rPr lang="es-ES" dirty="0" err="1"/>
              <a:t>commit</a:t>
            </a:r>
            <a:r>
              <a:rPr lang="es-ES" dirty="0"/>
              <a:t>"</a:t>
            </a:r>
          </a:p>
          <a:p>
            <a:pPr lvl="1"/>
            <a:r>
              <a:rPr lang="es-ES" dirty="0"/>
              <a:t>El </a:t>
            </a:r>
            <a:r>
              <a:rPr lang="es-ES" dirty="0" err="1"/>
              <a:t>commit</a:t>
            </a:r>
            <a:r>
              <a:rPr lang="es-ES" dirty="0"/>
              <a:t> guarda una versión de tu proyecto localmente.</a:t>
            </a:r>
          </a:p>
          <a:p>
            <a:pPr lvl="1"/>
            <a:endParaRPr lang="es-ES" dirty="0"/>
          </a:p>
          <a:p>
            <a:r>
              <a:rPr lang="es-ES" b="1" dirty="0"/>
              <a:t>6. Configura la rama principal como main</a:t>
            </a:r>
          </a:p>
          <a:p>
            <a:pPr lvl="1"/>
            <a:r>
              <a:rPr lang="es-ES" dirty="0"/>
              <a:t>Ejecuta:</a:t>
            </a:r>
          </a:p>
          <a:p>
            <a:pPr lvl="2"/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branch</a:t>
            </a:r>
            <a:r>
              <a:rPr lang="es-ES" dirty="0"/>
              <a:t> -M main</a:t>
            </a:r>
          </a:p>
          <a:p>
            <a:pPr lvl="1"/>
            <a:r>
              <a:rPr lang="es-ES" dirty="0"/>
              <a:t>Esto hace que tu rama principal se llame:</a:t>
            </a:r>
          </a:p>
          <a:p>
            <a:pPr lvl="2"/>
            <a:r>
              <a:rPr lang="es-ES" dirty="0"/>
              <a:t>main</a:t>
            </a:r>
          </a:p>
          <a:p>
            <a:pPr lvl="2"/>
            <a:endParaRPr lang="es-ES" dirty="0"/>
          </a:p>
          <a:p>
            <a:r>
              <a:rPr lang="es-ES" b="1" dirty="0"/>
              <a:t>7. Conecta tu proyecto con GitHub</a:t>
            </a:r>
          </a:p>
          <a:p>
            <a:pPr lvl="1"/>
            <a:r>
              <a:rPr lang="es-ES" dirty="0"/>
              <a:t>Copia la URL de tu repositorio de GitHub.</a:t>
            </a:r>
          </a:p>
          <a:p>
            <a:pPr lvl="2"/>
            <a:r>
              <a:rPr lang="es-ES" dirty="0"/>
              <a:t>Por ejemplo:</a:t>
            </a:r>
          </a:p>
          <a:p>
            <a:pPr lvl="3"/>
            <a:r>
              <a:rPr lang="es-ES" dirty="0"/>
              <a:t>https://github.com/tuusuario/mi-proyecto.git</a:t>
            </a:r>
          </a:p>
          <a:p>
            <a:pPr lvl="1"/>
            <a:r>
              <a:rPr lang="es-ES" dirty="0"/>
              <a:t>Luego ejecuta:</a:t>
            </a:r>
          </a:p>
          <a:p>
            <a:pPr lvl="2"/>
            <a:r>
              <a:rPr lang="es-ES" b="1" dirty="0" err="1"/>
              <a:t>git</a:t>
            </a:r>
            <a:r>
              <a:rPr lang="es-ES" b="1" dirty="0"/>
              <a:t> remote </a:t>
            </a:r>
            <a:r>
              <a:rPr lang="es-ES" b="1" dirty="0" err="1"/>
              <a:t>add</a:t>
            </a:r>
            <a:r>
              <a:rPr lang="es-ES" b="1" dirty="0"/>
              <a:t> </a:t>
            </a:r>
            <a:r>
              <a:rPr lang="es-ES" b="1" dirty="0" err="1"/>
              <a:t>origin</a:t>
            </a:r>
            <a:r>
              <a:rPr lang="es-ES" b="1" dirty="0"/>
              <a:t> https://github.com/tuusuario/mi-proyecto.git</a:t>
            </a:r>
          </a:p>
          <a:p>
            <a:pPr lvl="1"/>
            <a:r>
              <a:rPr lang="es-ES" dirty="0"/>
              <a:t>Puedes comprobar que quedó conectado:</a:t>
            </a:r>
          </a:p>
          <a:p>
            <a:pPr lvl="2"/>
            <a:r>
              <a:rPr lang="es-ES" dirty="0" err="1"/>
              <a:t>git</a:t>
            </a:r>
            <a:r>
              <a:rPr lang="es-ES" dirty="0"/>
              <a:t> remote -v</a:t>
            </a:r>
          </a:p>
          <a:p>
            <a:pPr lvl="2"/>
            <a:r>
              <a:rPr lang="es-ES" dirty="0"/>
              <a:t>Deberías ver:</a:t>
            </a:r>
          </a:p>
          <a:p>
            <a:pPr lvl="3"/>
            <a:r>
              <a:rPr lang="es-ES" dirty="0" err="1"/>
              <a:t>origin</a:t>
            </a:r>
            <a:r>
              <a:rPr lang="es-ES" dirty="0"/>
              <a:t>  https://github.com/tuusuario/mi-proyecto.git (</a:t>
            </a:r>
            <a:r>
              <a:rPr lang="es-ES" dirty="0" err="1"/>
              <a:t>fetch</a:t>
            </a:r>
            <a:r>
              <a:rPr lang="es-ES" dirty="0"/>
              <a:t>)</a:t>
            </a:r>
          </a:p>
          <a:p>
            <a:pPr lvl="3"/>
            <a:r>
              <a:rPr lang="es-ES" dirty="0" err="1"/>
              <a:t>origin</a:t>
            </a:r>
            <a:r>
              <a:rPr lang="es-ES" dirty="0"/>
              <a:t>  https://github.com/tuusuario/mi-proyecto.git (</a:t>
            </a:r>
            <a:r>
              <a:rPr lang="es-ES" dirty="0" err="1"/>
              <a:t>push</a:t>
            </a:r>
            <a:r>
              <a:rPr lang="es-E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51749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659355-A1B1-2BC3-4B2C-46D2E0925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C35505-5475-ADB5-BC19-49D4627A8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/>
              <a:t>8. Sube el proyecto</a:t>
            </a:r>
          </a:p>
          <a:p>
            <a:r>
              <a:rPr lang="es-ES" dirty="0"/>
              <a:t>Asegúrate de que tu usuario tenga permisos para subir al repo</a:t>
            </a:r>
          </a:p>
          <a:p>
            <a:endParaRPr lang="es-ES" dirty="0"/>
          </a:p>
          <a:p>
            <a:r>
              <a:rPr lang="es-ES" dirty="0"/>
              <a:t>Ahora ejecuta:</a:t>
            </a:r>
          </a:p>
          <a:p>
            <a:pPr lvl="1"/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push</a:t>
            </a:r>
            <a:r>
              <a:rPr lang="es-ES" dirty="0"/>
              <a:t> -u </a:t>
            </a:r>
            <a:r>
              <a:rPr lang="es-ES" dirty="0" err="1"/>
              <a:t>origin</a:t>
            </a:r>
            <a:r>
              <a:rPr lang="es-ES" dirty="0"/>
              <a:t> main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52519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48AC41-67E1-84CE-6720-BB61A1783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Resumen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6048A6-02AA-FFE3-2951-2E58D0005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ES" dirty="0"/>
              <a:t>cd "F:\React Curso\Practicando\mi-proyecto"</a:t>
            </a:r>
          </a:p>
          <a:p>
            <a:endParaRPr lang="es-ES" dirty="0"/>
          </a:p>
          <a:p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init</a:t>
            </a:r>
            <a:endParaRPr lang="es-ES" dirty="0"/>
          </a:p>
          <a:p>
            <a:endParaRPr lang="es-ES" dirty="0"/>
          </a:p>
          <a:p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add</a:t>
            </a:r>
            <a:r>
              <a:rPr lang="es-ES" dirty="0"/>
              <a:t> .</a:t>
            </a:r>
          </a:p>
          <a:p>
            <a:endParaRPr lang="es-ES" dirty="0"/>
          </a:p>
          <a:p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commit</a:t>
            </a:r>
            <a:r>
              <a:rPr lang="es-ES" dirty="0"/>
              <a:t> -m "Primer </a:t>
            </a:r>
            <a:r>
              <a:rPr lang="es-ES" dirty="0" err="1"/>
              <a:t>commit</a:t>
            </a:r>
            <a:r>
              <a:rPr lang="es-ES" dirty="0"/>
              <a:t>"</a:t>
            </a:r>
          </a:p>
          <a:p>
            <a:endParaRPr lang="es-ES" dirty="0"/>
          </a:p>
          <a:p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branch</a:t>
            </a:r>
            <a:r>
              <a:rPr lang="es-ES" dirty="0"/>
              <a:t> -M main</a:t>
            </a:r>
          </a:p>
          <a:p>
            <a:endParaRPr lang="es-ES" dirty="0"/>
          </a:p>
          <a:p>
            <a:r>
              <a:rPr lang="es-ES" dirty="0" err="1"/>
              <a:t>git</a:t>
            </a:r>
            <a:r>
              <a:rPr lang="es-ES" dirty="0"/>
              <a:t> remote </a:t>
            </a:r>
            <a:r>
              <a:rPr lang="es-ES" dirty="0" err="1"/>
              <a:t>add</a:t>
            </a:r>
            <a:r>
              <a:rPr lang="es-ES" dirty="0"/>
              <a:t> </a:t>
            </a:r>
            <a:r>
              <a:rPr lang="es-ES" dirty="0" err="1"/>
              <a:t>origin</a:t>
            </a:r>
            <a:r>
              <a:rPr lang="es-ES" dirty="0"/>
              <a:t> https://github.com/tuusuario/mi-proyecto.git</a:t>
            </a:r>
          </a:p>
          <a:p>
            <a:endParaRPr lang="es-ES" dirty="0"/>
          </a:p>
          <a:p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push</a:t>
            </a:r>
            <a:r>
              <a:rPr lang="es-ES" dirty="0"/>
              <a:t> -u </a:t>
            </a:r>
            <a:r>
              <a:rPr lang="es-ES" dirty="0" err="1"/>
              <a:t>origin</a:t>
            </a:r>
            <a:r>
              <a:rPr lang="es-ES" dirty="0"/>
              <a:t> main</a:t>
            </a:r>
          </a:p>
        </p:txBody>
      </p:sp>
    </p:spTree>
    <p:extLst>
      <p:ext uri="{BB962C8B-B14F-4D97-AF65-F5344CB8AC3E}">
        <p14:creationId xmlns:p14="http://schemas.microsoft.com/office/powerpoint/2010/main" val="2400915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41D40-E1AC-C523-A5F8-8E3740F22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644AC2-2D2C-7AF2-CDD5-17C61DFB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Clone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FB2A0F0-BEC9-B502-3B0B-D848A6FAA1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4223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33BD907-8F4F-5658-8E49-D6105DD01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clonar un proyecto que ya existe en GitHub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6FAE186A-C9DC-464D-F95D-8BE0FFCF6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b="1" dirty="0"/>
              <a:t>1. Copiar la URL del repositorio</a:t>
            </a:r>
          </a:p>
          <a:p>
            <a:pPr lvl="1"/>
            <a:r>
              <a:rPr lang="es-ES" dirty="0"/>
              <a:t>En GitHub, entra al repositorio que quieres clonar.</a:t>
            </a:r>
          </a:p>
          <a:p>
            <a:pPr lvl="1"/>
            <a:r>
              <a:rPr lang="es-ES" dirty="0"/>
              <a:t>Presiona:</a:t>
            </a:r>
          </a:p>
          <a:p>
            <a:pPr lvl="2"/>
            <a:r>
              <a:rPr lang="es-ES" b="1" dirty="0"/>
              <a:t>Code → HTTPS</a:t>
            </a:r>
            <a:endParaRPr lang="es-ES" dirty="0"/>
          </a:p>
          <a:p>
            <a:pPr lvl="2"/>
            <a:r>
              <a:rPr lang="es-ES" dirty="0"/>
              <a:t>y copia la dirección, por ejemplo:</a:t>
            </a:r>
          </a:p>
          <a:p>
            <a:pPr lvl="2"/>
            <a:r>
              <a:rPr lang="es-ES" dirty="0"/>
              <a:t>https://github.com/comunidadaplicacionesmoviles/BaseProyectos.git</a:t>
            </a:r>
          </a:p>
          <a:p>
            <a:r>
              <a:rPr lang="es-ES" b="1" dirty="0"/>
              <a:t>2. Abrir la terminal</a:t>
            </a:r>
          </a:p>
          <a:p>
            <a:pPr lvl="1"/>
            <a:r>
              <a:rPr lang="es-ES" dirty="0"/>
              <a:t>Ubícate en la carpeta </a:t>
            </a:r>
            <a:r>
              <a:rPr lang="es-ES" b="1" dirty="0"/>
              <a:t>donde quieres que se descargue el proyecto</a:t>
            </a:r>
            <a:r>
              <a:rPr lang="es-ES" dirty="0"/>
              <a:t>.</a:t>
            </a:r>
          </a:p>
          <a:p>
            <a:pPr lvl="1"/>
            <a:r>
              <a:rPr lang="es-ES" dirty="0"/>
              <a:t>Por ejemplo:</a:t>
            </a:r>
          </a:p>
          <a:p>
            <a:pPr lvl="2"/>
            <a:r>
              <a:rPr lang="es-ES" dirty="0"/>
              <a:t>cd C:\Users\diego\Documents\Proyectos</a:t>
            </a:r>
          </a:p>
          <a:p>
            <a:r>
              <a:rPr lang="es-ES" dirty="0"/>
              <a:t>No tienes que crear previamente la carpeta </a:t>
            </a:r>
            <a:r>
              <a:rPr lang="es-ES" dirty="0" err="1"/>
              <a:t>BaseProyectos</a:t>
            </a:r>
            <a:r>
              <a:rPr lang="es-ES" dirty="0"/>
              <a:t>. Git lo hará.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09893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DE3A36-1D09-1718-02CA-A68E64245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clonar un proyecto que ya existe en GitHub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8127E7-58C1-0B12-BE3C-B5A3F7536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b="1" dirty="0"/>
              <a:t>3. Clonar el repositorio</a:t>
            </a:r>
          </a:p>
          <a:p>
            <a:r>
              <a:rPr lang="es-ES" dirty="0"/>
              <a:t>Ejecuta:</a:t>
            </a:r>
          </a:p>
          <a:p>
            <a:pPr lvl="1"/>
            <a:r>
              <a:rPr lang="es-ES" dirty="0" err="1"/>
              <a:t>git</a:t>
            </a:r>
            <a:r>
              <a:rPr lang="es-ES" dirty="0"/>
              <a:t> clone https://github.com/comunidadaplicacionesmoviles/BaseProyectos.git</a:t>
            </a:r>
          </a:p>
          <a:p>
            <a:pPr lvl="1"/>
            <a:r>
              <a:rPr lang="es-ES" dirty="0"/>
              <a:t>Git descargará el proyecto y creará carpetas, etc.</a:t>
            </a:r>
          </a:p>
          <a:p>
            <a:r>
              <a:rPr lang="es-ES" b="1" dirty="0"/>
              <a:t>4. Entrar al proyecto</a:t>
            </a:r>
          </a:p>
          <a:p>
            <a:pPr lvl="1"/>
            <a:r>
              <a:rPr lang="es-ES" dirty="0"/>
              <a:t>cd </a:t>
            </a:r>
            <a:r>
              <a:rPr lang="es-ES" dirty="0" err="1"/>
              <a:t>BaseProyectos</a:t>
            </a:r>
            <a:endParaRPr lang="es-ES" dirty="0"/>
          </a:p>
          <a:p>
            <a:r>
              <a:rPr lang="es-ES" b="1" dirty="0"/>
              <a:t>5. Comprobar la rama</a:t>
            </a:r>
          </a:p>
          <a:p>
            <a:pPr lvl="1"/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branch</a:t>
            </a:r>
            <a:endParaRPr lang="es-ES" dirty="0"/>
          </a:p>
          <a:p>
            <a:pPr lvl="1"/>
            <a:r>
              <a:rPr lang="es-ES" dirty="0"/>
              <a:t>Probablemente aparecerá:</a:t>
            </a:r>
          </a:p>
          <a:p>
            <a:pPr lvl="2"/>
            <a:r>
              <a:rPr lang="es-ES" dirty="0"/>
              <a:t>* main</a:t>
            </a:r>
          </a:p>
          <a:p>
            <a:pPr lvl="1"/>
            <a:r>
              <a:rPr lang="es-ES" dirty="0"/>
              <a:t>También puedes usar:</a:t>
            </a:r>
          </a:p>
          <a:p>
            <a:pPr lvl="2"/>
            <a:r>
              <a:rPr lang="es-ES" dirty="0" err="1"/>
              <a:t>git</a:t>
            </a:r>
            <a:r>
              <a:rPr lang="es-ES" dirty="0"/>
              <a:t> status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94578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F24AF-040D-FBD0-FB4B-AC3968508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9F061A-9DEC-32D4-7126-8CBB35495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clonar un proyecto que ya existe en GitHub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52D79D-C4D3-2653-7BBA-E12D16F3C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b="1" dirty="0"/>
              <a:t>6. Verificar conexión con GitHub</a:t>
            </a:r>
          </a:p>
          <a:p>
            <a:r>
              <a:rPr lang="es-ES" dirty="0"/>
              <a:t>Al utilizar </a:t>
            </a:r>
            <a:r>
              <a:rPr lang="es-ES" dirty="0" err="1"/>
              <a:t>git</a:t>
            </a:r>
            <a:r>
              <a:rPr lang="es-ES" dirty="0"/>
              <a:t> clone, </a:t>
            </a:r>
            <a:r>
              <a:rPr lang="es-ES" b="1" dirty="0"/>
              <a:t>no necesitas hacer </a:t>
            </a:r>
            <a:r>
              <a:rPr lang="es-ES" b="1" dirty="0" err="1"/>
              <a:t>git</a:t>
            </a:r>
            <a:r>
              <a:rPr lang="es-ES" b="1" dirty="0"/>
              <a:t> remote </a:t>
            </a:r>
            <a:r>
              <a:rPr lang="es-ES" b="1" dirty="0" err="1"/>
              <a:t>add</a:t>
            </a:r>
            <a:r>
              <a:rPr lang="es-ES" b="1" dirty="0"/>
              <a:t> </a:t>
            </a:r>
            <a:r>
              <a:rPr lang="es-ES" b="1" dirty="0" err="1"/>
              <a:t>origin</a:t>
            </a:r>
            <a:r>
              <a:rPr lang="es-ES" dirty="0"/>
              <a:t>.</a:t>
            </a:r>
          </a:p>
          <a:p>
            <a:r>
              <a:rPr lang="es-ES" dirty="0"/>
              <a:t>Git ya lo configura automáticamente.</a:t>
            </a:r>
          </a:p>
          <a:p>
            <a:r>
              <a:rPr lang="es-ES" dirty="0"/>
              <a:t>Puedes comprobarlo:</a:t>
            </a:r>
          </a:p>
          <a:p>
            <a:pPr lvl="1"/>
            <a:r>
              <a:rPr lang="es-ES" dirty="0" err="1"/>
              <a:t>git</a:t>
            </a:r>
            <a:r>
              <a:rPr lang="es-ES" dirty="0"/>
              <a:t> remote -v</a:t>
            </a:r>
          </a:p>
          <a:p>
            <a:r>
              <a:rPr lang="es-ES" dirty="0"/>
              <a:t>Deberías obtener algo como:</a:t>
            </a:r>
          </a:p>
          <a:p>
            <a:pPr lvl="1"/>
            <a:r>
              <a:rPr lang="es-ES" dirty="0" err="1"/>
              <a:t>origin</a:t>
            </a:r>
            <a:r>
              <a:rPr lang="es-ES" dirty="0"/>
              <a:t>  https://github.com/comunidadaplicacionesmoviles/BaseProyectos.git (</a:t>
            </a:r>
            <a:r>
              <a:rPr lang="es-ES" dirty="0" err="1"/>
              <a:t>fetch</a:t>
            </a:r>
            <a:r>
              <a:rPr lang="es-ES" dirty="0"/>
              <a:t>)</a:t>
            </a:r>
          </a:p>
          <a:p>
            <a:pPr lvl="1"/>
            <a:r>
              <a:rPr lang="es-ES" dirty="0" err="1"/>
              <a:t>origin</a:t>
            </a:r>
            <a:r>
              <a:rPr lang="es-ES" dirty="0"/>
              <a:t>  https://github.com/comunidadaplicacionesmoviles/BaseProyectos.git (</a:t>
            </a:r>
            <a:r>
              <a:rPr lang="es-ES" dirty="0" err="1"/>
              <a:t>push</a:t>
            </a:r>
            <a:r>
              <a:rPr lang="es-ES" dirty="0"/>
              <a:t>)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1058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586B4-5A6F-3138-FB1C-587289764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855643-5EC3-DE34-2899-D4370B4C9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Branch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ED35A-E8C6-4E4D-4D17-C3FE2D5D35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5702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47BED-E780-7514-3462-049F47D77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9291D8-7DE7-0005-2B62-7498A1A09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8450"/>
            <a:ext cx="10515600" cy="6203950"/>
          </a:xfrm>
        </p:spPr>
        <p:txBody>
          <a:bodyPr>
            <a:normAutofit/>
          </a:bodyPr>
          <a:lstStyle/>
          <a:p>
            <a:endParaRPr lang="es-ES" b="1" dirty="0"/>
          </a:p>
          <a:p>
            <a:r>
              <a:rPr lang="es-ES" b="1" dirty="0"/>
              <a:t>1. Ver las ramas</a:t>
            </a:r>
          </a:p>
          <a:p>
            <a:pPr lvl="1"/>
            <a:r>
              <a:rPr lang="es-ES" dirty="0"/>
              <a:t>Para ver tus ramas locales:</a:t>
            </a:r>
          </a:p>
          <a:p>
            <a:pPr lvl="2"/>
            <a:r>
              <a:rPr lang="es-ES" dirty="0" err="1"/>
              <a:t>git</a:t>
            </a:r>
            <a:r>
              <a:rPr lang="es-ES" dirty="0"/>
              <a:t> Branch</a:t>
            </a:r>
          </a:p>
          <a:p>
            <a:pPr lvl="2"/>
            <a:endParaRPr lang="es-ES" dirty="0"/>
          </a:p>
          <a:p>
            <a:pPr lvl="1"/>
            <a:r>
              <a:rPr lang="es-ES" dirty="0"/>
              <a:t>Por ejemplo:</a:t>
            </a:r>
          </a:p>
          <a:p>
            <a:pPr lvl="1"/>
            <a:r>
              <a:rPr lang="es-ES" dirty="0"/>
              <a:t>* main</a:t>
            </a:r>
          </a:p>
          <a:p>
            <a:pPr lvl="1"/>
            <a:r>
              <a:rPr lang="es-ES" dirty="0"/>
              <a:t>  desarrollo</a:t>
            </a:r>
          </a:p>
          <a:p>
            <a:pPr lvl="1"/>
            <a:r>
              <a:rPr lang="es-ES" dirty="0"/>
              <a:t>  login</a:t>
            </a:r>
          </a:p>
          <a:p>
            <a:pPr lvl="1"/>
            <a:endParaRPr lang="es-ES" dirty="0"/>
          </a:p>
          <a:p>
            <a:r>
              <a:rPr lang="es-ES" dirty="0"/>
              <a:t>El * indica la rama en la que estás actualmente.</a:t>
            </a:r>
          </a:p>
          <a:p>
            <a:endParaRPr lang="es-ES" dirty="0"/>
          </a:p>
          <a:p>
            <a:r>
              <a:rPr lang="es-ES" dirty="0"/>
              <a:t>Para ver también las ramas remotas:</a:t>
            </a:r>
          </a:p>
          <a:p>
            <a:pPr lvl="1"/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branch</a:t>
            </a:r>
            <a:r>
              <a:rPr lang="es-ES" dirty="0"/>
              <a:t> -a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61661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538F6-A113-A357-8E39-232BBAD49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E3B8EA-11DE-FC34-F6E4-25E3C94A0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8450"/>
            <a:ext cx="10515600" cy="6203950"/>
          </a:xfrm>
        </p:spPr>
        <p:txBody>
          <a:bodyPr>
            <a:normAutofit/>
          </a:bodyPr>
          <a:lstStyle/>
          <a:p>
            <a:endParaRPr lang="es-ES" b="1" dirty="0"/>
          </a:p>
          <a:p>
            <a:r>
              <a:rPr lang="es-ES" b="1" dirty="0"/>
              <a:t>2. Crear una rama nueva</a:t>
            </a:r>
          </a:p>
          <a:p>
            <a:pPr lvl="1"/>
            <a:r>
              <a:rPr lang="es-ES" dirty="0"/>
              <a:t>Si estás en main y quieres crear login:</a:t>
            </a:r>
          </a:p>
          <a:p>
            <a:pPr lvl="2"/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branch</a:t>
            </a:r>
            <a:r>
              <a:rPr lang="es-ES" dirty="0"/>
              <a:t> login</a:t>
            </a:r>
          </a:p>
          <a:p>
            <a:pPr lvl="1"/>
            <a:r>
              <a:rPr lang="es-ES" dirty="0"/>
              <a:t>Eso </a:t>
            </a:r>
            <a:r>
              <a:rPr lang="es-ES" b="1" dirty="0"/>
              <a:t>crea</a:t>
            </a:r>
            <a:r>
              <a:rPr lang="es-ES" dirty="0"/>
              <a:t> la rama, pero sigues estando en main.</a:t>
            </a:r>
          </a:p>
          <a:p>
            <a:pPr lvl="1"/>
            <a:r>
              <a:rPr lang="es-ES" dirty="0"/>
              <a:t>Luego cambias:</a:t>
            </a:r>
          </a:p>
          <a:p>
            <a:pPr lvl="2"/>
            <a:r>
              <a:rPr lang="es-ES" dirty="0" err="1"/>
              <a:t>git</a:t>
            </a:r>
            <a:r>
              <a:rPr lang="es-ES" dirty="0"/>
              <a:t> switch login</a:t>
            </a:r>
          </a:p>
          <a:p>
            <a:pPr marL="548640" lvl="2" indent="0">
              <a:buNone/>
            </a:pPr>
            <a:endParaRPr lang="es-ES" dirty="0"/>
          </a:p>
          <a:p>
            <a:pPr lvl="1"/>
            <a:r>
              <a:rPr lang="es-ES" dirty="0"/>
              <a:t>Una forma más rápida es crearla y cambiarte inmediatamente:</a:t>
            </a:r>
          </a:p>
          <a:p>
            <a:pPr lvl="2"/>
            <a:r>
              <a:rPr lang="es-ES" dirty="0" err="1"/>
              <a:t>git</a:t>
            </a:r>
            <a:r>
              <a:rPr lang="es-ES" dirty="0"/>
              <a:t> switch -c login</a:t>
            </a:r>
          </a:p>
          <a:p>
            <a:pPr lvl="2"/>
            <a:endParaRPr lang="es-ES" dirty="0"/>
          </a:p>
          <a:p>
            <a:pPr lvl="1"/>
            <a:r>
              <a:rPr lang="es-ES" dirty="0"/>
              <a:t>También existe la sintaxis antigua:</a:t>
            </a:r>
          </a:p>
          <a:p>
            <a:pPr lvl="2"/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checkout</a:t>
            </a:r>
            <a:r>
              <a:rPr lang="es-ES" dirty="0"/>
              <a:t> -b login</a:t>
            </a:r>
          </a:p>
          <a:p>
            <a:pPr lvl="2"/>
            <a:endParaRPr lang="es-ES" dirty="0"/>
          </a:p>
          <a:p>
            <a:pPr lvl="1"/>
            <a:r>
              <a:rPr lang="es-ES" dirty="0"/>
              <a:t>pero hoy es más claro utilizar:</a:t>
            </a:r>
          </a:p>
          <a:p>
            <a:pPr lvl="2"/>
            <a:r>
              <a:rPr lang="es-ES" dirty="0" err="1"/>
              <a:t>git</a:t>
            </a:r>
            <a:r>
              <a:rPr lang="es-ES" dirty="0"/>
              <a:t> switch -c login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6238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229281-764E-3CAC-47DE-4EE7C28D9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Flujo recomendado para empezar una nueva funcionalidad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C67B35-8C47-BE45-BF15-F43A4ADAE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10058400" cy="4463542"/>
          </a:xfrm>
        </p:spPr>
        <p:txBody>
          <a:bodyPr>
            <a:normAutofit fontScale="85000" lnSpcReduction="20000"/>
          </a:bodyPr>
          <a:lstStyle/>
          <a:p>
            <a:r>
              <a:rPr lang="es-ES" dirty="0"/>
              <a:t>Supongamos que quieres trabajar en el login.</a:t>
            </a:r>
          </a:p>
          <a:p>
            <a:r>
              <a:rPr lang="es-ES" b="1" dirty="0"/>
              <a:t>Primero asegúrate de tener main actualizado:</a:t>
            </a:r>
          </a:p>
          <a:p>
            <a:pPr lvl="1"/>
            <a:r>
              <a:rPr lang="es-ES" b="1" dirty="0" err="1"/>
              <a:t>git</a:t>
            </a:r>
            <a:r>
              <a:rPr lang="es-ES" b="1" dirty="0"/>
              <a:t> switch main</a:t>
            </a:r>
          </a:p>
          <a:p>
            <a:pPr lvl="1"/>
            <a:r>
              <a:rPr lang="es-ES" b="1" dirty="0" err="1"/>
              <a:t>git</a:t>
            </a:r>
            <a:r>
              <a:rPr lang="es-ES" b="1" dirty="0"/>
              <a:t> </a:t>
            </a:r>
            <a:r>
              <a:rPr lang="es-ES" b="1" dirty="0" err="1"/>
              <a:t>pull</a:t>
            </a:r>
            <a:r>
              <a:rPr lang="es-ES" b="1" dirty="0"/>
              <a:t> </a:t>
            </a:r>
            <a:r>
              <a:rPr lang="es-ES" b="1" dirty="0" err="1"/>
              <a:t>origin</a:t>
            </a:r>
            <a:r>
              <a:rPr lang="es-ES" b="1" dirty="0"/>
              <a:t> main</a:t>
            </a:r>
          </a:p>
          <a:p>
            <a:r>
              <a:rPr lang="es-ES" dirty="0"/>
              <a:t>Luego crea tu rama:</a:t>
            </a:r>
          </a:p>
          <a:p>
            <a:pPr lvl="1"/>
            <a:r>
              <a:rPr lang="es-ES" dirty="0" err="1"/>
              <a:t>git</a:t>
            </a:r>
            <a:r>
              <a:rPr lang="es-ES" dirty="0"/>
              <a:t> switch -c </a:t>
            </a:r>
            <a:r>
              <a:rPr lang="es-ES" dirty="0" err="1"/>
              <a:t>feature</a:t>
            </a:r>
            <a:r>
              <a:rPr lang="es-ES" dirty="0"/>
              <a:t>/login</a:t>
            </a:r>
          </a:p>
          <a:p>
            <a:r>
              <a:rPr lang="es-ES" dirty="0"/>
              <a:t>Trabajas normalmente y haces cambios.</a:t>
            </a:r>
          </a:p>
          <a:p>
            <a:r>
              <a:rPr lang="es-ES" dirty="0"/>
              <a:t>Cuando terminas:</a:t>
            </a:r>
          </a:p>
          <a:p>
            <a:pPr lvl="1"/>
            <a:r>
              <a:rPr lang="es-ES" dirty="0" err="1"/>
              <a:t>git</a:t>
            </a:r>
            <a:r>
              <a:rPr lang="es-ES" dirty="0"/>
              <a:t> status</a:t>
            </a:r>
          </a:p>
          <a:p>
            <a:pPr lvl="1"/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add</a:t>
            </a:r>
            <a:r>
              <a:rPr lang="es-ES" dirty="0"/>
              <a:t> .</a:t>
            </a:r>
          </a:p>
          <a:p>
            <a:pPr lvl="1"/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commit</a:t>
            </a:r>
            <a:r>
              <a:rPr lang="es-ES" dirty="0"/>
              <a:t> -m "Implementar pantalla de login"</a:t>
            </a:r>
          </a:p>
          <a:p>
            <a:pPr lvl="1"/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push</a:t>
            </a:r>
            <a:r>
              <a:rPr lang="es-ES" dirty="0"/>
              <a:t> -u </a:t>
            </a:r>
            <a:r>
              <a:rPr lang="es-ES" dirty="0" err="1"/>
              <a:t>origin</a:t>
            </a:r>
            <a:r>
              <a:rPr lang="es-ES" dirty="0"/>
              <a:t> </a:t>
            </a:r>
            <a:r>
              <a:rPr lang="es-ES" dirty="0" err="1"/>
              <a:t>feature</a:t>
            </a:r>
            <a:r>
              <a:rPr lang="es-ES" dirty="0"/>
              <a:t>/login</a:t>
            </a:r>
          </a:p>
          <a:p>
            <a:r>
              <a:rPr lang="es-ES" dirty="0"/>
              <a:t>La primera vez utilizas:</a:t>
            </a:r>
          </a:p>
          <a:p>
            <a:pPr lvl="1"/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push</a:t>
            </a:r>
            <a:r>
              <a:rPr lang="es-ES" dirty="0"/>
              <a:t> -u </a:t>
            </a:r>
            <a:r>
              <a:rPr lang="es-ES" dirty="0" err="1"/>
              <a:t>origin</a:t>
            </a:r>
            <a:r>
              <a:rPr lang="es-ES" dirty="0"/>
              <a:t> </a:t>
            </a:r>
            <a:r>
              <a:rPr lang="es-ES" dirty="0" err="1"/>
              <a:t>feature</a:t>
            </a:r>
            <a:r>
              <a:rPr lang="es-ES" dirty="0"/>
              <a:t>/login</a:t>
            </a:r>
          </a:p>
          <a:p>
            <a:r>
              <a:rPr lang="es-ES" dirty="0"/>
              <a:t>Después simplemente:</a:t>
            </a:r>
          </a:p>
          <a:p>
            <a:pPr lvl="1"/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push</a:t>
            </a: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454863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2A18D-CFE9-FB37-8325-BC321761C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677418"/>
          </a:xfrm>
        </p:spPr>
        <p:txBody>
          <a:bodyPr>
            <a:normAutofit fontScale="90000"/>
          </a:bodyPr>
          <a:lstStyle/>
          <a:p>
            <a:r>
              <a:rPr lang="es-ES" dirty="0"/>
              <a:t>¿Qué pasa si modifico archivos y trato de cambiar de rama?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196FEF-32FA-4E52-BB55-B878BC038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492250"/>
            <a:ext cx="10058400" cy="5219700"/>
          </a:xfrm>
        </p:spPr>
        <p:txBody>
          <a:bodyPr>
            <a:normAutofit fontScale="77500" lnSpcReduction="20000"/>
          </a:bodyPr>
          <a:lstStyle/>
          <a:p>
            <a:r>
              <a:rPr lang="es-ES" dirty="0"/>
              <a:t>Esta es muy útil cuando </a:t>
            </a:r>
            <a:r>
              <a:rPr lang="es-ES" b="1" dirty="0"/>
              <a:t>todavía no quieres hacer </a:t>
            </a:r>
            <a:r>
              <a:rPr lang="es-ES" b="1" dirty="0" err="1"/>
              <a:t>commit</a:t>
            </a:r>
            <a:r>
              <a:rPr lang="es-ES" dirty="0"/>
              <a:t>.</a:t>
            </a:r>
          </a:p>
          <a:p>
            <a:r>
              <a:rPr lang="es-ES" dirty="0"/>
              <a:t>Por ejemplo, estás trabajando en login y llevas la mitad:</a:t>
            </a:r>
          </a:p>
          <a:p>
            <a:pPr lvl="1"/>
            <a:r>
              <a:rPr lang="es-ES" dirty="0" err="1"/>
              <a:t>Login.jsx</a:t>
            </a:r>
            <a:r>
              <a:rPr lang="es-ES" dirty="0"/>
              <a:t> modificado</a:t>
            </a:r>
          </a:p>
          <a:p>
            <a:pPr lvl="1"/>
            <a:r>
              <a:rPr lang="es-ES" dirty="0"/>
              <a:t>Login.css modificado</a:t>
            </a:r>
          </a:p>
          <a:p>
            <a:r>
              <a:rPr lang="es-ES" dirty="0"/>
              <a:t>De repente necesitas cambiar a main.</a:t>
            </a:r>
          </a:p>
          <a:p>
            <a:r>
              <a:rPr lang="es-ES" dirty="0"/>
              <a:t>Primero:</a:t>
            </a:r>
          </a:p>
          <a:p>
            <a:pPr lvl="1"/>
            <a:r>
              <a:rPr lang="es-ES" dirty="0" err="1"/>
              <a:t>git</a:t>
            </a:r>
            <a:r>
              <a:rPr lang="es-ES" dirty="0"/>
              <a:t> status</a:t>
            </a:r>
          </a:p>
          <a:p>
            <a:r>
              <a:rPr lang="es-ES" dirty="0"/>
              <a:t>Luego:</a:t>
            </a:r>
          </a:p>
          <a:p>
            <a:pPr lvl="1"/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stash</a:t>
            </a:r>
            <a:r>
              <a:rPr lang="es-ES" dirty="0"/>
              <a:t> </a:t>
            </a:r>
            <a:r>
              <a:rPr lang="es-ES" dirty="0" err="1"/>
              <a:t>push</a:t>
            </a:r>
            <a:r>
              <a:rPr lang="es-ES" dirty="0"/>
              <a:t> -m "Login todavía incompleto“</a:t>
            </a:r>
          </a:p>
          <a:p>
            <a:r>
              <a:rPr lang="es-ES" dirty="0"/>
              <a:t>Git guarda temporalmente tus modificaciones.</a:t>
            </a:r>
          </a:p>
          <a:p>
            <a:r>
              <a:rPr lang="es-ES" dirty="0"/>
              <a:t>Ahora puedes:</a:t>
            </a:r>
          </a:p>
          <a:p>
            <a:pPr lvl="1"/>
            <a:r>
              <a:rPr lang="es-ES" dirty="0" err="1"/>
              <a:t>git</a:t>
            </a:r>
            <a:r>
              <a:rPr lang="es-ES" dirty="0"/>
              <a:t> switch main</a:t>
            </a:r>
          </a:p>
          <a:p>
            <a:r>
              <a:rPr lang="es-ES" dirty="0"/>
              <a:t>Tu directorio vuelve a estar limpio.</a:t>
            </a:r>
          </a:p>
          <a:p>
            <a:r>
              <a:rPr lang="es-ES" dirty="0"/>
              <a:t>Después puedes regresar:</a:t>
            </a:r>
          </a:p>
          <a:p>
            <a:pPr lvl="1"/>
            <a:r>
              <a:rPr lang="es-ES" dirty="0" err="1"/>
              <a:t>git</a:t>
            </a:r>
            <a:r>
              <a:rPr lang="es-ES" dirty="0"/>
              <a:t> switch </a:t>
            </a:r>
            <a:r>
              <a:rPr lang="es-ES" dirty="0" err="1"/>
              <a:t>feature</a:t>
            </a:r>
            <a:r>
              <a:rPr lang="es-ES" dirty="0"/>
              <a:t>/login</a:t>
            </a:r>
          </a:p>
          <a:p>
            <a:pPr lvl="1"/>
            <a:r>
              <a:rPr lang="es-ES" dirty="0"/>
              <a:t>y recuperar los cambios:</a:t>
            </a:r>
          </a:p>
          <a:p>
            <a:pPr lvl="2"/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stash</a:t>
            </a:r>
            <a:r>
              <a:rPr lang="es-ES" dirty="0"/>
              <a:t> pop</a:t>
            </a:r>
          </a:p>
          <a:p>
            <a:r>
              <a:rPr lang="es-ES" dirty="0"/>
              <a:t>Puedes tener varios </a:t>
            </a:r>
            <a:r>
              <a:rPr lang="es-ES" dirty="0" err="1"/>
              <a:t>stash</a:t>
            </a:r>
            <a:endParaRPr lang="es-ES" dirty="0"/>
          </a:p>
          <a:p>
            <a:pPr lvl="1"/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stash</a:t>
            </a:r>
            <a:r>
              <a:rPr lang="es-ES" dirty="0"/>
              <a:t> </a:t>
            </a:r>
            <a:r>
              <a:rPr lang="es-ES" dirty="0" err="1"/>
              <a:t>list</a:t>
            </a: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941775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120F7-2DC9-D5C4-F9BC-7F96516DF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DC15E7-A07C-704D-B218-74598B021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677418"/>
          </a:xfrm>
        </p:spPr>
        <p:txBody>
          <a:bodyPr>
            <a:normAutofit fontScale="90000"/>
          </a:bodyPr>
          <a:lstStyle/>
          <a:p>
            <a:r>
              <a:rPr lang="es-ES" dirty="0"/>
              <a:t>¿Qué pasa si modifico archivos y trato de cambiar de rama?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CBEC19-A87A-F04B-5C9C-A4532D731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492250"/>
            <a:ext cx="10058400" cy="5219700"/>
          </a:xfrm>
        </p:spPr>
        <p:txBody>
          <a:bodyPr>
            <a:normAutofit/>
          </a:bodyPr>
          <a:lstStyle/>
          <a:p>
            <a:r>
              <a:rPr lang="es-ES" b="1" dirty="0"/>
              <a:t>Descartar los cambios</a:t>
            </a:r>
          </a:p>
          <a:p>
            <a:r>
              <a:rPr lang="es-ES" dirty="0"/>
              <a:t>Si hiciste cambios pero </a:t>
            </a:r>
            <a:r>
              <a:rPr lang="es-ES" b="1" dirty="0"/>
              <a:t>no quieres conservarlos</a:t>
            </a:r>
            <a:r>
              <a:rPr lang="es-ES" dirty="0"/>
              <a:t>, puedes descartarlos.</a:t>
            </a:r>
          </a:p>
          <a:p>
            <a:r>
              <a:rPr lang="es-ES" dirty="0"/>
              <a:t>Para un archivo:</a:t>
            </a:r>
          </a:p>
          <a:p>
            <a:pPr lvl="1"/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restore</a:t>
            </a:r>
            <a:r>
              <a:rPr lang="es-ES" dirty="0"/>
              <a:t> src/</a:t>
            </a:r>
            <a:r>
              <a:rPr lang="es-ES" dirty="0" err="1"/>
              <a:t>App.jsx</a:t>
            </a:r>
            <a:endParaRPr lang="es-ES" dirty="0"/>
          </a:p>
          <a:p>
            <a:r>
              <a:rPr lang="es-ES" dirty="0"/>
              <a:t>Para todos los archivos modificados:</a:t>
            </a:r>
          </a:p>
          <a:p>
            <a:pPr lvl="1"/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restore</a:t>
            </a:r>
            <a:r>
              <a:rPr lang="es-ES" dirty="0"/>
              <a:t> .</a:t>
            </a:r>
          </a:p>
          <a:p>
            <a:r>
              <a:rPr lang="es-ES" dirty="0"/>
              <a:t>Aquí sí debes tener cuidado.</a:t>
            </a:r>
          </a:p>
          <a:p>
            <a:r>
              <a:rPr lang="es-ES" dirty="0"/>
              <a:t>Esto elimina tus modificaciones no guardadas.</a:t>
            </a:r>
          </a:p>
          <a:p>
            <a:r>
              <a:rPr lang="es-ES" dirty="0"/>
              <a:t>Después:</a:t>
            </a:r>
          </a:p>
          <a:p>
            <a:pPr lvl="1"/>
            <a:r>
              <a:rPr lang="es-ES" dirty="0" err="1"/>
              <a:t>git</a:t>
            </a:r>
            <a:r>
              <a:rPr lang="es-ES" dirty="0"/>
              <a:t> switch main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68435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77575D-CE6C-650A-DE94-E96CFDE89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Traer una rama que existe en GitHub pero no en mi computadora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5D09CE-18EC-BDB5-991D-AF858F6F2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S" dirty="0"/>
              <a:t>Primero:</a:t>
            </a:r>
          </a:p>
          <a:p>
            <a:pPr lvl="1"/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fetch</a:t>
            </a:r>
            <a:endParaRPr lang="es-ES" dirty="0"/>
          </a:p>
          <a:p>
            <a:r>
              <a:rPr lang="es-ES" dirty="0"/>
              <a:t>Puedes ver todas las ramas:</a:t>
            </a:r>
          </a:p>
          <a:p>
            <a:pPr lvl="1"/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branch</a:t>
            </a:r>
            <a:r>
              <a:rPr lang="es-ES" dirty="0"/>
              <a:t> -a</a:t>
            </a:r>
          </a:p>
          <a:p>
            <a:r>
              <a:rPr lang="es-ES" dirty="0"/>
              <a:t>Podrías encontrar:</a:t>
            </a:r>
          </a:p>
          <a:p>
            <a:pPr lvl="1"/>
            <a:r>
              <a:rPr lang="es-ES" dirty="0"/>
              <a:t>* main</a:t>
            </a:r>
          </a:p>
          <a:p>
            <a:pPr lvl="1"/>
            <a:r>
              <a:rPr lang="es-ES" dirty="0"/>
              <a:t>  remotes/</a:t>
            </a:r>
            <a:r>
              <a:rPr lang="es-ES" dirty="0" err="1"/>
              <a:t>origin</a:t>
            </a:r>
            <a:r>
              <a:rPr lang="es-ES" dirty="0"/>
              <a:t>/main</a:t>
            </a:r>
          </a:p>
          <a:p>
            <a:pPr lvl="1"/>
            <a:r>
              <a:rPr lang="es-ES" dirty="0"/>
              <a:t>  remotes/</a:t>
            </a:r>
            <a:r>
              <a:rPr lang="es-ES" dirty="0" err="1"/>
              <a:t>origin</a:t>
            </a:r>
            <a:r>
              <a:rPr lang="es-ES" dirty="0"/>
              <a:t>/</a:t>
            </a:r>
            <a:r>
              <a:rPr lang="es-ES" dirty="0" err="1"/>
              <a:t>feature</a:t>
            </a:r>
            <a:r>
              <a:rPr lang="es-ES" dirty="0"/>
              <a:t>/login</a:t>
            </a:r>
          </a:p>
          <a:p>
            <a:pPr lvl="1"/>
            <a:r>
              <a:rPr lang="es-ES" dirty="0"/>
              <a:t>  remotes/</a:t>
            </a:r>
            <a:r>
              <a:rPr lang="es-ES" dirty="0" err="1"/>
              <a:t>origin</a:t>
            </a:r>
            <a:r>
              <a:rPr lang="es-ES" dirty="0"/>
              <a:t>/</a:t>
            </a:r>
            <a:r>
              <a:rPr lang="es-ES" dirty="0" err="1"/>
              <a:t>feature</a:t>
            </a:r>
            <a:r>
              <a:rPr lang="es-ES" dirty="0"/>
              <a:t>/registro</a:t>
            </a:r>
          </a:p>
          <a:p>
            <a:r>
              <a:rPr lang="es-ES" dirty="0"/>
              <a:t>Si quieres trabajar en </a:t>
            </a:r>
            <a:r>
              <a:rPr lang="es-ES" dirty="0" err="1"/>
              <a:t>feature</a:t>
            </a:r>
            <a:r>
              <a:rPr lang="es-ES" dirty="0"/>
              <a:t>/login:</a:t>
            </a:r>
          </a:p>
          <a:p>
            <a:pPr lvl="1"/>
            <a:r>
              <a:rPr lang="es-ES" dirty="0" err="1"/>
              <a:t>git</a:t>
            </a:r>
            <a:r>
              <a:rPr lang="es-ES" dirty="0"/>
              <a:t> switch </a:t>
            </a:r>
            <a:r>
              <a:rPr lang="es-ES" dirty="0" err="1"/>
              <a:t>feature</a:t>
            </a:r>
            <a:r>
              <a:rPr lang="es-ES" dirty="0"/>
              <a:t>/login</a:t>
            </a:r>
          </a:p>
          <a:p>
            <a:r>
              <a:rPr lang="es-ES" dirty="0"/>
              <a:t>En versiones modernas de Git normalmente detectará </a:t>
            </a:r>
            <a:r>
              <a:rPr lang="es-ES" dirty="0" err="1"/>
              <a:t>origin</a:t>
            </a:r>
            <a:r>
              <a:rPr lang="es-ES" dirty="0"/>
              <a:t>/</a:t>
            </a:r>
            <a:r>
              <a:rPr lang="es-ES" dirty="0" err="1"/>
              <a:t>feature</a:t>
            </a:r>
            <a:r>
              <a:rPr lang="es-ES" dirty="0"/>
              <a:t>/login y creará automáticamente la rama local correspondiente.</a:t>
            </a:r>
          </a:p>
          <a:p>
            <a:r>
              <a:rPr lang="es-ES" dirty="0"/>
              <a:t>También puedes hacerlo explícitamente:</a:t>
            </a:r>
          </a:p>
          <a:p>
            <a:pPr lvl="1"/>
            <a:r>
              <a:rPr lang="es-ES" dirty="0" err="1"/>
              <a:t>git</a:t>
            </a:r>
            <a:r>
              <a:rPr lang="es-ES" dirty="0"/>
              <a:t> switch -c </a:t>
            </a:r>
            <a:r>
              <a:rPr lang="es-ES" dirty="0" err="1"/>
              <a:t>feature</a:t>
            </a:r>
            <a:r>
              <a:rPr lang="es-ES" dirty="0"/>
              <a:t>/login --</a:t>
            </a:r>
            <a:r>
              <a:rPr lang="es-ES" dirty="0" err="1"/>
              <a:t>track</a:t>
            </a:r>
            <a:r>
              <a:rPr lang="es-ES" dirty="0"/>
              <a:t> </a:t>
            </a:r>
            <a:r>
              <a:rPr lang="es-ES" dirty="0" err="1"/>
              <a:t>origin</a:t>
            </a:r>
            <a:r>
              <a:rPr lang="es-ES" dirty="0"/>
              <a:t>/</a:t>
            </a:r>
            <a:r>
              <a:rPr lang="es-ES" dirty="0" err="1"/>
              <a:t>feature</a:t>
            </a:r>
            <a:r>
              <a:rPr lang="es-ES" dirty="0"/>
              <a:t>/login</a:t>
            </a:r>
          </a:p>
        </p:txBody>
      </p:sp>
    </p:spTree>
    <p:extLst>
      <p:ext uri="{BB962C8B-B14F-4D97-AF65-F5344CB8AC3E}">
        <p14:creationId xmlns:p14="http://schemas.microsoft.com/office/powerpoint/2010/main" val="28274714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55FD2A-4175-430E-A2E1-875151BDA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Eliminar una rama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DEA1A3-78B3-3BE5-5322-1518D21FB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Primero debes salir de ella.</a:t>
            </a:r>
          </a:p>
          <a:p>
            <a:r>
              <a:rPr lang="es-ES" dirty="0"/>
              <a:t>Si estás en:</a:t>
            </a:r>
          </a:p>
          <a:p>
            <a:pPr lvl="1"/>
            <a:r>
              <a:rPr lang="es-ES" dirty="0" err="1"/>
              <a:t>feature</a:t>
            </a:r>
            <a:r>
              <a:rPr lang="es-ES" dirty="0"/>
              <a:t>/login</a:t>
            </a:r>
          </a:p>
          <a:p>
            <a:r>
              <a:rPr lang="es-ES" dirty="0"/>
              <a:t>no puedes eliminarla directamente.</a:t>
            </a:r>
          </a:p>
          <a:p>
            <a:r>
              <a:rPr lang="es-ES" dirty="0"/>
              <a:t>Haz:</a:t>
            </a:r>
          </a:p>
          <a:p>
            <a:pPr lvl="1"/>
            <a:r>
              <a:rPr lang="es-ES" dirty="0" err="1"/>
              <a:t>git</a:t>
            </a:r>
            <a:r>
              <a:rPr lang="es-ES" dirty="0"/>
              <a:t> switch main</a:t>
            </a:r>
          </a:p>
          <a:p>
            <a:r>
              <a:rPr lang="es-ES" dirty="0"/>
              <a:t>y luego:</a:t>
            </a:r>
          </a:p>
          <a:p>
            <a:pPr lvl="1"/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branch</a:t>
            </a:r>
            <a:r>
              <a:rPr lang="es-ES" dirty="0"/>
              <a:t> -d </a:t>
            </a:r>
            <a:r>
              <a:rPr lang="es-ES" dirty="0" err="1"/>
              <a:t>feature</a:t>
            </a:r>
            <a:r>
              <a:rPr lang="es-ES" dirty="0"/>
              <a:t>/login</a:t>
            </a:r>
          </a:p>
          <a:p>
            <a:r>
              <a:rPr lang="es-ES" dirty="0"/>
              <a:t>Para eliminarla también de GitHub:</a:t>
            </a:r>
          </a:p>
          <a:p>
            <a:pPr lvl="1"/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push</a:t>
            </a:r>
            <a:r>
              <a:rPr lang="es-ES" dirty="0"/>
              <a:t> </a:t>
            </a:r>
            <a:r>
              <a:rPr lang="es-ES" dirty="0" err="1"/>
              <a:t>origin</a:t>
            </a:r>
            <a:r>
              <a:rPr lang="es-ES" dirty="0"/>
              <a:t> --</a:t>
            </a:r>
            <a:r>
              <a:rPr lang="es-ES" dirty="0" err="1"/>
              <a:t>delete</a:t>
            </a:r>
            <a:r>
              <a:rPr lang="es-ES" dirty="0"/>
              <a:t> </a:t>
            </a:r>
            <a:r>
              <a:rPr lang="es-ES" dirty="0" err="1"/>
              <a:t>feature</a:t>
            </a:r>
            <a:r>
              <a:rPr lang="es-ES" dirty="0"/>
              <a:t>/login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113059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658C5A-367D-4C7F-EF5E-F0E8D3AC8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Traer cambios nuevos de main a mi rama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721AB7-9D02-A27C-E8DA-56058AE53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10058400" cy="4450842"/>
          </a:xfrm>
        </p:spPr>
        <p:txBody>
          <a:bodyPr>
            <a:normAutofit fontScale="85000" lnSpcReduction="20000"/>
          </a:bodyPr>
          <a:lstStyle/>
          <a:p>
            <a:r>
              <a:rPr lang="es-ES" dirty="0"/>
              <a:t>Este es otro flujo muy habitual trabajando en equipo.</a:t>
            </a:r>
          </a:p>
          <a:p>
            <a:r>
              <a:rPr lang="es-ES" dirty="0"/>
              <a:t>Supongamos que estás trabajando en:</a:t>
            </a:r>
          </a:p>
          <a:p>
            <a:pPr lvl="1"/>
            <a:r>
              <a:rPr lang="es-ES" dirty="0" err="1"/>
              <a:t>feature</a:t>
            </a:r>
            <a:r>
              <a:rPr lang="es-ES" dirty="0"/>
              <a:t>/login</a:t>
            </a:r>
          </a:p>
          <a:p>
            <a:r>
              <a:rPr lang="es-ES" dirty="0"/>
              <a:t>Mientras tanto, tus compañeros modificaron main.</a:t>
            </a:r>
          </a:p>
          <a:p>
            <a:r>
              <a:rPr lang="es-ES" dirty="0"/>
              <a:t>Primero puedes guardar tus cambios:</a:t>
            </a:r>
          </a:p>
          <a:p>
            <a:pPr lvl="1"/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add</a:t>
            </a:r>
            <a:r>
              <a:rPr lang="es-ES" dirty="0"/>
              <a:t> .</a:t>
            </a:r>
          </a:p>
          <a:p>
            <a:pPr lvl="1"/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commit</a:t>
            </a:r>
            <a:r>
              <a:rPr lang="es-ES" dirty="0"/>
              <a:t> -m "Avance login"</a:t>
            </a:r>
          </a:p>
          <a:p>
            <a:r>
              <a:rPr lang="es-ES" dirty="0"/>
              <a:t>Luego:</a:t>
            </a:r>
          </a:p>
          <a:p>
            <a:pPr lvl="1"/>
            <a:r>
              <a:rPr lang="es-ES" dirty="0" err="1"/>
              <a:t>git</a:t>
            </a:r>
            <a:r>
              <a:rPr lang="es-ES" dirty="0"/>
              <a:t> switch main</a:t>
            </a:r>
          </a:p>
          <a:p>
            <a:pPr lvl="1"/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pull</a:t>
            </a:r>
            <a:r>
              <a:rPr lang="es-ES" dirty="0"/>
              <a:t> </a:t>
            </a:r>
            <a:r>
              <a:rPr lang="es-ES" dirty="0" err="1"/>
              <a:t>origin</a:t>
            </a:r>
            <a:r>
              <a:rPr lang="es-ES" dirty="0"/>
              <a:t> main</a:t>
            </a:r>
          </a:p>
          <a:p>
            <a:r>
              <a:rPr lang="es-ES" dirty="0"/>
              <a:t>Ahora main está actualizado.</a:t>
            </a:r>
          </a:p>
          <a:p>
            <a:r>
              <a:rPr lang="es-ES" dirty="0"/>
              <a:t>Regresas:</a:t>
            </a:r>
          </a:p>
          <a:p>
            <a:pPr lvl="1"/>
            <a:r>
              <a:rPr lang="es-ES" dirty="0" err="1"/>
              <a:t>git</a:t>
            </a:r>
            <a:r>
              <a:rPr lang="es-ES" dirty="0"/>
              <a:t> switch </a:t>
            </a:r>
            <a:r>
              <a:rPr lang="es-ES" dirty="0" err="1"/>
              <a:t>feature</a:t>
            </a:r>
            <a:r>
              <a:rPr lang="es-ES" dirty="0"/>
              <a:t>/login</a:t>
            </a:r>
          </a:p>
          <a:p>
            <a:r>
              <a:rPr lang="es-ES" dirty="0"/>
              <a:t>Y mezclas main dentro de tu rama:</a:t>
            </a:r>
          </a:p>
          <a:p>
            <a:pPr lvl="1"/>
            <a:r>
              <a:rPr lang="es-ES" dirty="0" err="1"/>
              <a:t>git</a:t>
            </a:r>
            <a:r>
              <a:rPr lang="es-ES" dirty="0"/>
              <a:t> merge main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925666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8BE994-A2CB-0FB8-8934-7BF250FC3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Traer cambios nuevos de main a mi rama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3E54AE-6E01-B843-7D39-FC375E11A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Si no hay conflictos, continúas trabajando normalmente.</a:t>
            </a:r>
          </a:p>
          <a:p>
            <a:r>
              <a:rPr lang="es-ES" b="1" dirty="0"/>
              <a:t>Si aparecen conflictos al hacer merge</a:t>
            </a:r>
          </a:p>
          <a:p>
            <a:r>
              <a:rPr lang="es-ES" dirty="0"/>
              <a:t>Por ejemplo:</a:t>
            </a:r>
          </a:p>
          <a:p>
            <a:pPr lvl="1"/>
            <a:r>
              <a:rPr lang="es-ES" dirty="0" err="1"/>
              <a:t>git</a:t>
            </a:r>
            <a:r>
              <a:rPr lang="es-ES" dirty="0"/>
              <a:t> merge main</a:t>
            </a:r>
          </a:p>
          <a:p>
            <a:r>
              <a:rPr lang="es-ES" dirty="0"/>
              <a:t>puede producir:</a:t>
            </a:r>
          </a:p>
          <a:p>
            <a:pPr lvl="1"/>
            <a:r>
              <a:rPr lang="es-ES" dirty="0"/>
              <a:t>CONFLICT (</a:t>
            </a:r>
            <a:r>
              <a:rPr lang="es-ES" dirty="0" err="1"/>
              <a:t>content</a:t>
            </a:r>
            <a:r>
              <a:rPr lang="es-ES" dirty="0"/>
              <a:t>): Merge </a:t>
            </a:r>
            <a:r>
              <a:rPr lang="es-ES" dirty="0" err="1"/>
              <a:t>conflict</a:t>
            </a:r>
            <a:r>
              <a:rPr lang="es-ES" dirty="0"/>
              <a:t> in src/</a:t>
            </a:r>
            <a:r>
              <a:rPr lang="es-ES" dirty="0" err="1"/>
              <a:t>App.jsx</a:t>
            </a:r>
            <a:endParaRPr lang="es-ES" dirty="0"/>
          </a:p>
          <a:p>
            <a:r>
              <a:rPr lang="es-ES" dirty="0"/>
              <a:t>Debes decidir cómo debe quedar el código definitivo y eliminar esas marcas.</a:t>
            </a:r>
          </a:p>
          <a:p>
            <a:r>
              <a:rPr lang="es-ES" dirty="0"/>
              <a:t>Después:</a:t>
            </a:r>
          </a:p>
          <a:p>
            <a:pPr lvl="1"/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add</a:t>
            </a:r>
            <a:r>
              <a:rPr lang="es-ES" dirty="0"/>
              <a:t> .</a:t>
            </a:r>
          </a:p>
          <a:p>
            <a:pPr lvl="1"/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commit</a:t>
            </a:r>
            <a:r>
              <a:rPr lang="es-ES" dirty="0"/>
              <a:t> -m "Resolver conflictos con main"</a:t>
            </a:r>
          </a:p>
          <a:p>
            <a:r>
              <a:rPr lang="es-ES" dirty="0"/>
              <a:t>Y continúas.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022253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D25830-514E-E74D-8CC3-C3FAA74B5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73EC0C-3D92-91CA-D1EC-114530525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Y las </a:t>
            </a:r>
            <a:r>
              <a:rPr lang="es-ES" b="1" dirty="0"/>
              <a:t>tres reglas más importantes</a:t>
            </a:r>
            <a:r>
              <a:rPr lang="es-ES" dirty="0"/>
              <a:t> para evitar problemas serían:</a:t>
            </a:r>
          </a:p>
          <a:p>
            <a:endParaRPr lang="es-ES" dirty="0"/>
          </a:p>
          <a:p>
            <a:pPr lvl="1"/>
            <a:r>
              <a:rPr lang="es-ES" dirty="0"/>
              <a:t>Antes de cambiar de rama, ejecutar </a:t>
            </a:r>
            <a:r>
              <a:rPr lang="es-ES" dirty="0" err="1"/>
              <a:t>git</a:t>
            </a:r>
            <a:r>
              <a:rPr lang="es-ES" dirty="0"/>
              <a:t> status. </a:t>
            </a:r>
          </a:p>
          <a:p>
            <a:pPr lvl="1"/>
            <a:r>
              <a:rPr lang="es-ES" dirty="0"/>
              <a:t>Si tienes cambios importantes, haz </a:t>
            </a:r>
            <a:r>
              <a:rPr lang="es-ES" dirty="0" err="1"/>
              <a:t>commit</a:t>
            </a:r>
            <a:r>
              <a:rPr lang="es-ES" dirty="0"/>
              <a:t> o </a:t>
            </a:r>
            <a:r>
              <a:rPr lang="es-ES" dirty="0" err="1"/>
              <a:t>stash</a:t>
            </a:r>
            <a:r>
              <a:rPr lang="es-ES" dirty="0"/>
              <a:t> antes de cambiar. </a:t>
            </a:r>
          </a:p>
          <a:p>
            <a:pPr lvl="1"/>
            <a:r>
              <a:rPr lang="es-ES" dirty="0"/>
              <a:t>Antes de crear una rama nueva, actualiza main con </a:t>
            </a:r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pull</a:t>
            </a:r>
            <a:r>
              <a:rPr lang="es-ES" dirty="0"/>
              <a:t> </a:t>
            </a:r>
            <a:r>
              <a:rPr lang="es-ES" dirty="0" err="1"/>
              <a:t>origin</a:t>
            </a:r>
            <a:r>
              <a:rPr lang="es-ES" dirty="0"/>
              <a:t> main. </a:t>
            </a:r>
          </a:p>
          <a:p>
            <a:pPr lvl="1"/>
            <a:endParaRPr lang="es-ES" dirty="0"/>
          </a:p>
          <a:p>
            <a:r>
              <a:rPr lang="es-ES" dirty="0"/>
              <a:t>Y especialmente: </a:t>
            </a:r>
            <a:r>
              <a:rPr lang="es-ES" b="1" dirty="0"/>
              <a:t>hacer </a:t>
            </a:r>
            <a:r>
              <a:rPr lang="es-ES" b="1" dirty="0" err="1"/>
              <a:t>commit</a:t>
            </a:r>
            <a:r>
              <a:rPr lang="es-ES" b="1" dirty="0"/>
              <a:t> no significa subir a GitHub</a:t>
            </a:r>
            <a:r>
              <a:rPr lang="es-ES" dirty="0"/>
              <a:t>. </a:t>
            </a:r>
            <a:r>
              <a:rPr lang="es-ES" dirty="0" err="1"/>
              <a:t>commit</a:t>
            </a:r>
            <a:r>
              <a:rPr lang="es-ES" dirty="0"/>
              <a:t> guarda localmente; </a:t>
            </a:r>
            <a:r>
              <a:rPr lang="es-ES" dirty="0" err="1"/>
              <a:t>push</a:t>
            </a:r>
            <a:r>
              <a:rPr lang="es-ES" dirty="0"/>
              <a:t> envía esos commits al repositorio remoto.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428498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Letras en madera">
  <a:themeElements>
    <a:clrScheme name="Letras en madera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Letras en madera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Letras en madera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Letras en madera</Template>
  <TotalTime>270</TotalTime>
  <Words>1424</Words>
  <Application>Microsoft Office PowerPoint</Application>
  <PresentationFormat>Panorámica</PresentationFormat>
  <Paragraphs>250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6" baseType="lpstr">
      <vt:lpstr>Rockwell</vt:lpstr>
      <vt:lpstr>Rockwell Condensed</vt:lpstr>
      <vt:lpstr>Wingdings</vt:lpstr>
      <vt:lpstr>Letras en madera</vt:lpstr>
      <vt:lpstr>Repo (Flujos Habituales)</vt:lpstr>
      <vt:lpstr>Inicializar el proyecto</vt:lpstr>
      <vt:lpstr>Presentación de PowerPoint</vt:lpstr>
      <vt:lpstr>Presentación de PowerPoint</vt:lpstr>
      <vt:lpstr>Presentación de PowerPoint</vt:lpstr>
      <vt:lpstr>Presentación de PowerPoint</vt:lpstr>
      <vt:lpstr>Resumen</vt:lpstr>
      <vt:lpstr>Clone</vt:lpstr>
      <vt:lpstr>clonar un proyecto que ya existe en GitHub</vt:lpstr>
      <vt:lpstr>clonar un proyecto que ya existe en GitHub</vt:lpstr>
      <vt:lpstr>clonar un proyecto que ya existe en GitHub</vt:lpstr>
      <vt:lpstr>Branch</vt:lpstr>
      <vt:lpstr>Presentación de PowerPoint</vt:lpstr>
      <vt:lpstr>Presentación de PowerPoint</vt:lpstr>
      <vt:lpstr>Flujo recomendado para empezar una nueva funcionalidad</vt:lpstr>
      <vt:lpstr>¿Qué pasa si modifico archivos y trato de cambiar de rama?</vt:lpstr>
      <vt:lpstr>¿Qué pasa si modifico archivos y trato de cambiar de rama?</vt:lpstr>
      <vt:lpstr>Traer una rama que existe en GitHub pero no en mi computadora</vt:lpstr>
      <vt:lpstr>Eliminar una rama</vt:lpstr>
      <vt:lpstr>Traer cambios nuevos de main a mi rama</vt:lpstr>
      <vt:lpstr>Traer cambios nuevos de main a mi rama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Diego Armando Rojas Vega</dc:creator>
  <cp:lastModifiedBy>Diego Armando Rojas Vega</cp:lastModifiedBy>
  <cp:revision>29</cp:revision>
  <dcterms:created xsi:type="dcterms:W3CDTF">2026-08-10T20:02:47Z</dcterms:created>
  <dcterms:modified xsi:type="dcterms:W3CDTF">2026-08-11T14:00:20Z</dcterms:modified>
</cp:coreProperties>
</file>